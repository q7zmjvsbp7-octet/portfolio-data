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73" r:id="rId3"/>
    <p:sldId id="274" r:id="rId4"/>
    <p:sldId id="276" r:id="rId5"/>
    <p:sldId id="275" r:id="rId6"/>
    <p:sldId id="27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197336CD-FEF6-3642-BF48-0EAB78CFA696}">
          <p14:sldIdLst>
            <p14:sldId id="260"/>
            <p14:sldId id="273"/>
            <p14:sldId id="274"/>
            <p14:sldId id="276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5ABF"/>
    <a:srgbClr val="4619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09"/>
    <p:restoredTop sz="94694"/>
  </p:normalViewPr>
  <p:slideViewPr>
    <p:cSldViewPr snapToGrid="0">
      <p:cViewPr varScale="1">
        <p:scale>
          <a:sx n="107" d="100"/>
          <a:sy n="107" d="100"/>
        </p:scale>
        <p:origin x="4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e rondeau" userId="dd75bbac41db3067" providerId="LiveId" clId="{CCC0EE3E-26BE-794C-B1B0-FE30EFF42F79}"/>
    <pc:docChg chg="custSel modSld">
      <pc:chgData name="cecile rondeau" userId="dd75bbac41db3067" providerId="LiveId" clId="{CCC0EE3E-26BE-794C-B1B0-FE30EFF42F79}" dt="2025-08-08T09:30:54.501" v="197" actId="20577"/>
      <pc:docMkLst>
        <pc:docMk/>
      </pc:docMkLst>
      <pc:sldChg chg="modSp mod">
        <pc:chgData name="cecile rondeau" userId="dd75bbac41db3067" providerId="LiveId" clId="{CCC0EE3E-26BE-794C-B1B0-FE30EFF42F79}" dt="2025-08-08T09:26:42.925" v="119" actId="20577"/>
        <pc:sldMkLst>
          <pc:docMk/>
          <pc:sldMk cId="2169118888" sldId="275"/>
        </pc:sldMkLst>
        <pc:spChg chg="mod">
          <ac:chgData name="cecile rondeau" userId="dd75bbac41db3067" providerId="LiveId" clId="{CCC0EE3E-26BE-794C-B1B0-FE30EFF42F79}" dt="2025-08-08T09:26:42.925" v="119" actId="20577"/>
          <ac:spMkLst>
            <pc:docMk/>
            <pc:sldMk cId="2169118888" sldId="275"/>
            <ac:spMk id="9" creationId="{0BC9FB2C-E31F-9A99-A994-75A9DF85D0F3}"/>
          </ac:spMkLst>
        </pc:spChg>
      </pc:sldChg>
      <pc:sldChg chg="modSp mod">
        <pc:chgData name="cecile rondeau" userId="dd75bbac41db3067" providerId="LiveId" clId="{CCC0EE3E-26BE-794C-B1B0-FE30EFF42F79}" dt="2025-08-08T09:30:54.501" v="197" actId="20577"/>
        <pc:sldMkLst>
          <pc:docMk/>
          <pc:sldMk cId="2651084052" sldId="276"/>
        </pc:sldMkLst>
        <pc:spChg chg="mod">
          <ac:chgData name="cecile rondeau" userId="dd75bbac41db3067" providerId="LiveId" clId="{CCC0EE3E-26BE-794C-B1B0-FE30EFF42F79}" dt="2025-08-08T09:30:54.501" v="197" actId="20577"/>
          <ac:spMkLst>
            <pc:docMk/>
            <pc:sldMk cId="2651084052" sldId="276"/>
            <ac:spMk id="6" creationId="{BCD23ADF-DC3D-56EB-6FAF-62CD788DDB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253269-8EDF-7265-538C-39C29DB4C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B1FE91-15B3-5E50-F458-DF45D9817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F08A08-E0C6-54A7-AB6F-E447D134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AE0952-3A4F-E3A8-9AF0-77EFF655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40EF4B-507B-FA6E-538A-8D0D55FC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82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5A8966-FEC2-852E-2FC2-A1E34C50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40FB23-A144-C624-2CA9-36B4E39A7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F67D90-D8DC-4E49-7E65-4A7518C0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1E413D-1E25-7AD8-EC3D-0CDA37A8D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50CC5-F586-22EE-691A-B4C22932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07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2C9C18-CDB9-3CF6-EDCE-55523093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C796DF-A8B6-A973-7508-31AD78A4A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FD818-1EEF-9938-10D5-ABA719C4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267474-CDDE-3DE4-9AF7-544FDE60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BD09A-A817-A556-2660-5D827064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30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DE340-3484-5684-EC0E-7D45E5A7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FC5D9-1822-91B4-D295-3E5977E52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10EE0A-79E8-4E5F-B54E-05495181E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9EB0B2-DC1E-45D0-261C-ABD29142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EE9DDC-F132-7A0B-4069-269344C4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F618CA-9B4D-91AB-8376-ED0E6DED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032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5388F5-FEC3-51E5-E1B9-01E16D5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7BBD85-B704-5AE3-F1A4-C362FF740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FA206F-70D4-842D-6577-AABC817E8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F3F8C8-BB49-F80F-D5DB-25C687169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65FC9D-8130-A9D7-F144-C2BBFF283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5915BA3-23CA-0276-1E62-E374C9FB6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E2C1A1-4719-1663-E02D-18406F01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40E041-E121-392F-B609-CDC4734C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92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59673-907E-CC5D-B002-31516411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80714A-A841-D17E-A4F7-3D419C67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EDAABE-F4A7-2C18-EC79-5F8C84BC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97FD5D-9E84-33DF-533B-ED78F721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2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D6B671-3BB6-B811-9B9C-3D0C2B9B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B274B4-C433-F6E7-184A-BCCE24B4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F5BF32-04D2-37B9-6A10-2E1A43C5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26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B90C5-EF48-3296-6085-AE1285D4D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95BCEF-B397-6FB8-6881-685573959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DB5B8D-0747-FD6A-EF9D-EFDA4B853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C440BE-C6E1-A1A6-E883-114CA7E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AAED5B-16E1-99EB-93D4-BB327065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60D6EF-D7C9-D507-A2C5-65E86AAE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00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E497F-2489-655A-D3AD-E667A2BE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057035-D46F-F422-D291-A360629F1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65E5E6-EEB5-A516-AE4E-BD1AA08CB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570F27-D04A-3E5D-826C-747DB07D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28C0FE-83D9-DAE2-B79B-53BC9132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22C47D-A530-D484-5DDF-BD68D4C8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05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464989-2BB6-B3D5-CBC2-C5F96E5E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4E4378-2F43-83D8-1DA7-6DA32AF5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CE7029-23F6-8DAD-E57B-712FAD4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E3FC81-1237-4165-E3A6-B2AC21D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4DC32-D8DE-845E-D935-103C3A32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56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A17F67-708E-9E25-EC21-BE8654F05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7F1021F-2B69-EAB5-C07C-E601A0FAA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EA38FD-B255-5294-9B75-F295D013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63EC3B-7AA1-3B82-181D-4365613A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87A858-D0BA-3DA2-C00E-ADE5E0A4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10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8DFA3C-1BFE-6A39-9B63-EC6DFD8D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57652B-5214-AA07-9C29-F8BED9CCD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E0527A-A27B-79CC-EEB6-ACC816274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97F1D-5D8C-1243-AE5B-1D796728BA48}" type="datetimeFigureOut">
              <a:rPr lang="fr-FR" smtClean="0"/>
              <a:t>08/08/2025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5EAD73-1655-B686-84B1-73020595B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743EC1-2D81-448A-D657-7BF28DB02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DE47A-C1E5-7040-AE90-19B70F5CE5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14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1F6CD-AC43-3CF1-5531-E217E677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867108" cy="5415566"/>
          </a:xfrm>
        </p:spPr>
        <p:txBody>
          <a:bodyPr/>
          <a:lstStyle/>
          <a:p>
            <a:r>
              <a:rPr lang="fr-FR" dirty="0"/>
              <a:t>Rapport mensuel des actions </a:t>
            </a:r>
            <a:r>
              <a:rPr lang="fr-FR" dirty="0" err="1"/>
              <a:t>marketting</a:t>
            </a:r>
            <a:r>
              <a:rPr lang="fr-FR" dirty="0"/>
              <a:t>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BDEA75-2CA9-0A41-A000-3311FF85A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223164" cy="1009769"/>
          </a:xfrm>
        </p:spPr>
        <p:txBody>
          <a:bodyPr>
            <a:normAutofit/>
          </a:bodyPr>
          <a:lstStyle/>
          <a:p>
            <a:r>
              <a:rPr lang="fr-FR" sz="2800" b="1" dirty="0"/>
              <a:t>PROJET 3 : </a:t>
            </a:r>
          </a:p>
        </p:txBody>
      </p:sp>
      <p:pic>
        <p:nvPicPr>
          <p:cNvPr id="12" name="Espace réservé du contenu 11" descr="Une image contenant logo, Graphique, symbole, Police&#10;&#10;Le contenu généré par l’IA peut être incorrect.">
            <a:extLst>
              <a:ext uri="{FF2B5EF4-FFF2-40B4-BE49-F238E27FC236}">
                <a16:creationId xmlns:a16="http://schemas.microsoft.com/office/drawing/2014/main" id="{9F29421F-B558-0739-9F91-2237052CB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788" y="549834"/>
            <a:ext cx="660400" cy="571500"/>
          </a:xfrm>
        </p:spPr>
      </p:pic>
      <p:pic>
        <p:nvPicPr>
          <p:cNvPr id="14" name="Image 13" descr="Une image contenant Police, Graphique, texte, logo&#10;&#10;Le contenu généré par l’IA peut être incorrect.">
            <a:extLst>
              <a:ext uri="{FF2B5EF4-FFF2-40B4-BE49-F238E27FC236}">
                <a16:creationId xmlns:a16="http://schemas.microsoft.com/office/drawing/2014/main" id="{E4267FF4-96F0-A2B6-017E-5110A514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8" y="611746"/>
            <a:ext cx="2933700" cy="5715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2ADD47A-B8DA-9971-6B07-F82B558F3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496" y="3067169"/>
            <a:ext cx="7772400" cy="486359"/>
          </a:xfrm>
          <a:prstGeom prst="rect">
            <a:avLst/>
          </a:prstGeom>
        </p:spPr>
      </p:pic>
      <p:pic>
        <p:nvPicPr>
          <p:cNvPr id="22" name="Image 21" descr="Une image contenant texte, Police, blanc, Graphique&#10;&#10;Le contenu généré par l’IA peut être incorrect.">
            <a:extLst>
              <a:ext uri="{FF2B5EF4-FFF2-40B4-BE49-F238E27FC236}">
                <a16:creationId xmlns:a16="http://schemas.microsoft.com/office/drawing/2014/main" id="{FBF9229C-1617-A11D-6D93-977F4AD9E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704" y="1193800"/>
            <a:ext cx="25527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88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F5F9-1AED-C77E-EE42-257E6A1F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embarcation, transport, nuage, bateau&#10;&#10;Le contenu généré par l’IA peut être incorrect.">
            <a:extLst>
              <a:ext uri="{FF2B5EF4-FFF2-40B4-BE49-F238E27FC236}">
                <a16:creationId xmlns:a16="http://schemas.microsoft.com/office/drawing/2014/main" id="{CE5D7A1E-B8A1-DDAA-0505-DD659A610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83"/>
            <a:ext cx="12192000" cy="6879087"/>
          </a:xfrm>
          <a:prstGeom prst="rect">
            <a:avLst/>
          </a:prstGeom>
        </p:spPr>
      </p:pic>
      <p:pic>
        <p:nvPicPr>
          <p:cNvPr id="2" name="Espace réservé pour une image  5" descr="Une image contenant texte, capture d’écran, lign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EAB5F3E2-F716-69A6-ADED-E147C67EC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9" r="749"/>
          <a:stretch>
            <a:fillRect/>
          </a:stretch>
        </p:blipFill>
        <p:spPr>
          <a:xfrm>
            <a:off x="4359965" y="1422505"/>
            <a:ext cx="7739270" cy="5150573"/>
          </a:xfrm>
          <a:prstGeom prst="rect">
            <a:avLst/>
          </a:prstGeom>
        </p:spPr>
      </p:pic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A58E65C7-7EBF-1694-51CB-F5306FE17E74}"/>
              </a:ext>
            </a:extLst>
          </p:cNvPr>
          <p:cNvSpPr txBox="1">
            <a:spLocks/>
          </p:cNvSpPr>
          <p:nvPr/>
        </p:nvSpPr>
        <p:spPr>
          <a:xfrm>
            <a:off x="92765" y="4943061"/>
            <a:ext cx="4174435" cy="821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>
                    <a:lumMod val="85000"/>
                  </a:schemeClr>
                </a:solidFill>
              </a:rPr>
              <a:t> </a:t>
            </a:r>
            <a:r>
              <a:rPr lang="fr-FR" sz="2000" b="1" dirty="0">
                <a:solidFill>
                  <a:schemeClr val="bg1">
                    <a:lumMod val="85000"/>
                  </a:schemeClr>
                </a:solidFill>
              </a:rPr>
              <a:t>Sans la High-tech notre navire tangue.. Mais la nourriture devient notre nouvelle bouée</a:t>
            </a:r>
            <a:endParaRPr lang="fr-FR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A13A85A-7DF9-EFCA-23FD-F3AD64E2AC32}"/>
              </a:ext>
            </a:extLst>
          </p:cNvPr>
          <p:cNvSpPr txBox="1">
            <a:spLocks/>
          </p:cNvSpPr>
          <p:nvPr/>
        </p:nvSpPr>
        <p:spPr>
          <a:xfrm>
            <a:off x="92766" y="2093843"/>
            <a:ext cx="4174434" cy="22926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b="1" u="sng" dirty="0"/>
              <a:t>Evolution du Chiffre d’affaires par catégorie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518AD39-B5CB-D7AB-EBBD-FF92505920C4}"/>
              </a:ext>
            </a:extLst>
          </p:cNvPr>
          <p:cNvSpPr txBox="1"/>
          <p:nvPr/>
        </p:nvSpPr>
        <p:spPr>
          <a:xfrm>
            <a:off x="92765" y="13197"/>
            <a:ext cx="120064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Turbulence sur </a:t>
            </a:r>
            <a:r>
              <a:rPr lang="fr-FR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notre chiffre d’affaires mais nous tenons la barre !!!!</a:t>
            </a:r>
          </a:p>
        </p:txBody>
      </p:sp>
    </p:spTree>
    <p:extLst>
      <p:ext uri="{BB962C8B-B14F-4D97-AF65-F5344CB8AC3E}">
        <p14:creationId xmlns:p14="http://schemas.microsoft.com/office/powerpoint/2010/main" val="212029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D947-E019-AE07-9E3B-62CE42A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embarcation, transport, nuage, bateau&#10;&#10;Le contenu généré par l’IA peut être incorrect.">
            <a:extLst>
              <a:ext uri="{FF2B5EF4-FFF2-40B4-BE49-F238E27FC236}">
                <a16:creationId xmlns:a16="http://schemas.microsoft.com/office/drawing/2014/main" id="{8DA19560-4D8B-146E-1669-68556D7A0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83"/>
            <a:ext cx="12192000" cy="687908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0477030-8273-6319-3861-8405D0867E25}"/>
              </a:ext>
            </a:extLst>
          </p:cNvPr>
          <p:cNvSpPr txBox="1">
            <a:spLocks/>
          </p:cNvSpPr>
          <p:nvPr/>
        </p:nvSpPr>
        <p:spPr>
          <a:xfrm>
            <a:off x="435569" y="238539"/>
            <a:ext cx="11650413" cy="69491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dirty="0"/>
              <a:t>Nombre de ventes contre nombre de visites sur site 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F72E0EE-6820-93C1-E885-C2EC3EA6ECA5}"/>
              </a:ext>
            </a:extLst>
          </p:cNvPr>
          <p:cNvSpPr txBox="1">
            <a:spLocks/>
          </p:cNvSpPr>
          <p:nvPr/>
        </p:nvSpPr>
        <p:spPr>
          <a:xfrm>
            <a:off x="435569" y="933451"/>
            <a:ext cx="9722844" cy="4095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400" dirty="0"/>
              <a:t>Nos visiteurs gonflent les voiles .. Bientôt le vent des ventes </a:t>
            </a:r>
            <a:r>
              <a:rPr lang="fr-FR" sz="6200" dirty="0"/>
              <a:t>suivra  !</a:t>
            </a:r>
            <a:endParaRPr lang="fr-FR" sz="4300" dirty="0"/>
          </a:p>
        </p:txBody>
      </p:sp>
      <p:pic>
        <p:nvPicPr>
          <p:cNvPr id="4" name="Espace réservé pour une image  11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2D7CB81B-F8E2-25C3-CABC-96BDB7A1B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9" r="749"/>
          <a:stretch>
            <a:fillRect/>
          </a:stretch>
        </p:blipFill>
        <p:spPr>
          <a:xfrm>
            <a:off x="2342587" y="1484243"/>
            <a:ext cx="7506826" cy="497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6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74F3-EABB-F91C-260F-9A5BCEA3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embarcation, transport, nuage, bateau&#10;&#10;Le contenu généré par l’IA peut être incorrect.">
            <a:extLst>
              <a:ext uri="{FF2B5EF4-FFF2-40B4-BE49-F238E27FC236}">
                <a16:creationId xmlns:a16="http://schemas.microsoft.com/office/drawing/2014/main" id="{03E14E37-20D2-3E49-A7BF-715BFE7D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83"/>
            <a:ext cx="12192000" cy="687908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696E948-DB51-917D-7EAF-5DC503BFE7A4}"/>
              </a:ext>
            </a:extLst>
          </p:cNvPr>
          <p:cNvSpPr txBox="1"/>
          <p:nvPr/>
        </p:nvSpPr>
        <p:spPr>
          <a:xfrm>
            <a:off x="145774" y="145774"/>
            <a:ext cx="120462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 dirty="0"/>
              <a:t>Graphique ratio (nombre d’achats des clients)/(nombre de visites) au cours du temps</a:t>
            </a:r>
            <a:endParaRPr lang="fr-FR" sz="3200" b="1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CD23ADF-DC3D-56EB-6FAF-62CD788DDB4C}"/>
              </a:ext>
            </a:extLst>
          </p:cNvPr>
          <p:cNvSpPr txBox="1">
            <a:spLocks/>
          </p:cNvSpPr>
          <p:nvPr/>
        </p:nvSpPr>
        <p:spPr>
          <a:xfrm>
            <a:off x="145774" y="1222992"/>
            <a:ext cx="10880815" cy="4467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Nous avons changé d’appât, le banc tourne autour – La </a:t>
            </a:r>
            <a:r>
              <a:rPr lang="fr-FR" sz="2800"/>
              <a:t>prise viendra !!!</a:t>
            </a:r>
            <a:endParaRPr lang="fr-FR" sz="2800" dirty="0"/>
          </a:p>
        </p:txBody>
      </p:sp>
      <p:pic>
        <p:nvPicPr>
          <p:cNvPr id="7" name="Espace réservé pour une image  7" descr="Une image contenant ligne, Tracé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5BD1C99-B455-0DB7-F7E9-0AA6562A4C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3" r="713"/>
          <a:stretch>
            <a:fillRect/>
          </a:stretch>
        </p:blipFill>
        <p:spPr>
          <a:xfrm>
            <a:off x="2114584" y="1823833"/>
            <a:ext cx="8108605" cy="468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8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0D18-1689-CBFD-04F0-2E054718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embarcation, transport, nuage, bateau&#10;&#10;Le contenu généré par l’IA peut être incorrect.">
            <a:extLst>
              <a:ext uri="{FF2B5EF4-FFF2-40B4-BE49-F238E27FC236}">
                <a16:creationId xmlns:a16="http://schemas.microsoft.com/office/drawing/2014/main" id="{F35BF53B-7C68-59A6-1688-262E6CB0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83"/>
            <a:ext cx="12192000" cy="687908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22B5F17-4797-003D-9295-D5E2CA9267B2}"/>
              </a:ext>
            </a:extLst>
          </p:cNvPr>
          <p:cNvSpPr txBox="1"/>
          <p:nvPr/>
        </p:nvSpPr>
        <p:spPr>
          <a:xfrm>
            <a:off x="225287" y="185531"/>
            <a:ext cx="117546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u="sng" dirty="0"/>
              <a:t>Le temps passé par les visiteurs sur le site web (pour les sessions ayant abouti à un achat) </a:t>
            </a:r>
          </a:p>
        </p:txBody>
      </p:sp>
      <p:pic>
        <p:nvPicPr>
          <p:cNvPr id="8" name="Espace réservé du contenu 15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C759823E-A0BC-9346-3DB3-00FE7107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92" y="1630016"/>
            <a:ext cx="8852452" cy="504245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BC9FB2C-E31F-9A99-A994-75A9DF85D0F3}"/>
              </a:ext>
            </a:extLst>
          </p:cNvPr>
          <p:cNvSpPr txBox="1"/>
          <p:nvPr/>
        </p:nvSpPr>
        <p:spPr>
          <a:xfrm>
            <a:off x="942147" y="1153994"/>
            <a:ext cx="10320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Adieu les bancs pris d’un coup, place aux frémissements de ligne !!!</a:t>
            </a:r>
          </a:p>
        </p:txBody>
      </p:sp>
    </p:spTree>
    <p:extLst>
      <p:ext uri="{BB962C8B-B14F-4D97-AF65-F5344CB8AC3E}">
        <p14:creationId xmlns:p14="http://schemas.microsoft.com/office/powerpoint/2010/main" val="216911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2A98-FABD-DBCC-FF58-6839BAB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embarcation, transport, nuage, bateau&#10;&#10;Le contenu généré par l’IA peut être incorrect.">
            <a:extLst>
              <a:ext uri="{FF2B5EF4-FFF2-40B4-BE49-F238E27FC236}">
                <a16:creationId xmlns:a16="http://schemas.microsoft.com/office/drawing/2014/main" id="{5F026797-BD46-27C9-8D54-3F05DEB2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087"/>
            <a:ext cx="12324521" cy="687908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35C6453-7B56-C4F0-E5E8-502462A35E21}"/>
              </a:ext>
            </a:extLst>
          </p:cNvPr>
          <p:cNvSpPr txBox="1"/>
          <p:nvPr/>
        </p:nvSpPr>
        <p:spPr>
          <a:xfrm>
            <a:off x="132521" y="172278"/>
            <a:ext cx="11860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u="sng" dirty="0"/>
              <a:t>Le montant des achats des clients (montant du panier) </a:t>
            </a:r>
            <a:endParaRPr lang="fr-FR" sz="36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657CF1A-2E6D-45A6-AD42-FBF55AA36E1D}"/>
              </a:ext>
            </a:extLst>
          </p:cNvPr>
          <p:cNvSpPr txBox="1">
            <a:spLocks/>
          </p:cNvSpPr>
          <p:nvPr/>
        </p:nvSpPr>
        <p:spPr>
          <a:xfrm>
            <a:off x="675861" y="818608"/>
            <a:ext cx="10831926" cy="4403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Plus ils naviguent sur le site, plus le panier moyen prend le large !!!</a:t>
            </a:r>
            <a:endParaRPr lang="fr-FR" sz="1050" dirty="0"/>
          </a:p>
        </p:txBody>
      </p:sp>
      <p:pic>
        <p:nvPicPr>
          <p:cNvPr id="7" name="Espace réservé du contenu 6" descr="Une image contenant capture d’écran, visualisation&#10;&#10;Le contenu généré par l’IA peut être incorrect.">
            <a:extLst>
              <a:ext uri="{FF2B5EF4-FFF2-40B4-BE49-F238E27FC236}">
                <a16:creationId xmlns:a16="http://schemas.microsoft.com/office/drawing/2014/main" id="{CA7233BE-6226-9D3B-AB23-4C143508F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478" y="1528281"/>
            <a:ext cx="7765676" cy="462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584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1 - Livrable pour soutenance " id="{1F2C94B9-941B-CB45-8313-0EB25899DB6E}" vid="{22C9039A-3C35-FA45-B824-3439A55363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</TotalTime>
  <Words>151</Words>
  <Application>Microsoft Macintosh PowerPoint</Application>
  <PresentationFormat>Grand écran</PresentationFormat>
  <Paragraphs>13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Rapport mensuel des actions marketting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cecile rondeau</dc:creator>
  <cp:lastModifiedBy>cecile rondeau</cp:lastModifiedBy>
  <cp:revision>7</cp:revision>
  <dcterms:created xsi:type="dcterms:W3CDTF">2025-07-28T13:04:27Z</dcterms:created>
  <dcterms:modified xsi:type="dcterms:W3CDTF">2025-08-08T09:30:55Z</dcterms:modified>
</cp:coreProperties>
</file>