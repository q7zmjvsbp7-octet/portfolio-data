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2"/>
  </p:notesMasterIdLst>
  <p:sldIdLst>
    <p:sldId id="256" r:id="rId2"/>
    <p:sldId id="259" r:id="rId3"/>
    <p:sldId id="257" r:id="rId4"/>
    <p:sldId id="314" r:id="rId5"/>
    <p:sldId id="282" r:id="rId6"/>
    <p:sldId id="315" r:id="rId7"/>
    <p:sldId id="264" r:id="rId8"/>
    <p:sldId id="260" r:id="rId9"/>
    <p:sldId id="305" r:id="rId10"/>
    <p:sldId id="306" r:id="rId11"/>
    <p:sldId id="267" r:id="rId12"/>
    <p:sldId id="307" r:id="rId13"/>
    <p:sldId id="309" r:id="rId14"/>
    <p:sldId id="308" r:id="rId15"/>
    <p:sldId id="316" r:id="rId16"/>
    <p:sldId id="274" r:id="rId17"/>
    <p:sldId id="312" r:id="rId18"/>
    <p:sldId id="279" r:id="rId19"/>
    <p:sldId id="285" r:id="rId20"/>
    <p:sldId id="313" r:id="rId2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Libre Baskerville" panose="02000000000000000000" pitchFamily="2" charset="0"/>
      <p:regular r:id="rId24"/>
      <p:bold r:id="rId25"/>
      <p:italic r:id="rId26"/>
      <p:boldItalic r:id="rId27"/>
    </p:embeddedFont>
    <p:embeddedFont>
      <p:font typeface="Montserrat ExtraBold" panose="00000900000000000000" pitchFamily="2" charset="77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6A12"/>
    <a:srgbClr val="ACF461"/>
    <a:srgbClr val="003AB2"/>
    <a:srgbClr val="FFD9AB"/>
    <a:srgbClr val="FFE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03D1FF-7EBF-4E88-941C-45727057150C}">
  <a:tblStyle styleId="{E603D1FF-7EBF-4E88-941C-4572705715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3946"/>
  </p:normalViewPr>
  <p:slideViewPr>
    <p:cSldViewPr snapToGrid="0">
      <p:cViewPr varScale="1">
        <p:scale>
          <a:sx n="146" d="100"/>
          <a:sy n="146" d="100"/>
        </p:scale>
        <p:origin x="176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12ea6cde073_0_4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53" name="Google Shape;1253;g12ea6cde073_0_4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12ea6cde073_0_4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61" name="Google Shape;1461;g12ea6cde073_0_4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12ee89da52b_8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31" name="Google Shape;1431;g12ee89da52b_8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0" name="Google Shape;6920;g12ee89da52b_8_23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921" name="Google Shape;6921;g12ee89da52b_8_23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2" name="Google Shape;7122;g12ee89da52b_8_23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123" name="Google Shape;7123;g12ee89da52b_8_23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1">
          <a:extLst>
            <a:ext uri="{FF2B5EF4-FFF2-40B4-BE49-F238E27FC236}">
              <a16:creationId xmlns:a16="http://schemas.microsoft.com/office/drawing/2014/main" id="{2E8056FE-21B8-763C-623F-663696ED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2" name="Google Shape;7122;g12ee89da52b_8_23570:notes">
            <a:extLst>
              <a:ext uri="{FF2B5EF4-FFF2-40B4-BE49-F238E27FC236}">
                <a16:creationId xmlns:a16="http://schemas.microsoft.com/office/drawing/2014/main" id="{01B73F6E-7648-645A-377E-20EA1E1916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123" name="Google Shape;7123;g12ee89da52b_8_23570:notes">
            <a:extLst>
              <a:ext uri="{FF2B5EF4-FFF2-40B4-BE49-F238E27FC236}">
                <a16:creationId xmlns:a16="http://schemas.microsoft.com/office/drawing/2014/main" id="{D23EDB72-3AA2-E331-E63D-132413F4D3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523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12ee89da52b_8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94" name="Google Shape;1794;g12ee89da52b_8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12ee89da52b_8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599" name="Google Shape;1599;g12ee89da52b_8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12ee89da52b_8_22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006" name="Google Shape;2006;g12ee89da52b_8_22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g12ee89da52b_8_22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528" name="Google Shape;2528;g12ee89da52b_8_22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0" name="Google Shape;6920;g12ee89da52b_8_23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921" name="Google Shape;6921;g12ee89da52b_8_23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9" name="Google Shape;7379;g12ee89da52b_8_23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380" name="Google Shape;7380;g12ee89da52b_8_239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9">
          <a:extLst>
            <a:ext uri="{FF2B5EF4-FFF2-40B4-BE49-F238E27FC236}">
              <a16:creationId xmlns:a16="http://schemas.microsoft.com/office/drawing/2014/main" id="{67374980-3F42-E9A7-D3AD-3420A040B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12f2f18a997_0_0:notes">
            <a:extLst>
              <a:ext uri="{FF2B5EF4-FFF2-40B4-BE49-F238E27FC236}">
                <a16:creationId xmlns:a16="http://schemas.microsoft.com/office/drawing/2014/main" id="{C85D67AB-3D91-CFA7-D827-EEC29FE84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71" name="Google Shape;1771;g12f2f18a997_0_0:notes">
            <a:extLst>
              <a:ext uri="{FF2B5EF4-FFF2-40B4-BE49-F238E27FC236}">
                <a16:creationId xmlns:a16="http://schemas.microsoft.com/office/drawing/2014/main" id="{682FE6E5-9DB4-FD83-C00D-1501E0CE3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61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0" name="Google Shape;10;p2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60736" y="76194"/>
            <a:ext cx="8938263" cy="4225761"/>
            <a:chOff x="60736" y="76194"/>
            <a:chExt cx="8938263" cy="4225761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5168500" y="1963071"/>
              <a:ext cx="464920" cy="167552"/>
              <a:chOff x="5168500" y="1963071"/>
              <a:chExt cx="464920" cy="167552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5245635" y="196307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0" y="1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168500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410841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2" y="637"/>
                    </a:ln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157492" y="3553378"/>
              <a:ext cx="464920" cy="167552"/>
              <a:chOff x="8157492" y="3553378"/>
              <a:chExt cx="464920" cy="167552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8534121" y="211255"/>
              <a:ext cx="464802" cy="167435"/>
              <a:chOff x="8457096" y="1657430"/>
              <a:chExt cx="464802" cy="167435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8534114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457096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699438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6650424" y="638868"/>
              <a:ext cx="464802" cy="167435"/>
              <a:chOff x="6650424" y="638868"/>
              <a:chExt cx="464802" cy="16743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672744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665042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89276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2697574" y="638868"/>
              <a:ext cx="464802" cy="167435"/>
              <a:chOff x="2697574" y="638868"/>
              <a:chExt cx="464802" cy="16743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277459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69757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93991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" name="Google Shape;34;p2"/>
            <p:cNvGrpSpPr/>
            <p:nvPr/>
          </p:nvGrpSpPr>
          <p:grpSpPr>
            <a:xfrm>
              <a:off x="4278429" y="4134403"/>
              <a:ext cx="464920" cy="167552"/>
              <a:chOff x="4278429" y="4134403"/>
              <a:chExt cx="464920" cy="167552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4355565" y="413440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278429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520770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" name="Google Shape;38;p2"/>
            <p:cNvSpPr/>
            <p:nvPr/>
          </p:nvSpPr>
          <p:spPr>
            <a:xfrm>
              <a:off x="8805825" y="30451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082413" y="36901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628775" y="715275"/>
              <a:ext cx="75000" cy="7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192325" y="1914522"/>
              <a:ext cx="86100" cy="8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7100" y="3282625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153675" y="76194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434225" y="200984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652263" y="213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869038" y="10936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86988" y="40814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053613" y="34662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" name="Google Shape;49;p2"/>
            <p:cNvGrpSpPr/>
            <p:nvPr/>
          </p:nvGrpSpPr>
          <p:grpSpPr>
            <a:xfrm>
              <a:off x="60736" y="3991006"/>
              <a:ext cx="464802" cy="167435"/>
              <a:chOff x="172186" y="3593631"/>
              <a:chExt cx="464802" cy="167435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" name="Google Shape;53;p2"/>
            <p:cNvGrpSpPr/>
            <p:nvPr/>
          </p:nvGrpSpPr>
          <p:grpSpPr>
            <a:xfrm>
              <a:off x="376154" y="262672"/>
              <a:ext cx="464792" cy="288013"/>
              <a:chOff x="2735298" y="809042"/>
              <a:chExt cx="638978" cy="395949"/>
            </a:xfrm>
          </p:grpSpPr>
          <p:sp>
            <p:nvSpPr>
              <p:cNvPr id="54" name="Google Shape;54;p2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2"/>
            <p:cNvGrpSpPr/>
            <p:nvPr/>
          </p:nvGrpSpPr>
          <p:grpSpPr>
            <a:xfrm>
              <a:off x="8534207" y="1625902"/>
              <a:ext cx="464792" cy="288013"/>
              <a:chOff x="2735298" y="809042"/>
              <a:chExt cx="638978" cy="395949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" name="Google Shape;63;p2"/>
            <p:cNvSpPr/>
            <p:nvPr/>
          </p:nvSpPr>
          <p:spPr>
            <a:xfrm>
              <a:off x="211675" y="192666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2"/>
          <p:cNvSpPr txBox="1">
            <a:spLocks noGrp="1"/>
          </p:cNvSpPr>
          <p:nvPr>
            <p:ph type="ctrTitle"/>
          </p:nvPr>
        </p:nvSpPr>
        <p:spPr>
          <a:xfrm>
            <a:off x="727925" y="942975"/>
            <a:ext cx="4318500" cy="26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8500"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65" name="Google Shape;65;p2"/>
          <p:cNvSpPr txBox="1">
            <a:spLocks noGrp="1"/>
          </p:cNvSpPr>
          <p:nvPr>
            <p:ph type="subTitle" idx="1"/>
          </p:nvPr>
        </p:nvSpPr>
        <p:spPr>
          <a:xfrm>
            <a:off x="715100" y="3781838"/>
            <a:ext cx="2466900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3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68" name="Google Shape;68;p3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3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72" name="Google Shape;72;p3"/>
            <p:cNvSpPr/>
            <p:nvPr/>
          </p:nvSpPr>
          <p:spPr>
            <a:xfrm>
              <a:off x="5384373" y="662496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549579" y="7551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7691702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7614567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7856908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827693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793492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716474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958815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952800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8499525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010900" y="14900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986350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7235550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" name="Google Shape;86;p3"/>
            <p:cNvGrpSpPr/>
            <p:nvPr/>
          </p:nvGrpSpPr>
          <p:grpSpPr>
            <a:xfrm flipH="1">
              <a:off x="3125984" y="1501415"/>
              <a:ext cx="464798" cy="229499"/>
              <a:chOff x="7696375" y="504975"/>
              <a:chExt cx="561825" cy="277408"/>
            </a:xfrm>
          </p:grpSpPr>
          <p:sp>
            <p:nvSpPr>
              <p:cNvPr id="87" name="Google Shape;87;p3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" name="Google Shape;89;p3"/>
            <p:cNvGrpSpPr/>
            <p:nvPr/>
          </p:nvGrpSpPr>
          <p:grpSpPr>
            <a:xfrm>
              <a:off x="7272254" y="1762072"/>
              <a:ext cx="464792" cy="288013"/>
              <a:chOff x="2735298" y="809042"/>
              <a:chExt cx="638978" cy="395949"/>
            </a:xfrm>
          </p:grpSpPr>
          <p:sp>
            <p:nvSpPr>
              <p:cNvPr id="90" name="Google Shape;90;p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" name="Google Shape;94;p3"/>
            <p:cNvGrpSpPr/>
            <p:nvPr/>
          </p:nvGrpSpPr>
          <p:grpSpPr>
            <a:xfrm>
              <a:off x="4597724" y="1822356"/>
              <a:ext cx="464802" cy="167435"/>
              <a:chOff x="6369974" y="786318"/>
              <a:chExt cx="464802" cy="167435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" name="Google Shape;98;p3"/>
            <p:cNvSpPr/>
            <p:nvPr/>
          </p:nvSpPr>
          <p:spPr>
            <a:xfrm>
              <a:off x="228713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276350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781450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" name="Google Shape;101;p3"/>
            <p:cNvGrpSpPr/>
            <p:nvPr/>
          </p:nvGrpSpPr>
          <p:grpSpPr>
            <a:xfrm>
              <a:off x="1659604" y="4086172"/>
              <a:ext cx="464792" cy="288013"/>
              <a:chOff x="2735298" y="809042"/>
              <a:chExt cx="638978" cy="395949"/>
            </a:xfrm>
          </p:grpSpPr>
          <p:sp>
            <p:nvSpPr>
              <p:cNvPr id="102" name="Google Shape;102;p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3828286" y="4109706"/>
              <a:ext cx="464802" cy="167435"/>
              <a:chOff x="172186" y="3593631"/>
              <a:chExt cx="464802" cy="167435"/>
            </a:xfrm>
          </p:grpSpPr>
          <p:sp>
            <p:nvSpPr>
              <p:cNvPr id="107" name="Google Shape;107;p3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" name="Google Shape;110;p3"/>
            <p:cNvSpPr/>
            <p:nvPr/>
          </p:nvSpPr>
          <p:spPr>
            <a:xfrm>
              <a:off x="5772150" y="13429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76188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680575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78600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1705338" y="2731238"/>
            <a:ext cx="5299800" cy="621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title" idx="2" hasCustomPrompt="1"/>
          </p:nvPr>
        </p:nvSpPr>
        <p:spPr>
          <a:xfrm>
            <a:off x="1706188" y="918038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6" name="Google Shape;116;p3"/>
          <p:cNvSpPr txBox="1">
            <a:spLocks noGrp="1"/>
          </p:cNvSpPr>
          <p:nvPr>
            <p:ph type="subTitle" idx="1"/>
          </p:nvPr>
        </p:nvSpPr>
        <p:spPr>
          <a:xfrm>
            <a:off x="1701250" y="3385525"/>
            <a:ext cx="5299800" cy="6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6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90" name="Google Shape;190;p6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312384" y="267199"/>
            <a:ext cx="8692188" cy="4099290"/>
            <a:chOff x="312384" y="267199"/>
            <a:chExt cx="8692188" cy="4099290"/>
          </a:xfrm>
        </p:grpSpPr>
        <p:grpSp>
          <p:nvGrpSpPr>
            <p:cNvPr id="194" name="Google Shape;194;p6"/>
            <p:cNvGrpSpPr/>
            <p:nvPr/>
          </p:nvGrpSpPr>
          <p:grpSpPr>
            <a:xfrm>
              <a:off x="482699" y="451281"/>
              <a:ext cx="464802" cy="167435"/>
              <a:chOff x="1564074" y="825393"/>
              <a:chExt cx="464802" cy="167435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6"/>
            <p:cNvGrpSpPr/>
            <p:nvPr/>
          </p:nvGrpSpPr>
          <p:grpSpPr>
            <a:xfrm flipH="1">
              <a:off x="8196503" y="267199"/>
              <a:ext cx="464800" cy="388458"/>
              <a:chOff x="5871443" y="2651058"/>
              <a:chExt cx="713540" cy="596342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" name="Google Shape;202;p6"/>
            <p:cNvGrpSpPr/>
            <p:nvPr/>
          </p:nvGrpSpPr>
          <p:grpSpPr>
            <a:xfrm flipH="1">
              <a:off x="312384" y="4136990"/>
              <a:ext cx="464798" cy="229499"/>
              <a:chOff x="7696375" y="504975"/>
              <a:chExt cx="561825" cy="277408"/>
            </a:xfrm>
          </p:grpSpPr>
          <p:sp>
            <p:nvSpPr>
              <p:cNvPr id="203" name="Google Shape;203;p6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5" name="Google Shape;205;p6"/>
            <p:cNvSpPr/>
            <p:nvPr/>
          </p:nvSpPr>
          <p:spPr>
            <a:xfrm>
              <a:off x="6755375" y="4841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3618538" y="29261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7463088" y="7057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 rot="10800000">
              <a:off x="8841671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 rot="10800000">
              <a:off x="4042521" y="2672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6"/>
          <p:cNvSpPr txBox="1">
            <a:spLocks noGrp="1"/>
          </p:cNvSpPr>
          <p:nvPr>
            <p:ph type="title"/>
          </p:nvPr>
        </p:nvSpPr>
        <p:spPr>
          <a:xfrm>
            <a:off x="720000" y="1143000"/>
            <a:ext cx="3232800" cy="16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7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213" name="Google Shape;213;p7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7"/>
          <p:cNvGrpSpPr/>
          <p:nvPr/>
        </p:nvGrpSpPr>
        <p:grpSpPr>
          <a:xfrm>
            <a:off x="217824" y="289156"/>
            <a:ext cx="8779048" cy="4185085"/>
            <a:chOff x="217824" y="289156"/>
            <a:chExt cx="8779048" cy="4185085"/>
          </a:xfrm>
        </p:grpSpPr>
        <p:grpSp>
          <p:nvGrpSpPr>
            <p:cNvPr id="217" name="Google Shape;217;p7"/>
            <p:cNvGrpSpPr/>
            <p:nvPr/>
          </p:nvGrpSpPr>
          <p:grpSpPr>
            <a:xfrm>
              <a:off x="8347448" y="289156"/>
              <a:ext cx="464802" cy="167435"/>
              <a:chOff x="6500449" y="451268"/>
              <a:chExt cx="464802" cy="167435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7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" name="Google Shape;221;p7"/>
            <p:cNvGrpSpPr/>
            <p:nvPr/>
          </p:nvGrpSpPr>
          <p:grpSpPr>
            <a:xfrm>
              <a:off x="880905" y="289944"/>
              <a:ext cx="456135" cy="164388"/>
              <a:chOff x="8325332" y="3575419"/>
              <a:chExt cx="456135" cy="164388"/>
            </a:xfrm>
          </p:grpSpPr>
          <p:sp>
            <p:nvSpPr>
              <p:cNvPr id="222" name="Google Shape;222;p7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7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5" name="Google Shape;225;p7"/>
            <p:cNvGrpSpPr/>
            <p:nvPr/>
          </p:nvGrpSpPr>
          <p:grpSpPr>
            <a:xfrm>
              <a:off x="6851423" y="4306806"/>
              <a:ext cx="464802" cy="167435"/>
              <a:chOff x="172186" y="3593631"/>
              <a:chExt cx="464802" cy="167435"/>
            </a:xfrm>
          </p:grpSpPr>
          <p:sp>
            <p:nvSpPr>
              <p:cNvPr id="226" name="Google Shape;226;p7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7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" name="Google Shape;229;p7"/>
            <p:cNvGrpSpPr/>
            <p:nvPr/>
          </p:nvGrpSpPr>
          <p:grpSpPr>
            <a:xfrm>
              <a:off x="4291074" y="1507821"/>
              <a:ext cx="561853" cy="348158"/>
              <a:chOff x="2735298" y="809042"/>
              <a:chExt cx="638978" cy="395949"/>
            </a:xfrm>
          </p:grpSpPr>
          <p:sp>
            <p:nvSpPr>
              <p:cNvPr id="230" name="Google Shape;230;p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7"/>
            <p:cNvGrpSpPr/>
            <p:nvPr/>
          </p:nvGrpSpPr>
          <p:grpSpPr>
            <a:xfrm>
              <a:off x="8435018" y="3047692"/>
              <a:ext cx="561853" cy="348158"/>
              <a:chOff x="2735298" y="809042"/>
              <a:chExt cx="638978" cy="395949"/>
            </a:xfrm>
          </p:grpSpPr>
          <p:sp>
            <p:nvSpPr>
              <p:cNvPr id="235" name="Google Shape;235;p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" name="Google Shape;239;p7"/>
            <p:cNvSpPr/>
            <p:nvPr/>
          </p:nvSpPr>
          <p:spPr>
            <a:xfrm>
              <a:off x="4443599" y="3344875"/>
              <a:ext cx="256800" cy="25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8347449" y="42540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5611274" y="33943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380711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8803136" y="1624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 rot="10800000" flipH="1">
              <a:off x="217824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2281149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720000" y="925575"/>
            <a:ext cx="3048000" cy="18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7"/>
          <p:cNvSpPr txBox="1">
            <a:spLocks noGrp="1"/>
          </p:cNvSpPr>
          <p:nvPr>
            <p:ph type="subTitle" idx="1"/>
          </p:nvPr>
        </p:nvSpPr>
        <p:spPr>
          <a:xfrm>
            <a:off x="720000" y="3100550"/>
            <a:ext cx="3048000" cy="10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9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288" name="Google Shape;288;p9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154786" y="242917"/>
            <a:ext cx="8670314" cy="4170573"/>
            <a:chOff x="154786" y="242917"/>
            <a:chExt cx="8670314" cy="4170573"/>
          </a:xfrm>
        </p:grpSpPr>
        <p:sp>
          <p:nvSpPr>
            <p:cNvPr id="292" name="Google Shape;292;p9"/>
            <p:cNvSpPr/>
            <p:nvPr/>
          </p:nvSpPr>
          <p:spPr>
            <a:xfrm>
              <a:off x="4149900" y="2350163"/>
              <a:ext cx="844200" cy="102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9"/>
            <p:cNvGrpSpPr/>
            <p:nvPr/>
          </p:nvGrpSpPr>
          <p:grpSpPr>
            <a:xfrm>
              <a:off x="5986284" y="357180"/>
              <a:ext cx="464802" cy="167435"/>
              <a:chOff x="8605659" y="1657430"/>
              <a:chExt cx="464802" cy="167435"/>
            </a:xfrm>
          </p:grpSpPr>
          <p:sp>
            <p:nvSpPr>
              <p:cNvPr id="294" name="Google Shape;294;p9"/>
              <p:cNvSpPr/>
              <p:nvPr/>
            </p:nvSpPr>
            <p:spPr>
              <a:xfrm>
                <a:off x="8682677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8605659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>
                <a:off x="8848000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9"/>
            <p:cNvGrpSpPr/>
            <p:nvPr/>
          </p:nvGrpSpPr>
          <p:grpSpPr>
            <a:xfrm>
              <a:off x="154786" y="4246056"/>
              <a:ext cx="464802" cy="167435"/>
              <a:chOff x="172186" y="3593631"/>
              <a:chExt cx="464802" cy="167435"/>
            </a:xfrm>
          </p:grpSpPr>
          <p:sp>
            <p:nvSpPr>
              <p:cNvPr id="298" name="Google Shape;298;p9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1" name="Google Shape;301;p9"/>
            <p:cNvGrpSpPr/>
            <p:nvPr/>
          </p:nvGrpSpPr>
          <p:grpSpPr>
            <a:xfrm>
              <a:off x="296948" y="242917"/>
              <a:ext cx="638978" cy="395949"/>
              <a:chOff x="2735298" y="809042"/>
              <a:chExt cx="638978" cy="395949"/>
            </a:xfrm>
          </p:grpSpPr>
          <p:sp>
            <p:nvSpPr>
              <p:cNvPr id="302" name="Google Shape;302;p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" name="Google Shape;306;p9"/>
            <p:cNvGrpSpPr/>
            <p:nvPr/>
          </p:nvGrpSpPr>
          <p:grpSpPr>
            <a:xfrm>
              <a:off x="2643550" y="813521"/>
              <a:ext cx="464920" cy="167552"/>
              <a:chOff x="5168500" y="1963071"/>
              <a:chExt cx="464920" cy="167552"/>
            </a:xfrm>
          </p:grpSpPr>
          <p:sp>
            <p:nvSpPr>
              <p:cNvPr id="307" name="Google Shape;307;p9"/>
              <p:cNvSpPr/>
              <p:nvPr/>
            </p:nvSpPr>
            <p:spPr>
              <a:xfrm>
                <a:off x="5245635" y="196307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0" y="1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>
                <a:off x="5168500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5410841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2" y="637"/>
                    </a:ln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0" name="Google Shape;310;p9"/>
            <p:cNvGrpSpPr/>
            <p:nvPr/>
          </p:nvGrpSpPr>
          <p:grpSpPr>
            <a:xfrm>
              <a:off x="7498542" y="4078503"/>
              <a:ext cx="464920" cy="167552"/>
              <a:chOff x="8157492" y="3553378"/>
              <a:chExt cx="464920" cy="167552"/>
            </a:xfrm>
          </p:grpSpPr>
          <p:sp>
            <p:nvSpPr>
              <p:cNvPr id="311" name="Google Shape;311;p9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9"/>
            <p:cNvGrpSpPr/>
            <p:nvPr/>
          </p:nvGrpSpPr>
          <p:grpSpPr>
            <a:xfrm>
              <a:off x="935929" y="2962828"/>
              <a:ext cx="464920" cy="167552"/>
              <a:chOff x="4278429" y="4134403"/>
              <a:chExt cx="464920" cy="167552"/>
            </a:xfrm>
          </p:grpSpPr>
          <p:sp>
            <p:nvSpPr>
              <p:cNvPr id="315" name="Google Shape;315;p9"/>
              <p:cNvSpPr/>
              <p:nvPr/>
            </p:nvSpPr>
            <p:spPr>
              <a:xfrm>
                <a:off x="4355565" y="413440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9"/>
              <p:cNvSpPr/>
              <p:nvPr/>
            </p:nvSpPr>
            <p:spPr>
              <a:xfrm>
                <a:off x="4278429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9"/>
              <p:cNvSpPr/>
              <p:nvPr/>
            </p:nvSpPr>
            <p:spPr>
              <a:xfrm>
                <a:off x="4520770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8" name="Google Shape;318;p9"/>
            <p:cNvSpPr/>
            <p:nvPr/>
          </p:nvSpPr>
          <p:spPr>
            <a:xfrm>
              <a:off x="5082413" y="36901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8758200" y="207674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8107163" y="108585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354888" y="20767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2" name="Google Shape;322;p9"/>
            <p:cNvGrpSpPr/>
            <p:nvPr/>
          </p:nvGrpSpPr>
          <p:grpSpPr>
            <a:xfrm>
              <a:off x="8186123" y="2962817"/>
              <a:ext cx="638978" cy="395949"/>
              <a:chOff x="2735298" y="809042"/>
              <a:chExt cx="638978" cy="395949"/>
            </a:xfrm>
          </p:grpSpPr>
          <p:sp>
            <p:nvSpPr>
              <p:cNvPr id="323" name="Google Shape;323;p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7" name="Google Shape;327;p9"/>
            <p:cNvSpPr/>
            <p:nvPr/>
          </p:nvSpPr>
          <p:spPr>
            <a:xfrm>
              <a:off x="7498550" y="29027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1333950" y="91417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1578550" y="41288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" name="Google Shape;330;p9"/>
          <p:cNvSpPr txBox="1">
            <a:spLocks noGrp="1"/>
          </p:cNvSpPr>
          <p:nvPr>
            <p:ph type="title"/>
          </p:nvPr>
        </p:nvSpPr>
        <p:spPr>
          <a:xfrm>
            <a:off x="1798200" y="756075"/>
            <a:ext cx="55476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highlight>
                  <a:schemeClr val="accent3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1" name="Google Shape;331;p9"/>
          <p:cNvSpPr txBox="1">
            <a:spLocks noGrp="1"/>
          </p:cNvSpPr>
          <p:nvPr>
            <p:ph type="subTitle" idx="1"/>
          </p:nvPr>
        </p:nvSpPr>
        <p:spPr>
          <a:xfrm>
            <a:off x="1798200" y="2763750"/>
            <a:ext cx="55476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14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439" name="Google Shape;439;p14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14"/>
          <p:cNvSpPr txBox="1">
            <a:spLocks noGrp="1"/>
          </p:cNvSpPr>
          <p:nvPr>
            <p:ph type="title"/>
          </p:nvPr>
        </p:nvSpPr>
        <p:spPr>
          <a:xfrm>
            <a:off x="5222750" y="2784563"/>
            <a:ext cx="3206100" cy="616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43" name="Google Shape;443;p14"/>
          <p:cNvSpPr txBox="1">
            <a:spLocks noGrp="1"/>
          </p:cNvSpPr>
          <p:nvPr>
            <p:ph type="title" idx="2" hasCustomPrompt="1"/>
          </p:nvPr>
        </p:nvSpPr>
        <p:spPr>
          <a:xfrm>
            <a:off x="5222800" y="8942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4" name="Google Shape;444;p14"/>
          <p:cNvSpPr txBox="1">
            <a:spLocks noGrp="1"/>
          </p:cNvSpPr>
          <p:nvPr>
            <p:ph type="subTitle" idx="1"/>
          </p:nvPr>
        </p:nvSpPr>
        <p:spPr>
          <a:xfrm>
            <a:off x="5222800" y="3478750"/>
            <a:ext cx="3206100" cy="6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5" name="Google Shape;445;p14"/>
          <p:cNvGrpSpPr/>
          <p:nvPr/>
        </p:nvGrpSpPr>
        <p:grpSpPr>
          <a:xfrm>
            <a:off x="76188" y="198275"/>
            <a:ext cx="9019109" cy="4237025"/>
            <a:chOff x="76188" y="198275"/>
            <a:chExt cx="9019109" cy="4237025"/>
          </a:xfrm>
        </p:grpSpPr>
        <p:sp>
          <p:nvSpPr>
            <p:cNvPr id="446" name="Google Shape;446;p14"/>
            <p:cNvSpPr/>
            <p:nvPr/>
          </p:nvSpPr>
          <p:spPr>
            <a:xfrm>
              <a:off x="5384373" y="662496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5549579" y="7551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7691702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7614567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7856908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827693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1793492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1716474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1958815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5952800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8499525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1010900" y="14900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986350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7235550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0" name="Google Shape;460;p14"/>
            <p:cNvGrpSpPr/>
            <p:nvPr/>
          </p:nvGrpSpPr>
          <p:grpSpPr>
            <a:xfrm flipH="1">
              <a:off x="3478184" y="1091140"/>
              <a:ext cx="464798" cy="229499"/>
              <a:chOff x="7696375" y="504975"/>
              <a:chExt cx="561825" cy="277408"/>
            </a:xfrm>
          </p:grpSpPr>
          <p:sp>
            <p:nvSpPr>
              <p:cNvPr id="461" name="Google Shape;461;p14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4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3" name="Google Shape;463;p14"/>
            <p:cNvGrpSpPr/>
            <p:nvPr/>
          </p:nvGrpSpPr>
          <p:grpSpPr>
            <a:xfrm>
              <a:off x="8630504" y="918047"/>
              <a:ext cx="464792" cy="288013"/>
              <a:chOff x="2735298" y="809042"/>
              <a:chExt cx="638978" cy="395949"/>
            </a:xfrm>
          </p:grpSpPr>
          <p:sp>
            <p:nvSpPr>
              <p:cNvPr id="464" name="Google Shape;464;p14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8" name="Google Shape;468;p14"/>
            <p:cNvGrpSpPr/>
            <p:nvPr/>
          </p:nvGrpSpPr>
          <p:grpSpPr>
            <a:xfrm>
              <a:off x="4339599" y="380356"/>
              <a:ext cx="464802" cy="167435"/>
              <a:chOff x="6369974" y="786318"/>
              <a:chExt cx="464802" cy="167435"/>
            </a:xfrm>
          </p:grpSpPr>
          <p:sp>
            <p:nvSpPr>
              <p:cNvPr id="469" name="Google Shape;469;p14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2" name="Google Shape;472;p14"/>
            <p:cNvSpPr/>
            <p:nvPr/>
          </p:nvSpPr>
          <p:spPr>
            <a:xfrm>
              <a:off x="228713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276350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8781450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5" name="Google Shape;475;p14"/>
            <p:cNvGrpSpPr/>
            <p:nvPr/>
          </p:nvGrpSpPr>
          <p:grpSpPr>
            <a:xfrm>
              <a:off x="1659604" y="4086172"/>
              <a:ext cx="464792" cy="288013"/>
              <a:chOff x="2735298" y="809042"/>
              <a:chExt cx="638978" cy="395949"/>
            </a:xfrm>
          </p:grpSpPr>
          <p:sp>
            <p:nvSpPr>
              <p:cNvPr id="476" name="Google Shape;476;p14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0" name="Google Shape;480;p14"/>
            <p:cNvGrpSpPr/>
            <p:nvPr/>
          </p:nvGrpSpPr>
          <p:grpSpPr>
            <a:xfrm>
              <a:off x="3828286" y="4109706"/>
              <a:ext cx="464802" cy="167435"/>
              <a:chOff x="172186" y="3593631"/>
              <a:chExt cx="464802" cy="167435"/>
            </a:xfrm>
          </p:grpSpPr>
          <p:sp>
            <p:nvSpPr>
              <p:cNvPr id="481" name="Google Shape;481;p14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4" name="Google Shape;484;p14"/>
            <p:cNvSpPr/>
            <p:nvPr/>
          </p:nvSpPr>
          <p:spPr>
            <a:xfrm>
              <a:off x="8795325" y="42406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76188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3680575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15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489" name="Google Shape;489;p15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15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493" name="Google Shape;493;p15"/>
            <p:cNvSpPr/>
            <p:nvPr/>
          </p:nvSpPr>
          <p:spPr>
            <a:xfrm flipH="1">
              <a:off x="3689917" y="4975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 flipH="1">
              <a:off x="1106257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5"/>
            <p:cNvSpPr/>
            <p:nvPr/>
          </p:nvSpPr>
          <p:spPr>
            <a:xfrm flipH="1">
              <a:off x="1183392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 flipH="1">
              <a:off x="941051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5"/>
            <p:cNvSpPr/>
            <p:nvPr/>
          </p:nvSpPr>
          <p:spPr>
            <a:xfrm flipH="1">
              <a:off x="52101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 flipH="1">
              <a:off x="7004467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 flipH="1">
              <a:off x="7081367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 flipH="1">
              <a:off x="6839261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 flipH="1">
              <a:off x="2904838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 flipH="1">
              <a:off x="225213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 flipH="1">
              <a:off x="7846738" y="14900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 flipH="1">
              <a:off x="7738388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5"/>
            <p:cNvSpPr/>
            <p:nvPr/>
          </p:nvSpPr>
          <p:spPr>
            <a:xfrm flipH="1">
              <a:off x="1622088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6" name="Google Shape;506;p15"/>
            <p:cNvGrpSpPr/>
            <p:nvPr/>
          </p:nvGrpSpPr>
          <p:grpSpPr>
            <a:xfrm>
              <a:off x="6500456" y="2004040"/>
              <a:ext cx="464798" cy="229499"/>
              <a:chOff x="7696375" y="504975"/>
              <a:chExt cx="561825" cy="277408"/>
            </a:xfrm>
          </p:grpSpPr>
          <p:sp>
            <p:nvSpPr>
              <p:cNvPr id="507" name="Google Shape;507;p15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9" name="Google Shape;509;p15"/>
            <p:cNvGrpSpPr/>
            <p:nvPr/>
          </p:nvGrpSpPr>
          <p:grpSpPr>
            <a:xfrm flipH="1">
              <a:off x="1283491" y="1762072"/>
              <a:ext cx="464792" cy="288013"/>
              <a:chOff x="2735298" y="809042"/>
              <a:chExt cx="638978" cy="395949"/>
            </a:xfrm>
          </p:grpSpPr>
          <p:sp>
            <p:nvSpPr>
              <p:cNvPr id="510" name="Google Shape;510;p1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4" name="Google Shape;514;p15"/>
            <p:cNvGrpSpPr/>
            <p:nvPr/>
          </p:nvGrpSpPr>
          <p:grpSpPr>
            <a:xfrm flipH="1">
              <a:off x="1785011" y="3122756"/>
              <a:ext cx="464802" cy="167435"/>
              <a:chOff x="6369974" y="786318"/>
              <a:chExt cx="464802" cy="167435"/>
            </a:xfrm>
          </p:grpSpPr>
          <p:sp>
            <p:nvSpPr>
              <p:cNvPr id="515" name="Google Shape;515;p15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5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5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8" name="Google Shape;518;p15"/>
            <p:cNvSpPr/>
            <p:nvPr/>
          </p:nvSpPr>
          <p:spPr>
            <a:xfrm flipH="1">
              <a:off x="8628925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5"/>
            <p:cNvSpPr/>
            <p:nvPr/>
          </p:nvSpPr>
          <p:spPr>
            <a:xfrm flipH="1">
              <a:off x="8581288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 flipH="1">
              <a:off x="76188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1" name="Google Shape;521;p15"/>
            <p:cNvGrpSpPr/>
            <p:nvPr/>
          </p:nvGrpSpPr>
          <p:grpSpPr>
            <a:xfrm flipH="1">
              <a:off x="6896141" y="4086172"/>
              <a:ext cx="464792" cy="288013"/>
              <a:chOff x="2735298" y="809042"/>
              <a:chExt cx="638978" cy="395949"/>
            </a:xfrm>
          </p:grpSpPr>
          <p:sp>
            <p:nvSpPr>
              <p:cNvPr id="522" name="Google Shape;522;p1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1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6" name="Google Shape;526;p15"/>
            <p:cNvGrpSpPr/>
            <p:nvPr/>
          </p:nvGrpSpPr>
          <p:grpSpPr>
            <a:xfrm flipH="1">
              <a:off x="4727449" y="4109706"/>
              <a:ext cx="464802" cy="167435"/>
              <a:chOff x="172186" y="3593631"/>
              <a:chExt cx="464802" cy="167435"/>
            </a:xfrm>
          </p:grpSpPr>
          <p:sp>
            <p:nvSpPr>
              <p:cNvPr id="527" name="Google Shape;527;p15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5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0" name="Google Shape;530;p15"/>
            <p:cNvSpPr/>
            <p:nvPr/>
          </p:nvSpPr>
          <p:spPr>
            <a:xfrm flipH="1">
              <a:off x="6894163" y="30784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 flipH="1">
              <a:off x="8781450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 flipH="1">
              <a:off x="5279963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 flipH="1">
              <a:off x="2683138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4" name="Google Shape;534;p15"/>
          <p:cNvSpPr txBox="1">
            <a:spLocks noGrp="1"/>
          </p:cNvSpPr>
          <p:nvPr>
            <p:ph type="title"/>
          </p:nvPr>
        </p:nvSpPr>
        <p:spPr>
          <a:xfrm>
            <a:off x="2968950" y="2748400"/>
            <a:ext cx="3206100" cy="616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535" name="Google Shape;535;p15"/>
          <p:cNvSpPr txBox="1">
            <a:spLocks noGrp="1"/>
          </p:cNvSpPr>
          <p:nvPr>
            <p:ph type="subTitle" idx="1"/>
          </p:nvPr>
        </p:nvSpPr>
        <p:spPr>
          <a:xfrm>
            <a:off x="2829700" y="3364913"/>
            <a:ext cx="3484500" cy="6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15"/>
          <p:cNvSpPr txBox="1">
            <a:spLocks noGrp="1"/>
          </p:cNvSpPr>
          <p:nvPr>
            <p:ph type="title" idx="2" hasCustomPrompt="1"/>
          </p:nvPr>
        </p:nvSpPr>
        <p:spPr>
          <a:xfrm>
            <a:off x="2968950" y="8430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_1_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16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539" name="Google Shape;539;p16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16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543" name="Google Shape;543;p16"/>
            <p:cNvSpPr/>
            <p:nvPr/>
          </p:nvSpPr>
          <p:spPr>
            <a:xfrm>
              <a:off x="5108041" y="4975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7691702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7614567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7856908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827693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1793492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1716474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1958815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5952800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8499525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833750" y="12366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986350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7235550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6" name="Google Shape;556;p16"/>
            <p:cNvGrpSpPr/>
            <p:nvPr/>
          </p:nvGrpSpPr>
          <p:grpSpPr>
            <a:xfrm flipH="1">
              <a:off x="3064934" y="1069440"/>
              <a:ext cx="464798" cy="229499"/>
              <a:chOff x="7696375" y="504975"/>
              <a:chExt cx="561825" cy="277408"/>
            </a:xfrm>
          </p:grpSpPr>
          <p:sp>
            <p:nvSpPr>
              <p:cNvPr id="557" name="Google Shape;557;p16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6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9" name="Google Shape;559;p16"/>
            <p:cNvGrpSpPr/>
            <p:nvPr/>
          </p:nvGrpSpPr>
          <p:grpSpPr>
            <a:xfrm>
              <a:off x="5488004" y="1298947"/>
              <a:ext cx="464792" cy="288013"/>
              <a:chOff x="2735298" y="809042"/>
              <a:chExt cx="638978" cy="395949"/>
            </a:xfrm>
          </p:grpSpPr>
          <p:sp>
            <p:nvSpPr>
              <p:cNvPr id="560" name="Google Shape;560;p16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6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6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6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16"/>
            <p:cNvGrpSpPr/>
            <p:nvPr/>
          </p:nvGrpSpPr>
          <p:grpSpPr>
            <a:xfrm>
              <a:off x="6694524" y="3533856"/>
              <a:ext cx="464802" cy="167435"/>
              <a:chOff x="6369974" y="786318"/>
              <a:chExt cx="464802" cy="167435"/>
            </a:xfrm>
          </p:grpSpPr>
          <p:sp>
            <p:nvSpPr>
              <p:cNvPr id="565" name="Google Shape;565;p16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6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6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8" name="Google Shape;568;p16"/>
            <p:cNvSpPr/>
            <p:nvPr/>
          </p:nvSpPr>
          <p:spPr>
            <a:xfrm>
              <a:off x="228713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276350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8781450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1" name="Google Shape;571;p16"/>
            <p:cNvGrpSpPr/>
            <p:nvPr/>
          </p:nvGrpSpPr>
          <p:grpSpPr>
            <a:xfrm>
              <a:off x="1659604" y="4086172"/>
              <a:ext cx="464792" cy="288013"/>
              <a:chOff x="2735298" y="809042"/>
              <a:chExt cx="638978" cy="395949"/>
            </a:xfrm>
          </p:grpSpPr>
          <p:sp>
            <p:nvSpPr>
              <p:cNvPr id="572" name="Google Shape;572;p16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6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6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6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6" name="Google Shape;576;p16"/>
            <p:cNvGrpSpPr/>
            <p:nvPr/>
          </p:nvGrpSpPr>
          <p:grpSpPr>
            <a:xfrm>
              <a:off x="3828286" y="4109706"/>
              <a:ext cx="464802" cy="167435"/>
              <a:chOff x="172186" y="3593631"/>
              <a:chExt cx="464802" cy="167435"/>
            </a:xfrm>
          </p:grpSpPr>
          <p:sp>
            <p:nvSpPr>
              <p:cNvPr id="577" name="Google Shape;577;p16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6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6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0" name="Google Shape;580;p16"/>
            <p:cNvSpPr/>
            <p:nvPr/>
          </p:nvSpPr>
          <p:spPr>
            <a:xfrm>
              <a:off x="2452200" y="37012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76188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680575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6278600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4" name="Google Shape;584;p16"/>
          <p:cNvSpPr txBox="1">
            <a:spLocks noGrp="1"/>
          </p:cNvSpPr>
          <p:nvPr>
            <p:ph type="title"/>
          </p:nvPr>
        </p:nvSpPr>
        <p:spPr>
          <a:xfrm>
            <a:off x="4796375" y="1917150"/>
            <a:ext cx="3486900" cy="59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585" name="Google Shape;585;p16"/>
          <p:cNvSpPr txBox="1">
            <a:spLocks noGrp="1"/>
          </p:cNvSpPr>
          <p:nvPr>
            <p:ph type="subTitle" idx="1"/>
          </p:nvPr>
        </p:nvSpPr>
        <p:spPr>
          <a:xfrm>
            <a:off x="4796375" y="2519850"/>
            <a:ext cx="3486900" cy="5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6"/>
          <p:cNvSpPr txBox="1">
            <a:spLocks noGrp="1"/>
          </p:cNvSpPr>
          <p:nvPr>
            <p:ph type="title" idx="2" hasCustomPrompt="1"/>
          </p:nvPr>
        </p:nvSpPr>
        <p:spPr>
          <a:xfrm>
            <a:off x="1590275" y="14763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oogle Shape;1032;p28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033" name="Google Shape;1033;p28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8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8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28"/>
          <p:cNvGrpSpPr/>
          <p:nvPr/>
        </p:nvGrpSpPr>
        <p:grpSpPr>
          <a:xfrm>
            <a:off x="124274" y="134988"/>
            <a:ext cx="8990538" cy="4214113"/>
            <a:chOff x="124274" y="134988"/>
            <a:chExt cx="8990538" cy="4214113"/>
          </a:xfrm>
        </p:grpSpPr>
        <p:grpSp>
          <p:nvGrpSpPr>
            <p:cNvPr id="1037" name="Google Shape;1037;p28"/>
            <p:cNvGrpSpPr/>
            <p:nvPr/>
          </p:nvGrpSpPr>
          <p:grpSpPr>
            <a:xfrm>
              <a:off x="8649892" y="3542653"/>
              <a:ext cx="464920" cy="167552"/>
              <a:chOff x="8157492" y="3553378"/>
              <a:chExt cx="464920" cy="167552"/>
            </a:xfrm>
          </p:grpSpPr>
          <p:sp>
            <p:nvSpPr>
              <p:cNvPr id="1038" name="Google Shape;1038;p28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1" name="Google Shape;1041;p28"/>
            <p:cNvGrpSpPr/>
            <p:nvPr/>
          </p:nvGrpSpPr>
          <p:grpSpPr>
            <a:xfrm>
              <a:off x="8534121" y="211255"/>
              <a:ext cx="464802" cy="167435"/>
              <a:chOff x="8457096" y="1657430"/>
              <a:chExt cx="464802" cy="167435"/>
            </a:xfrm>
          </p:grpSpPr>
          <p:sp>
            <p:nvSpPr>
              <p:cNvPr id="1042" name="Google Shape;1042;p28"/>
              <p:cNvSpPr/>
              <p:nvPr/>
            </p:nvSpPr>
            <p:spPr>
              <a:xfrm>
                <a:off x="8534114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>
                <a:off x="8457096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>
                <a:off x="8699438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5" name="Google Shape;1045;p28"/>
            <p:cNvGrpSpPr/>
            <p:nvPr/>
          </p:nvGrpSpPr>
          <p:grpSpPr>
            <a:xfrm>
              <a:off x="2902674" y="187043"/>
              <a:ext cx="464802" cy="167435"/>
              <a:chOff x="2697574" y="638868"/>
              <a:chExt cx="464802" cy="167435"/>
            </a:xfrm>
          </p:grpSpPr>
          <p:sp>
            <p:nvSpPr>
              <p:cNvPr id="1046" name="Google Shape;1046;p28"/>
              <p:cNvSpPr/>
              <p:nvPr/>
            </p:nvSpPr>
            <p:spPr>
              <a:xfrm>
                <a:off x="277459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269757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293991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9" name="Google Shape;1049;p28"/>
            <p:cNvSpPr/>
            <p:nvPr/>
          </p:nvSpPr>
          <p:spPr>
            <a:xfrm>
              <a:off x="7434225" y="1349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8"/>
            <p:cNvSpPr/>
            <p:nvPr/>
          </p:nvSpPr>
          <p:spPr>
            <a:xfrm>
              <a:off x="1628775" y="715275"/>
              <a:ext cx="75000" cy="7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8"/>
            <p:cNvSpPr/>
            <p:nvPr/>
          </p:nvSpPr>
          <p:spPr>
            <a:xfrm>
              <a:off x="8912825" y="2076747"/>
              <a:ext cx="86100" cy="8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8"/>
            <p:cNvSpPr/>
            <p:nvPr/>
          </p:nvSpPr>
          <p:spPr>
            <a:xfrm>
              <a:off x="426175" y="23777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8"/>
            <p:cNvSpPr/>
            <p:nvPr/>
          </p:nvSpPr>
          <p:spPr>
            <a:xfrm>
              <a:off x="1391300" y="187044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8"/>
            <p:cNvSpPr/>
            <p:nvPr/>
          </p:nvSpPr>
          <p:spPr>
            <a:xfrm>
              <a:off x="259675" y="1349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8"/>
            <p:cNvSpPr/>
            <p:nvPr/>
          </p:nvSpPr>
          <p:spPr>
            <a:xfrm>
              <a:off x="6071613" y="1349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8"/>
            <p:cNvSpPr/>
            <p:nvPr/>
          </p:nvSpPr>
          <p:spPr>
            <a:xfrm>
              <a:off x="426175" y="115737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8"/>
            <p:cNvSpPr/>
            <p:nvPr/>
          </p:nvSpPr>
          <p:spPr>
            <a:xfrm>
              <a:off x="8620463" y="41862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8" name="Google Shape;1058;p28"/>
            <p:cNvGrpSpPr/>
            <p:nvPr/>
          </p:nvGrpSpPr>
          <p:grpSpPr>
            <a:xfrm>
              <a:off x="124274" y="3710206"/>
              <a:ext cx="464802" cy="167435"/>
              <a:chOff x="172186" y="3593631"/>
              <a:chExt cx="464802" cy="167435"/>
            </a:xfrm>
          </p:grpSpPr>
          <p:sp>
            <p:nvSpPr>
              <p:cNvPr id="1059" name="Google Shape;1059;p28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8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2" name="Google Shape;1062;p28"/>
            <p:cNvGrpSpPr/>
            <p:nvPr/>
          </p:nvGrpSpPr>
          <p:grpSpPr>
            <a:xfrm>
              <a:off x="7872329" y="998972"/>
              <a:ext cx="464792" cy="288013"/>
              <a:chOff x="2735298" y="809042"/>
              <a:chExt cx="638978" cy="395949"/>
            </a:xfrm>
          </p:grpSpPr>
          <p:sp>
            <p:nvSpPr>
              <p:cNvPr id="1063" name="Google Shape;1063;p28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8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8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8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67" name="Google Shape;1067;p28"/>
          <p:cNvSpPr txBox="1">
            <a:spLocks noGrp="1"/>
          </p:cNvSpPr>
          <p:nvPr>
            <p:ph type="title"/>
          </p:nvPr>
        </p:nvSpPr>
        <p:spPr>
          <a:xfrm>
            <a:off x="720000" y="533975"/>
            <a:ext cx="77040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4" name="Google Shape;1184;p33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185" name="Google Shape;1185;p33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8" name="Google Shape;1188;p33"/>
          <p:cNvGrpSpPr/>
          <p:nvPr/>
        </p:nvGrpSpPr>
        <p:grpSpPr>
          <a:xfrm>
            <a:off x="158725" y="92361"/>
            <a:ext cx="8765813" cy="4226143"/>
            <a:chOff x="158725" y="92361"/>
            <a:chExt cx="8765813" cy="4226143"/>
          </a:xfrm>
        </p:grpSpPr>
        <p:grpSp>
          <p:nvGrpSpPr>
            <p:cNvPr id="1189" name="Google Shape;1189;p33"/>
            <p:cNvGrpSpPr/>
            <p:nvPr/>
          </p:nvGrpSpPr>
          <p:grpSpPr>
            <a:xfrm flipH="1">
              <a:off x="4486526" y="3862953"/>
              <a:ext cx="464920" cy="167552"/>
              <a:chOff x="7900317" y="3553378"/>
              <a:chExt cx="464920" cy="167552"/>
            </a:xfrm>
          </p:grpSpPr>
          <p:sp>
            <p:nvSpPr>
              <p:cNvPr id="1190" name="Google Shape;1190;p33"/>
              <p:cNvSpPr/>
              <p:nvPr/>
            </p:nvSpPr>
            <p:spPr>
              <a:xfrm>
                <a:off x="7977452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3"/>
              <p:cNvSpPr/>
              <p:nvPr/>
            </p:nvSpPr>
            <p:spPr>
              <a:xfrm>
                <a:off x="7900317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3"/>
              <p:cNvSpPr/>
              <p:nvPr/>
            </p:nvSpPr>
            <p:spPr>
              <a:xfrm>
                <a:off x="8142658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3" name="Google Shape;1193;p33"/>
            <p:cNvSpPr/>
            <p:nvPr/>
          </p:nvSpPr>
          <p:spPr>
            <a:xfrm flipH="1">
              <a:off x="321613" y="2790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3"/>
            <p:cNvSpPr/>
            <p:nvPr/>
          </p:nvSpPr>
          <p:spPr>
            <a:xfrm flipH="1">
              <a:off x="158725" y="4062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5" name="Google Shape;1195;p33"/>
            <p:cNvGrpSpPr/>
            <p:nvPr/>
          </p:nvGrpSpPr>
          <p:grpSpPr>
            <a:xfrm flipH="1">
              <a:off x="8368150" y="4030490"/>
              <a:ext cx="464792" cy="288013"/>
              <a:chOff x="2735298" y="809042"/>
              <a:chExt cx="638978" cy="395949"/>
            </a:xfrm>
          </p:grpSpPr>
          <p:sp>
            <p:nvSpPr>
              <p:cNvPr id="1196" name="Google Shape;1196;p3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0" name="Google Shape;1200;p33"/>
            <p:cNvSpPr/>
            <p:nvPr/>
          </p:nvSpPr>
          <p:spPr>
            <a:xfrm flipH="1">
              <a:off x="8443875" y="2791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1" name="Google Shape;1201;p33"/>
            <p:cNvGrpSpPr/>
            <p:nvPr/>
          </p:nvGrpSpPr>
          <p:grpSpPr>
            <a:xfrm rot="10800000">
              <a:off x="3670561" y="92361"/>
              <a:ext cx="464802" cy="167435"/>
              <a:chOff x="1564074" y="825393"/>
              <a:chExt cx="464802" cy="167435"/>
            </a:xfrm>
          </p:grpSpPr>
          <p:sp>
            <p:nvSpPr>
              <p:cNvPr id="1202" name="Google Shape;1202;p33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3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3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5" name="Google Shape;1205;p33"/>
            <p:cNvGrpSpPr/>
            <p:nvPr/>
          </p:nvGrpSpPr>
          <p:grpSpPr>
            <a:xfrm rot="10800000" flipH="1">
              <a:off x="1046260" y="106419"/>
              <a:ext cx="464800" cy="388458"/>
              <a:chOff x="5871443" y="2651058"/>
              <a:chExt cx="713540" cy="596342"/>
            </a:xfrm>
          </p:grpSpPr>
          <p:sp>
            <p:nvSpPr>
              <p:cNvPr id="1206" name="Google Shape;1206;p33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3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3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9" name="Google Shape;1209;p33"/>
            <p:cNvSpPr/>
            <p:nvPr/>
          </p:nvSpPr>
          <p:spPr>
            <a:xfrm rot="10800000">
              <a:off x="4323650" y="289550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3"/>
            <p:cNvSpPr/>
            <p:nvPr/>
          </p:nvSpPr>
          <p:spPr>
            <a:xfrm>
              <a:off x="289041" y="30050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3"/>
            <p:cNvSpPr/>
            <p:nvPr/>
          </p:nvSpPr>
          <p:spPr>
            <a:xfrm>
              <a:off x="572916" y="21560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3"/>
            <p:cNvSpPr/>
            <p:nvPr/>
          </p:nvSpPr>
          <p:spPr>
            <a:xfrm rot="10800000">
              <a:off x="6439463" y="2671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3"/>
            <p:cNvSpPr/>
            <p:nvPr/>
          </p:nvSpPr>
          <p:spPr>
            <a:xfrm rot="10800000">
              <a:off x="8857638" y="161894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5" name="Google Shape;1215;p34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216" name="Google Shape;1216;p34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9" name="Google Shape;1219;p34"/>
          <p:cNvGrpSpPr/>
          <p:nvPr/>
        </p:nvGrpSpPr>
        <p:grpSpPr>
          <a:xfrm>
            <a:off x="158725" y="92361"/>
            <a:ext cx="8765813" cy="4226143"/>
            <a:chOff x="158725" y="92361"/>
            <a:chExt cx="8765813" cy="4226143"/>
          </a:xfrm>
        </p:grpSpPr>
        <p:grpSp>
          <p:nvGrpSpPr>
            <p:cNvPr id="1220" name="Google Shape;1220;p34"/>
            <p:cNvGrpSpPr/>
            <p:nvPr/>
          </p:nvGrpSpPr>
          <p:grpSpPr>
            <a:xfrm rot="10800000">
              <a:off x="4486526" y="380358"/>
              <a:ext cx="464920" cy="167552"/>
              <a:chOff x="7900317" y="3553378"/>
              <a:chExt cx="464920" cy="167552"/>
            </a:xfrm>
          </p:grpSpPr>
          <p:sp>
            <p:nvSpPr>
              <p:cNvPr id="1221" name="Google Shape;1221;p34"/>
              <p:cNvSpPr/>
              <p:nvPr/>
            </p:nvSpPr>
            <p:spPr>
              <a:xfrm>
                <a:off x="7977452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4"/>
              <p:cNvSpPr/>
              <p:nvPr/>
            </p:nvSpPr>
            <p:spPr>
              <a:xfrm>
                <a:off x="7900317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4"/>
              <p:cNvSpPr/>
              <p:nvPr/>
            </p:nvSpPr>
            <p:spPr>
              <a:xfrm>
                <a:off x="8142658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4" name="Google Shape;1224;p34"/>
            <p:cNvSpPr/>
            <p:nvPr/>
          </p:nvSpPr>
          <p:spPr>
            <a:xfrm rot="10800000">
              <a:off x="321613" y="4064869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 rot="10800000">
              <a:off x="158725" y="18545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6" name="Google Shape;1226;p34"/>
            <p:cNvGrpSpPr/>
            <p:nvPr/>
          </p:nvGrpSpPr>
          <p:grpSpPr>
            <a:xfrm rot="10800000">
              <a:off x="8368150" y="92361"/>
              <a:ext cx="464792" cy="288013"/>
              <a:chOff x="2735298" y="809042"/>
              <a:chExt cx="638978" cy="395949"/>
            </a:xfrm>
          </p:grpSpPr>
          <p:sp>
            <p:nvSpPr>
              <p:cNvPr id="1227" name="Google Shape;1227;p34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4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4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4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1" name="Google Shape;1231;p34"/>
            <p:cNvSpPr/>
            <p:nvPr/>
          </p:nvSpPr>
          <p:spPr>
            <a:xfrm rot="10800000">
              <a:off x="8443875" y="3968864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2" name="Google Shape;1232;p34"/>
            <p:cNvGrpSpPr/>
            <p:nvPr/>
          </p:nvGrpSpPr>
          <p:grpSpPr>
            <a:xfrm flipH="1">
              <a:off x="3670561" y="4151069"/>
              <a:ext cx="464802" cy="167435"/>
              <a:chOff x="1564074" y="825393"/>
              <a:chExt cx="464802" cy="167435"/>
            </a:xfrm>
          </p:grpSpPr>
          <p:sp>
            <p:nvSpPr>
              <p:cNvPr id="1233" name="Google Shape;1233;p34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4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4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6" name="Google Shape;1236;p34"/>
            <p:cNvGrpSpPr/>
            <p:nvPr/>
          </p:nvGrpSpPr>
          <p:grpSpPr>
            <a:xfrm>
              <a:off x="2178760" y="535012"/>
              <a:ext cx="464800" cy="388458"/>
              <a:chOff x="5871443" y="2651058"/>
              <a:chExt cx="713540" cy="596342"/>
            </a:xfrm>
          </p:grpSpPr>
          <p:sp>
            <p:nvSpPr>
              <p:cNvPr id="1237" name="Google Shape;1237;p34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4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4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0" name="Google Shape;1240;p34"/>
            <p:cNvSpPr/>
            <p:nvPr/>
          </p:nvSpPr>
          <p:spPr>
            <a:xfrm flipH="1">
              <a:off x="4323650" y="135246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 rot="10800000" flipH="1">
              <a:off x="289041" y="3947463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 rot="10800000" flipH="1">
              <a:off x="572916" y="209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 flipH="1">
              <a:off x="6439463" y="407677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 flipH="1">
              <a:off x="8857638" y="272502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17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589" name="Google Shape;589;p17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2" name="Google Shape;592;p17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593" name="Google Shape;593;p17"/>
            <p:cNvSpPr/>
            <p:nvPr/>
          </p:nvSpPr>
          <p:spPr>
            <a:xfrm flipH="1">
              <a:off x="3689917" y="4975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 flipH="1">
              <a:off x="1106257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 flipH="1">
              <a:off x="1183392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 flipH="1">
              <a:off x="941051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 flipH="1">
              <a:off x="52101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 flipH="1">
              <a:off x="7004467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7"/>
            <p:cNvSpPr/>
            <p:nvPr/>
          </p:nvSpPr>
          <p:spPr>
            <a:xfrm flipH="1">
              <a:off x="7081367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7"/>
            <p:cNvSpPr/>
            <p:nvPr/>
          </p:nvSpPr>
          <p:spPr>
            <a:xfrm flipH="1">
              <a:off x="6839261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7"/>
            <p:cNvSpPr/>
            <p:nvPr/>
          </p:nvSpPr>
          <p:spPr>
            <a:xfrm flipH="1">
              <a:off x="2904838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7"/>
            <p:cNvSpPr/>
            <p:nvPr/>
          </p:nvSpPr>
          <p:spPr>
            <a:xfrm flipH="1">
              <a:off x="225213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7"/>
            <p:cNvSpPr/>
            <p:nvPr/>
          </p:nvSpPr>
          <p:spPr>
            <a:xfrm flipH="1">
              <a:off x="8126788" y="12366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7"/>
            <p:cNvSpPr/>
            <p:nvPr/>
          </p:nvSpPr>
          <p:spPr>
            <a:xfrm flipH="1">
              <a:off x="7738388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7"/>
            <p:cNvSpPr/>
            <p:nvPr/>
          </p:nvSpPr>
          <p:spPr>
            <a:xfrm flipH="1">
              <a:off x="1622088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17"/>
            <p:cNvGrpSpPr/>
            <p:nvPr/>
          </p:nvGrpSpPr>
          <p:grpSpPr>
            <a:xfrm>
              <a:off x="1365906" y="2166240"/>
              <a:ext cx="464798" cy="229499"/>
              <a:chOff x="7696375" y="504975"/>
              <a:chExt cx="561825" cy="277408"/>
            </a:xfrm>
          </p:grpSpPr>
          <p:sp>
            <p:nvSpPr>
              <p:cNvPr id="607" name="Google Shape;607;p17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7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9" name="Google Shape;609;p17"/>
            <p:cNvGrpSpPr/>
            <p:nvPr/>
          </p:nvGrpSpPr>
          <p:grpSpPr>
            <a:xfrm flipH="1">
              <a:off x="3067741" y="1298947"/>
              <a:ext cx="464792" cy="288013"/>
              <a:chOff x="2735298" y="809042"/>
              <a:chExt cx="638978" cy="395949"/>
            </a:xfrm>
          </p:grpSpPr>
          <p:sp>
            <p:nvSpPr>
              <p:cNvPr id="610" name="Google Shape;610;p1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4" name="Google Shape;614;p17"/>
            <p:cNvGrpSpPr/>
            <p:nvPr/>
          </p:nvGrpSpPr>
          <p:grpSpPr>
            <a:xfrm flipH="1">
              <a:off x="5442611" y="3243931"/>
              <a:ext cx="464802" cy="167435"/>
              <a:chOff x="6369974" y="786318"/>
              <a:chExt cx="464802" cy="167435"/>
            </a:xfrm>
          </p:grpSpPr>
          <p:sp>
            <p:nvSpPr>
              <p:cNvPr id="615" name="Google Shape;615;p17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7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7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8" name="Google Shape;618;p17"/>
            <p:cNvSpPr/>
            <p:nvPr/>
          </p:nvSpPr>
          <p:spPr>
            <a:xfrm flipH="1">
              <a:off x="8628925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 flipH="1">
              <a:off x="8581288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 flipH="1">
              <a:off x="76188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1" name="Google Shape;621;p17"/>
            <p:cNvGrpSpPr/>
            <p:nvPr/>
          </p:nvGrpSpPr>
          <p:grpSpPr>
            <a:xfrm flipH="1">
              <a:off x="6896141" y="4086172"/>
              <a:ext cx="464792" cy="288013"/>
              <a:chOff x="2735298" y="809042"/>
              <a:chExt cx="638978" cy="395949"/>
            </a:xfrm>
          </p:grpSpPr>
          <p:sp>
            <p:nvSpPr>
              <p:cNvPr id="622" name="Google Shape;622;p1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6" name="Google Shape;626;p17"/>
            <p:cNvGrpSpPr/>
            <p:nvPr/>
          </p:nvGrpSpPr>
          <p:grpSpPr>
            <a:xfrm flipH="1">
              <a:off x="4727449" y="4109706"/>
              <a:ext cx="464802" cy="167435"/>
              <a:chOff x="172186" y="3593631"/>
              <a:chExt cx="464802" cy="167435"/>
            </a:xfrm>
          </p:grpSpPr>
          <p:sp>
            <p:nvSpPr>
              <p:cNvPr id="627" name="Google Shape;627;p17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7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7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0" name="Google Shape;630;p17"/>
            <p:cNvSpPr/>
            <p:nvPr/>
          </p:nvSpPr>
          <p:spPr>
            <a:xfrm flipH="1">
              <a:off x="6405438" y="37012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7"/>
            <p:cNvSpPr/>
            <p:nvPr/>
          </p:nvSpPr>
          <p:spPr>
            <a:xfrm flipH="1">
              <a:off x="8781450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7"/>
            <p:cNvSpPr/>
            <p:nvPr/>
          </p:nvSpPr>
          <p:spPr>
            <a:xfrm flipH="1">
              <a:off x="5279963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7"/>
            <p:cNvSpPr/>
            <p:nvPr/>
          </p:nvSpPr>
          <p:spPr>
            <a:xfrm flipH="1">
              <a:off x="2683138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4" name="Google Shape;634;p17"/>
          <p:cNvSpPr txBox="1">
            <a:spLocks noGrp="1"/>
          </p:cNvSpPr>
          <p:nvPr>
            <p:ph type="title"/>
          </p:nvPr>
        </p:nvSpPr>
        <p:spPr>
          <a:xfrm>
            <a:off x="1365900" y="2801775"/>
            <a:ext cx="3206100" cy="609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635" name="Google Shape;635;p17"/>
          <p:cNvSpPr txBox="1">
            <a:spLocks noGrp="1"/>
          </p:cNvSpPr>
          <p:nvPr>
            <p:ph type="subTitle" idx="1"/>
          </p:nvPr>
        </p:nvSpPr>
        <p:spPr>
          <a:xfrm>
            <a:off x="1365900" y="3411375"/>
            <a:ext cx="32061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17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9891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65214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22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783" name="Google Shape;783;p22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2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2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6" name="Google Shape;786;p22"/>
          <p:cNvSpPr txBox="1">
            <a:spLocks noGrp="1"/>
          </p:cNvSpPr>
          <p:nvPr>
            <p:ph type="subTitle" idx="1"/>
          </p:nvPr>
        </p:nvSpPr>
        <p:spPr>
          <a:xfrm>
            <a:off x="715100" y="1353050"/>
            <a:ext cx="4413900" cy="17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7" name="Google Shape;787;p22"/>
          <p:cNvSpPr txBox="1">
            <a:spLocks noGrp="1"/>
          </p:cNvSpPr>
          <p:nvPr>
            <p:ph type="title"/>
          </p:nvPr>
        </p:nvSpPr>
        <p:spPr>
          <a:xfrm>
            <a:off x="715100" y="461125"/>
            <a:ext cx="550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88" name="Google Shape;788;p22"/>
          <p:cNvGrpSpPr/>
          <p:nvPr/>
        </p:nvGrpSpPr>
        <p:grpSpPr>
          <a:xfrm>
            <a:off x="175029" y="176513"/>
            <a:ext cx="8803855" cy="4130275"/>
            <a:chOff x="175029" y="176513"/>
            <a:chExt cx="8803855" cy="4130275"/>
          </a:xfrm>
        </p:grpSpPr>
        <p:grpSp>
          <p:nvGrpSpPr>
            <p:cNvPr id="789" name="Google Shape;789;p22"/>
            <p:cNvGrpSpPr/>
            <p:nvPr/>
          </p:nvGrpSpPr>
          <p:grpSpPr>
            <a:xfrm flipH="1">
              <a:off x="8210750" y="290682"/>
              <a:ext cx="456135" cy="164388"/>
              <a:chOff x="8325332" y="3575419"/>
              <a:chExt cx="456135" cy="164388"/>
            </a:xfrm>
          </p:grpSpPr>
          <p:sp>
            <p:nvSpPr>
              <p:cNvPr id="790" name="Google Shape;790;p22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" name="Google Shape;793;p22"/>
            <p:cNvGrpSpPr/>
            <p:nvPr/>
          </p:nvGrpSpPr>
          <p:grpSpPr>
            <a:xfrm flipH="1">
              <a:off x="8417031" y="3088330"/>
              <a:ext cx="561853" cy="348158"/>
              <a:chOff x="2735298" y="809042"/>
              <a:chExt cx="638978" cy="395949"/>
            </a:xfrm>
          </p:grpSpPr>
          <p:sp>
            <p:nvSpPr>
              <p:cNvPr id="794" name="Google Shape;794;p22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22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8" name="Google Shape;798;p22"/>
            <p:cNvSpPr/>
            <p:nvPr/>
          </p:nvSpPr>
          <p:spPr>
            <a:xfrm flipH="1">
              <a:off x="175029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2"/>
            <p:cNvSpPr/>
            <p:nvPr/>
          </p:nvSpPr>
          <p:spPr>
            <a:xfrm flipH="1">
              <a:off x="861651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2"/>
            <p:cNvSpPr/>
            <p:nvPr/>
          </p:nvSpPr>
          <p:spPr>
            <a:xfrm flipH="1">
              <a:off x="813216" y="176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2"/>
            <p:cNvSpPr/>
            <p:nvPr/>
          </p:nvSpPr>
          <p:spPr>
            <a:xfrm rot="10800000">
              <a:off x="8616504" y="22180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2"/>
            <p:cNvSpPr/>
            <p:nvPr/>
          </p:nvSpPr>
          <p:spPr>
            <a:xfrm flipH="1">
              <a:off x="6812079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 flipH="1">
              <a:off x="223029" y="108588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90050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oogle Shape;1125;p31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126" name="Google Shape;1126;p31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31"/>
          <p:cNvGrpSpPr/>
          <p:nvPr/>
        </p:nvGrpSpPr>
        <p:grpSpPr>
          <a:xfrm>
            <a:off x="158724" y="71901"/>
            <a:ext cx="8802572" cy="4342588"/>
            <a:chOff x="158724" y="71901"/>
            <a:chExt cx="8802572" cy="4342588"/>
          </a:xfrm>
        </p:grpSpPr>
        <p:grpSp>
          <p:nvGrpSpPr>
            <p:cNvPr id="1130" name="Google Shape;1130;p31"/>
            <p:cNvGrpSpPr/>
            <p:nvPr/>
          </p:nvGrpSpPr>
          <p:grpSpPr>
            <a:xfrm rot="10800000">
              <a:off x="8496494" y="4068336"/>
              <a:ext cx="464802" cy="167435"/>
              <a:chOff x="1564074" y="825393"/>
              <a:chExt cx="464802" cy="167435"/>
            </a:xfrm>
          </p:grpSpPr>
          <p:sp>
            <p:nvSpPr>
              <p:cNvPr id="1131" name="Google Shape;1131;p31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1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1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4" name="Google Shape;1134;p31"/>
            <p:cNvGrpSpPr/>
            <p:nvPr/>
          </p:nvGrpSpPr>
          <p:grpSpPr>
            <a:xfrm rot="10800000" flipH="1">
              <a:off x="1119268" y="340769"/>
              <a:ext cx="464800" cy="388458"/>
              <a:chOff x="5871443" y="2651058"/>
              <a:chExt cx="713540" cy="596342"/>
            </a:xfrm>
          </p:grpSpPr>
          <p:sp>
            <p:nvSpPr>
              <p:cNvPr id="1135" name="Google Shape;1135;p31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1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1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8" name="Google Shape;1138;p31"/>
            <p:cNvGrpSpPr/>
            <p:nvPr/>
          </p:nvGrpSpPr>
          <p:grpSpPr>
            <a:xfrm rot="10800000" flipH="1">
              <a:off x="8429614" y="267199"/>
              <a:ext cx="464798" cy="229499"/>
              <a:chOff x="7696375" y="504975"/>
              <a:chExt cx="561825" cy="277408"/>
            </a:xfrm>
          </p:grpSpPr>
          <p:sp>
            <p:nvSpPr>
              <p:cNvPr id="1139" name="Google Shape;1139;p31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1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1" name="Google Shape;1141;p31"/>
            <p:cNvSpPr/>
            <p:nvPr/>
          </p:nvSpPr>
          <p:spPr>
            <a:xfrm rot="10800000">
              <a:off x="1047195" y="42995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 rot="10800000">
              <a:off x="4011008" y="7190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 rot="10800000">
              <a:off x="325808" y="33374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>
              <a:off x="325799" y="30050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>
              <a:off x="158724" y="42515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 rot="10800000">
              <a:off x="5680845" y="42995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1"/>
            <p:cNvSpPr/>
            <p:nvPr/>
          </p:nvSpPr>
          <p:spPr>
            <a:xfrm rot="10800000">
              <a:off x="8894395" y="161894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8" name="Google Shape;1148;p31"/>
          <p:cNvSpPr txBox="1">
            <a:spLocks noGrp="1"/>
          </p:cNvSpPr>
          <p:nvPr>
            <p:ph type="title"/>
          </p:nvPr>
        </p:nvSpPr>
        <p:spPr>
          <a:xfrm>
            <a:off x="3995800" y="535000"/>
            <a:ext cx="44331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01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A48EFD">
            <a:alpha val="65359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8" r:id="rId6"/>
    <p:sldLayoutId id="2147483660" r:id="rId7"/>
    <p:sldLayoutId id="2147483661" r:id="rId8"/>
    <p:sldLayoutId id="2147483662" r:id="rId9"/>
    <p:sldLayoutId id="2147483674" r:id="rId10"/>
    <p:sldLayoutId id="2147483679" r:id="rId11"/>
    <p:sldLayoutId id="2147483680" r:id="rId12"/>
    <p:sldLayoutId id="2147483684" r:id="rId13"/>
    <p:sldLayoutId id="2147483685" r:id="rId14"/>
    <p:sldLayoutId id="2147483686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38"/>
          <p:cNvSpPr txBox="1">
            <a:spLocks noGrp="1"/>
          </p:cNvSpPr>
          <p:nvPr>
            <p:ph type="ctrTitle"/>
          </p:nvPr>
        </p:nvSpPr>
        <p:spPr>
          <a:xfrm>
            <a:off x="-1" y="-1"/>
            <a:ext cx="5138057" cy="28128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highlight>
                  <a:schemeClr val="accent3"/>
                </a:highlight>
              </a:rPr>
              <a:t>Analyses des indicateurs de égalité femmes/hommes en respect du RGPD</a:t>
            </a:r>
            <a:endParaRPr sz="2400" dirty="0">
              <a:highlight>
                <a:schemeClr val="accent3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57" name="Google Shape;1257;p38"/>
          <p:cNvSpPr/>
          <p:nvPr/>
        </p:nvSpPr>
        <p:spPr>
          <a:xfrm>
            <a:off x="820000" y="3522400"/>
            <a:ext cx="879000" cy="1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8" name="Google Shape;1258;p38"/>
          <p:cNvGrpSpPr/>
          <p:nvPr/>
        </p:nvGrpSpPr>
        <p:grpSpPr>
          <a:xfrm>
            <a:off x="5202119" y="898765"/>
            <a:ext cx="3603696" cy="3706651"/>
            <a:chOff x="5202119" y="906940"/>
            <a:chExt cx="3603696" cy="3706651"/>
          </a:xfrm>
        </p:grpSpPr>
        <p:grpSp>
          <p:nvGrpSpPr>
            <p:cNvPr id="1259" name="Google Shape;1259;p38"/>
            <p:cNvGrpSpPr/>
            <p:nvPr/>
          </p:nvGrpSpPr>
          <p:grpSpPr>
            <a:xfrm>
              <a:off x="7980042" y="3882423"/>
              <a:ext cx="646431" cy="655133"/>
              <a:chOff x="7980042" y="3882423"/>
              <a:chExt cx="646431" cy="655133"/>
            </a:xfrm>
          </p:grpSpPr>
          <p:grpSp>
            <p:nvGrpSpPr>
              <p:cNvPr id="1260" name="Google Shape;1260;p38"/>
              <p:cNvGrpSpPr/>
              <p:nvPr/>
            </p:nvGrpSpPr>
            <p:grpSpPr>
              <a:xfrm rot="-1049198">
                <a:off x="8037277" y="4005596"/>
                <a:ext cx="531962" cy="462731"/>
                <a:chOff x="3801355" y="2221554"/>
                <a:chExt cx="174010" cy="151358"/>
              </a:xfrm>
            </p:grpSpPr>
            <p:sp>
              <p:nvSpPr>
                <p:cNvPr id="1261" name="Google Shape;1261;p38"/>
                <p:cNvSpPr/>
                <p:nvPr/>
              </p:nvSpPr>
              <p:spPr>
                <a:xfrm>
                  <a:off x="3908133" y="2251075"/>
                  <a:ext cx="67232" cy="19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462" extrusionOk="0">
                      <a:moveTo>
                        <a:pt x="714" y="0"/>
                      </a:moveTo>
                      <a:cubicBezTo>
                        <a:pt x="650" y="0"/>
                        <a:pt x="586" y="4"/>
                        <a:pt x="523" y="14"/>
                      </a:cubicBezTo>
                      <a:cubicBezTo>
                        <a:pt x="317" y="44"/>
                        <a:pt x="113" y="142"/>
                        <a:pt x="1" y="317"/>
                      </a:cubicBezTo>
                      <a:cubicBezTo>
                        <a:pt x="55" y="357"/>
                        <a:pt x="241" y="442"/>
                        <a:pt x="307" y="451"/>
                      </a:cubicBezTo>
                      <a:cubicBezTo>
                        <a:pt x="365" y="458"/>
                        <a:pt x="421" y="461"/>
                        <a:pt x="476" y="461"/>
                      </a:cubicBezTo>
                      <a:cubicBezTo>
                        <a:pt x="684" y="461"/>
                        <a:pt x="871" y="414"/>
                        <a:pt x="1085" y="342"/>
                      </a:cubicBezTo>
                      <a:cubicBezTo>
                        <a:pt x="1255" y="284"/>
                        <a:pt x="1417" y="187"/>
                        <a:pt x="1576" y="101"/>
                      </a:cubicBezTo>
                      <a:lnTo>
                        <a:pt x="1143" y="41"/>
                      </a:lnTo>
                      <a:cubicBezTo>
                        <a:pt x="1001" y="20"/>
                        <a:pt x="857" y="0"/>
                        <a:pt x="714" y="0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2" name="Google Shape;1262;p38"/>
                <p:cNvSpPr/>
                <p:nvPr/>
              </p:nvSpPr>
              <p:spPr>
                <a:xfrm>
                  <a:off x="3873792" y="2221554"/>
                  <a:ext cx="46158" cy="51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" h="1196" extrusionOk="0">
                      <a:moveTo>
                        <a:pt x="1082" y="1"/>
                      </a:moveTo>
                      <a:lnTo>
                        <a:pt x="716" y="238"/>
                      </a:lnTo>
                      <a:cubicBezTo>
                        <a:pt x="542" y="350"/>
                        <a:pt x="364" y="466"/>
                        <a:pt x="229" y="623"/>
                      </a:cubicBezTo>
                      <a:cubicBezTo>
                        <a:pt x="92" y="781"/>
                        <a:pt x="1" y="989"/>
                        <a:pt x="30" y="1195"/>
                      </a:cubicBezTo>
                      <a:cubicBezTo>
                        <a:pt x="424" y="1168"/>
                        <a:pt x="684" y="816"/>
                        <a:pt x="867" y="505"/>
                      </a:cubicBezTo>
                      <a:cubicBezTo>
                        <a:pt x="959" y="351"/>
                        <a:pt x="1019" y="171"/>
                        <a:pt x="1082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3" name="Google Shape;1263;p38"/>
                <p:cNvSpPr/>
                <p:nvPr/>
              </p:nvSpPr>
              <p:spPr>
                <a:xfrm>
                  <a:off x="3835483" y="2235120"/>
                  <a:ext cx="34981" cy="60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1410" extrusionOk="0">
                      <a:moveTo>
                        <a:pt x="820" y="0"/>
                      </a:moveTo>
                      <a:lnTo>
                        <a:pt x="820" y="0"/>
                      </a:lnTo>
                      <a:cubicBezTo>
                        <a:pt x="720" y="106"/>
                        <a:pt x="618" y="212"/>
                        <a:pt x="518" y="318"/>
                      </a:cubicBezTo>
                      <a:cubicBezTo>
                        <a:pt x="375" y="469"/>
                        <a:pt x="231" y="622"/>
                        <a:pt x="135" y="807"/>
                      </a:cubicBezTo>
                      <a:cubicBezTo>
                        <a:pt x="40" y="992"/>
                        <a:pt x="1" y="1216"/>
                        <a:pt x="77" y="1410"/>
                      </a:cubicBezTo>
                      <a:cubicBezTo>
                        <a:pt x="453" y="1290"/>
                        <a:pt x="624" y="888"/>
                        <a:pt x="730" y="542"/>
                      </a:cubicBezTo>
                      <a:cubicBezTo>
                        <a:pt x="782" y="369"/>
                        <a:pt x="799" y="181"/>
                        <a:pt x="820" y="0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4" name="Google Shape;1264;p38"/>
                <p:cNvSpPr/>
                <p:nvPr/>
              </p:nvSpPr>
              <p:spPr>
                <a:xfrm>
                  <a:off x="3801355" y="2269589"/>
                  <a:ext cx="24274" cy="65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" h="1546" extrusionOk="0">
                      <a:moveTo>
                        <a:pt x="515" y="1"/>
                      </a:moveTo>
                      <a:cubicBezTo>
                        <a:pt x="443" y="127"/>
                        <a:pt x="371" y="254"/>
                        <a:pt x="301" y="381"/>
                      </a:cubicBezTo>
                      <a:cubicBezTo>
                        <a:pt x="198" y="561"/>
                        <a:pt x="96" y="746"/>
                        <a:pt x="48" y="948"/>
                      </a:cubicBezTo>
                      <a:cubicBezTo>
                        <a:pt x="0" y="1150"/>
                        <a:pt x="18" y="1377"/>
                        <a:pt x="140" y="1545"/>
                      </a:cubicBezTo>
                      <a:cubicBezTo>
                        <a:pt x="476" y="1340"/>
                        <a:pt x="541" y="907"/>
                        <a:pt x="559" y="546"/>
                      </a:cubicBezTo>
                      <a:cubicBezTo>
                        <a:pt x="568" y="366"/>
                        <a:pt x="537" y="180"/>
                        <a:pt x="515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5" name="Google Shape;1265;p38"/>
                <p:cNvSpPr/>
                <p:nvPr/>
              </p:nvSpPr>
              <p:spPr>
                <a:xfrm>
                  <a:off x="3878996" y="2276116"/>
                  <a:ext cx="66294" cy="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" h="491" extrusionOk="0">
                      <a:moveTo>
                        <a:pt x="403" y="1"/>
                      </a:moveTo>
                      <a:cubicBezTo>
                        <a:pt x="263" y="1"/>
                        <a:pt x="126" y="31"/>
                        <a:pt x="1" y="110"/>
                      </a:cubicBezTo>
                      <a:cubicBezTo>
                        <a:pt x="98" y="295"/>
                        <a:pt x="295" y="410"/>
                        <a:pt x="496" y="456"/>
                      </a:cubicBezTo>
                      <a:cubicBezTo>
                        <a:pt x="608" y="482"/>
                        <a:pt x="723" y="491"/>
                        <a:pt x="838" y="491"/>
                      </a:cubicBezTo>
                      <a:cubicBezTo>
                        <a:pt x="932" y="491"/>
                        <a:pt x="1025" y="485"/>
                        <a:pt x="1118" y="480"/>
                      </a:cubicBezTo>
                      <a:lnTo>
                        <a:pt x="1553" y="455"/>
                      </a:lnTo>
                      <a:cubicBezTo>
                        <a:pt x="1403" y="356"/>
                        <a:pt x="1249" y="246"/>
                        <a:pt x="1082" y="174"/>
                      </a:cubicBezTo>
                      <a:cubicBezTo>
                        <a:pt x="876" y="85"/>
                        <a:pt x="635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6" name="Google Shape;1266;p38"/>
                <p:cNvSpPr/>
                <p:nvPr/>
              </p:nvSpPr>
              <p:spPr>
                <a:xfrm>
                  <a:off x="3841882" y="2297105"/>
                  <a:ext cx="67787" cy="1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" h="458" extrusionOk="0">
                      <a:moveTo>
                        <a:pt x="712" y="1"/>
                      </a:moveTo>
                      <a:cubicBezTo>
                        <a:pt x="447" y="1"/>
                        <a:pt x="182" y="57"/>
                        <a:pt x="0" y="259"/>
                      </a:cubicBezTo>
                      <a:cubicBezTo>
                        <a:pt x="132" y="398"/>
                        <a:pt x="331" y="457"/>
                        <a:pt x="523" y="457"/>
                      </a:cubicBezTo>
                      <a:cubicBezTo>
                        <a:pt x="539" y="457"/>
                        <a:pt x="555" y="457"/>
                        <a:pt x="571" y="456"/>
                      </a:cubicBezTo>
                      <a:cubicBezTo>
                        <a:pt x="778" y="447"/>
                        <a:pt x="980" y="379"/>
                        <a:pt x="1175" y="311"/>
                      </a:cubicBezTo>
                      <a:lnTo>
                        <a:pt x="1588" y="168"/>
                      </a:lnTo>
                      <a:cubicBezTo>
                        <a:pt x="1417" y="113"/>
                        <a:pt x="1238" y="50"/>
                        <a:pt x="1059" y="27"/>
                      </a:cubicBezTo>
                      <a:cubicBezTo>
                        <a:pt x="948" y="12"/>
                        <a:pt x="830" y="1"/>
                        <a:pt x="712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38"/>
                <p:cNvSpPr/>
                <p:nvPr/>
              </p:nvSpPr>
              <p:spPr>
                <a:xfrm>
                  <a:off x="3817310" y="2322402"/>
                  <a:ext cx="61174" cy="3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" h="741" extrusionOk="0">
                      <a:moveTo>
                        <a:pt x="1433" y="0"/>
                      </a:moveTo>
                      <a:lnTo>
                        <a:pt x="1433" y="0"/>
                      </a:lnTo>
                      <a:cubicBezTo>
                        <a:pt x="1255" y="15"/>
                        <a:pt x="1064" y="26"/>
                        <a:pt x="891" y="72"/>
                      </a:cubicBezTo>
                      <a:cubicBezTo>
                        <a:pt x="542" y="164"/>
                        <a:pt x="133" y="321"/>
                        <a:pt x="0" y="692"/>
                      </a:cubicBezTo>
                      <a:cubicBezTo>
                        <a:pt x="78" y="726"/>
                        <a:pt x="161" y="741"/>
                        <a:pt x="245" y="741"/>
                      </a:cubicBezTo>
                      <a:cubicBezTo>
                        <a:pt x="368" y="741"/>
                        <a:pt x="493" y="709"/>
                        <a:pt x="604" y="656"/>
                      </a:cubicBezTo>
                      <a:cubicBezTo>
                        <a:pt x="792" y="567"/>
                        <a:pt x="952" y="427"/>
                        <a:pt x="1107" y="290"/>
                      </a:cubicBezTo>
                      <a:lnTo>
                        <a:pt x="1433" y="0"/>
                      </a:ln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38"/>
                <p:cNvSpPr/>
                <p:nvPr/>
              </p:nvSpPr>
              <p:spPr>
                <a:xfrm>
                  <a:off x="3801654" y="2257772"/>
                  <a:ext cx="152637" cy="115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8" h="2699" extrusionOk="0">
                      <a:moveTo>
                        <a:pt x="3545" y="0"/>
                      </a:moveTo>
                      <a:cubicBezTo>
                        <a:pt x="2725" y="6"/>
                        <a:pt x="1675" y="354"/>
                        <a:pt x="1155" y="792"/>
                      </a:cubicBezTo>
                      <a:cubicBezTo>
                        <a:pt x="640" y="1225"/>
                        <a:pt x="178" y="1978"/>
                        <a:pt x="5" y="2663"/>
                      </a:cubicBezTo>
                      <a:cubicBezTo>
                        <a:pt x="1" y="2678"/>
                        <a:pt x="10" y="2695"/>
                        <a:pt x="24" y="2698"/>
                      </a:cubicBezTo>
                      <a:cubicBezTo>
                        <a:pt x="26" y="2699"/>
                        <a:pt x="27" y="2699"/>
                        <a:pt x="28" y="2699"/>
                      </a:cubicBezTo>
                      <a:cubicBezTo>
                        <a:pt x="29" y="2699"/>
                        <a:pt x="30" y="2699"/>
                        <a:pt x="32" y="2698"/>
                      </a:cubicBezTo>
                      <a:cubicBezTo>
                        <a:pt x="44" y="2698"/>
                        <a:pt x="56" y="2690"/>
                        <a:pt x="59" y="2677"/>
                      </a:cubicBezTo>
                      <a:cubicBezTo>
                        <a:pt x="230" y="2001"/>
                        <a:pt x="688" y="1257"/>
                        <a:pt x="1191" y="834"/>
                      </a:cubicBezTo>
                      <a:cubicBezTo>
                        <a:pt x="1693" y="410"/>
                        <a:pt x="2749" y="61"/>
                        <a:pt x="3545" y="55"/>
                      </a:cubicBezTo>
                      <a:cubicBezTo>
                        <a:pt x="3578" y="52"/>
                        <a:pt x="3578" y="3"/>
                        <a:pt x="35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9" name="Google Shape;1269;p38"/>
                <p:cNvSpPr/>
                <p:nvPr/>
              </p:nvSpPr>
              <p:spPr>
                <a:xfrm>
                  <a:off x="3867478" y="2240410"/>
                  <a:ext cx="54861" cy="4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" h="1156" extrusionOk="0">
                      <a:moveTo>
                        <a:pt x="886" y="0"/>
                      </a:moveTo>
                      <a:cubicBezTo>
                        <a:pt x="880" y="0"/>
                        <a:pt x="874" y="2"/>
                        <a:pt x="869" y="6"/>
                      </a:cubicBezTo>
                      <a:cubicBezTo>
                        <a:pt x="517" y="263"/>
                        <a:pt x="223" y="591"/>
                        <a:pt x="5" y="968"/>
                      </a:cubicBezTo>
                      <a:cubicBezTo>
                        <a:pt x="1" y="977"/>
                        <a:pt x="1" y="987"/>
                        <a:pt x="5" y="995"/>
                      </a:cubicBezTo>
                      <a:cubicBezTo>
                        <a:pt x="10" y="1004"/>
                        <a:pt x="19" y="1010"/>
                        <a:pt x="28" y="1010"/>
                      </a:cubicBezTo>
                      <a:lnTo>
                        <a:pt x="117" y="1019"/>
                      </a:lnTo>
                      <a:cubicBezTo>
                        <a:pt x="501" y="1051"/>
                        <a:pt x="863" y="1081"/>
                        <a:pt x="1242" y="1156"/>
                      </a:cubicBezTo>
                      <a:lnTo>
                        <a:pt x="1246" y="1156"/>
                      </a:lnTo>
                      <a:cubicBezTo>
                        <a:pt x="1247" y="1156"/>
                        <a:pt x="1247" y="1156"/>
                        <a:pt x="1248" y="1156"/>
                      </a:cubicBezTo>
                      <a:cubicBezTo>
                        <a:pt x="1282" y="1156"/>
                        <a:pt x="1286" y="1107"/>
                        <a:pt x="1252" y="1101"/>
                      </a:cubicBezTo>
                      <a:cubicBezTo>
                        <a:pt x="870" y="1026"/>
                        <a:pt x="506" y="995"/>
                        <a:pt x="122" y="962"/>
                      </a:cubicBezTo>
                      <a:lnTo>
                        <a:pt x="77" y="957"/>
                      </a:lnTo>
                      <a:cubicBezTo>
                        <a:pt x="289" y="604"/>
                        <a:pt x="569" y="295"/>
                        <a:pt x="902" y="51"/>
                      </a:cubicBezTo>
                      <a:cubicBezTo>
                        <a:pt x="927" y="34"/>
                        <a:pt x="909" y="0"/>
                        <a:pt x="8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0" name="Google Shape;1270;p38"/>
                <p:cNvSpPr/>
                <p:nvPr/>
              </p:nvSpPr>
              <p:spPr>
                <a:xfrm>
                  <a:off x="3832881" y="2254488"/>
                  <a:ext cx="47267" cy="56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" h="1321" extrusionOk="0">
                      <a:moveTo>
                        <a:pt x="621" y="0"/>
                      </a:moveTo>
                      <a:cubicBezTo>
                        <a:pt x="613" y="0"/>
                        <a:pt x="606" y="3"/>
                        <a:pt x="600" y="10"/>
                      </a:cubicBezTo>
                      <a:cubicBezTo>
                        <a:pt x="287" y="374"/>
                        <a:pt x="81" y="815"/>
                        <a:pt x="4" y="1288"/>
                      </a:cubicBezTo>
                      <a:cubicBezTo>
                        <a:pt x="1" y="1299"/>
                        <a:pt x="5" y="1307"/>
                        <a:pt x="13" y="1315"/>
                      </a:cubicBezTo>
                      <a:cubicBezTo>
                        <a:pt x="17" y="1319"/>
                        <a:pt x="25" y="1321"/>
                        <a:pt x="31" y="1321"/>
                      </a:cubicBezTo>
                      <a:lnTo>
                        <a:pt x="40" y="1321"/>
                      </a:lnTo>
                      <a:cubicBezTo>
                        <a:pt x="365" y="1217"/>
                        <a:pt x="717" y="1205"/>
                        <a:pt x="1058" y="1193"/>
                      </a:cubicBezTo>
                      <a:lnTo>
                        <a:pt x="1079" y="1193"/>
                      </a:lnTo>
                      <a:cubicBezTo>
                        <a:pt x="1095" y="1193"/>
                        <a:pt x="1107" y="1179"/>
                        <a:pt x="1107" y="1164"/>
                      </a:cubicBezTo>
                      <a:cubicBezTo>
                        <a:pt x="1106" y="1148"/>
                        <a:pt x="1092" y="1136"/>
                        <a:pt x="1077" y="1136"/>
                      </a:cubicBezTo>
                      <a:lnTo>
                        <a:pt x="1057" y="1136"/>
                      </a:lnTo>
                      <a:cubicBezTo>
                        <a:pt x="727" y="1148"/>
                        <a:pt x="386" y="1158"/>
                        <a:pt x="66" y="1254"/>
                      </a:cubicBezTo>
                      <a:cubicBezTo>
                        <a:pt x="148" y="808"/>
                        <a:pt x="347" y="392"/>
                        <a:pt x="642" y="47"/>
                      </a:cubicBezTo>
                      <a:cubicBezTo>
                        <a:pt x="661" y="26"/>
                        <a:pt x="642" y="0"/>
                        <a:pt x="6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38"/>
                <p:cNvSpPr/>
                <p:nvPr/>
              </p:nvSpPr>
              <p:spPr>
                <a:xfrm>
                  <a:off x="3809503" y="2330465"/>
                  <a:ext cx="49784" cy="22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525" extrusionOk="0">
                      <a:moveTo>
                        <a:pt x="1126" y="1"/>
                      </a:moveTo>
                      <a:cubicBezTo>
                        <a:pt x="1122" y="1"/>
                        <a:pt x="1116" y="2"/>
                        <a:pt x="1111" y="5"/>
                      </a:cubicBezTo>
                      <a:cubicBezTo>
                        <a:pt x="792" y="202"/>
                        <a:pt x="427" y="424"/>
                        <a:pt x="27" y="469"/>
                      </a:cubicBezTo>
                      <a:cubicBezTo>
                        <a:pt x="12" y="470"/>
                        <a:pt x="0" y="484"/>
                        <a:pt x="2" y="499"/>
                      </a:cubicBezTo>
                      <a:cubicBezTo>
                        <a:pt x="3" y="514"/>
                        <a:pt x="16" y="524"/>
                        <a:pt x="30" y="524"/>
                      </a:cubicBezTo>
                      <a:lnTo>
                        <a:pt x="33" y="524"/>
                      </a:lnTo>
                      <a:cubicBezTo>
                        <a:pt x="446" y="479"/>
                        <a:pt x="814" y="253"/>
                        <a:pt x="1141" y="53"/>
                      </a:cubicBezTo>
                      <a:cubicBezTo>
                        <a:pt x="1167" y="37"/>
                        <a:pt x="1151" y="1"/>
                        <a:pt x="11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38"/>
                <p:cNvSpPr/>
                <p:nvPr/>
              </p:nvSpPr>
              <p:spPr>
                <a:xfrm>
                  <a:off x="3806474" y="2297787"/>
                  <a:ext cx="9982" cy="50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1195" extrusionOk="0">
                      <a:moveTo>
                        <a:pt x="197" y="0"/>
                      </a:moveTo>
                      <a:cubicBezTo>
                        <a:pt x="186" y="0"/>
                        <a:pt x="176" y="6"/>
                        <a:pt x="171" y="20"/>
                      </a:cubicBezTo>
                      <a:cubicBezTo>
                        <a:pt x="11" y="412"/>
                        <a:pt x="5" y="619"/>
                        <a:pt x="2" y="743"/>
                      </a:cubicBezTo>
                      <a:cubicBezTo>
                        <a:pt x="1" y="877"/>
                        <a:pt x="52" y="1054"/>
                        <a:pt x="99" y="1177"/>
                      </a:cubicBezTo>
                      <a:cubicBezTo>
                        <a:pt x="104" y="1187"/>
                        <a:pt x="114" y="1195"/>
                        <a:pt x="126" y="1195"/>
                      </a:cubicBezTo>
                      <a:cubicBezTo>
                        <a:pt x="129" y="1195"/>
                        <a:pt x="134" y="1195"/>
                        <a:pt x="137" y="1193"/>
                      </a:cubicBezTo>
                      <a:cubicBezTo>
                        <a:pt x="152" y="1187"/>
                        <a:pt x="159" y="1171"/>
                        <a:pt x="152" y="1156"/>
                      </a:cubicBezTo>
                      <a:cubicBezTo>
                        <a:pt x="105" y="1040"/>
                        <a:pt x="56" y="873"/>
                        <a:pt x="59" y="744"/>
                      </a:cubicBezTo>
                      <a:cubicBezTo>
                        <a:pt x="62" y="616"/>
                        <a:pt x="67" y="424"/>
                        <a:pt x="223" y="40"/>
                      </a:cubicBezTo>
                      <a:cubicBezTo>
                        <a:pt x="234" y="18"/>
                        <a:pt x="215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73" name="Google Shape;1273;p38"/>
              <p:cNvGrpSpPr/>
              <p:nvPr/>
            </p:nvGrpSpPr>
            <p:grpSpPr>
              <a:xfrm>
                <a:off x="8344651" y="3882423"/>
                <a:ext cx="168505" cy="165830"/>
                <a:chOff x="6698852" y="4727890"/>
                <a:chExt cx="128160" cy="126173"/>
              </a:xfrm>
            </p:grpSpPr>
            <p:grpSp>
              <p:nvGrpSpPr>
                <p:cNvPr id="1274" name="Google Shape;1274;p38"/>
                <p:cNvGrpSpPr/>
                <p:nvPr/>
              </p:nvGrpSpPr>
              <p:grpSpPr>
                <a:xfrm>
                  <a:off x="6698852" y="4727890"/>
                  <a:ext cx="128160" cy="126173"/>
                  <a:chOff x="6922677" y="4661215"/>
                  <a:chExt cx="128160" cy="126173"/>
                </a:xfrm>
              </p:grpSpPr>
              <p:sp>
                <p:nvSpPr>
                  <p:cNvPr id="1275" name="Google Shape;1275;p38"/>
                  <p:cNvSpPr/>
                  <p:nvPr/>
                </p:nvSpPr>
                <p:spPr>
                  <a:xfrm rot="520759">
                    <a:off x="6965039" y="4663870"/>
                    <a:ext cx="44349" cy="1208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5" h="1349" extrusionOk="0">
                        <a:moveTo>
                          <a:pt x="405" y="0"/>
                        </a:moveTo>
                        <a:cubicBezTo>
                          <a:pt x="379" y="0"/>
                          <a:pt x="355" y="17"/>
                          <a:pt x="348" y="43"/>
                        </a:cubicBezTo>
                        <a:lnTo>
                          <a:pt x="8" y="1267"/>
                        </a:lnTo>
                        <a:cubicBezTo>
                          <a:pt x="1" y="1298"/>
                          <a:pt x="19" y="1331"/>
                          <a:pt x="50" y="1340"/>
                        </a:cubicBezTo>
                        <a:lnTo>
                          <a:pt x="74" y="1346"/>
                        </a:lnTo>
                        <a:cubicBezTo>
                          <a:pt x="79" y="1347"/>
                          <a:pt x="85" y="1348"/>
                          <a:pt x="90" y="1348"/>
                        </a:cubicBezTo>
                        <a:cubicBezTo>
                          <a:pt x="116" y="1348"/>
                          <a:pt x="139" y="1331"/>
                          <a:pt x="147" y="1306"/>
                        </a:cubicBezTo>
                        <a:lnTo>
                          <a:pt x="485" y="81"/>
                        </a:lnTo>
                        <a:cubicBezTo>
                          <a:pt x="494" y="50"/>
                          <a:pt x="476" y="17"/>
                          <a:pt x="445" y="8"/>
                        </a:cubicBezTo>
                        <a:lnTo>
                          <a:pt x="421" y="2"/>
                        </a:lnTo>
                        <a:cubicBezTo>
                          <a:pt x="416" y="1"/>
                          <a:pt x="410" y="0"/>
                          <a:pt x="4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6" name="Google Shape;1276;p38"/>
                  <p:cNvSpPr/>
                  <p:nvPr/>
                </p:nvSpPr>
                <p:spPr>
                  <a:xfrm rot="520759">
                    <a:off x="6937273" y="4681059"/>
                    <a:ext cx="99718" cy="863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" h="964" extrusionOk="0">
                        <a:moveTo>
                          <a:pt x="1031" y="1"/>
                        </a:moveTo>
                        <a:cubicBezTo>
                          <a:pt x="1017" y="1"/>
                          <a:pt x="1004" y="5"/>
                          <a:pt x="994" y="15"/>
                        </a:cubicBezTo>
                        <a:lnTo>
                          <a:pt x="29" y="841"/>
                        </a:lnTo>
                        <a:cubicBezTo>
                          <a:pt x="3" y="862"/>
                          <a:pt x="0" y="899"/>
                          <a:pt x="21" y="924"/>
                        </a:cubicBezTo>
                        <a:lnTo>
                          <a:pt x="38" y="944"/>
                        </a:lnTo>
                        <a:cubicBezTo>
                          <a:pt x="49" y="957"/>
                          <a:pt x="66" y="964"/>
                          <a:pt x="82" y="964"/>
                        </a:cubicBezTo>
                        <a:cubicBezTo>
                          <a:pt x="96" y="964"/>
                          <a:pt x="110" y="959"/>
                          <a:pt x="121" y="950"/>
                        </a:cubicBezTo>
                        <a:lnTo>
                          <a:pt x="1086" y="123"/>
                        </a:lnTo>
                        <a:cubicBezTo>
                          <a:pt x="1111" y="103"/>
                          <a:pt x="1113" y="65"/>
                          <a:pt x="1092" y="40"/>
                        </a:cubicBezTo>
                        <a:lnTo>
                          <a:pt x="1076" y="22"/>
                        </a:lnTo>
                        <a:cubicBezTo>
                          <a:pt x="1064" y="8"/>
                          <a:pt x="1047" y="1"/>
                          <a:pt x="103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7" name="Google Shape;1277;p38"/>
                  <p:cNvSpPr/>
                  <p:nvPr/>
                </p:nvSpPr>
                <p:spPr>
                  <a:xfrm rot="520759">
                    <a:off x="6925099" y="4704611"/>
                    <a:ext cx="122564" cy="41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8" h="462" extrusionOk="0">
                        <a:moveTo>
                          <a:pt x="1295" y="1"/>
                        </a:moveTo>
                        <a:cubicBezTo>
                          <a:pt x="1291" y="1"/>
                          <a:pt x="1286" y="2"/>
                          <a:pt x="1281" y="3"/>
                        </a:cubicBezTo>
                        <a:lnTo>
                          <a:pt x="51" y="320"/>
                        </a:lnTo>
                        <a:cubicBezTo>
                          <a:pt x="20" y="329"/>
                          <a:pt x="0" y="361"/>
                          <a:pt x="9" y="393"/>
                        </a:cubicBezTo>
                        <a:lnTo>
                          <a:pt x="15" y="417"/>
                        </a:lnTo>
                        <a:cubicBezTo>
                          <a:pt x="23" y="443"/>
                          <a:pt x="46" y="461"/>
                          <a:pt x="71" y="461"/>
                        </a:cubicBezTo>
                        <a:cubicBezTo>
                          <a:pt x="76" y="461"/>
                          <a:pt x="82" y="460"/>
                          <a:pt x="87" y="459"/>
                        </a:cubicBezTo>
                        <a:lnTo>
                          <a:pt x="1317" y="141"/>
                        </a:lnTo>
                        <a:cubicBezTo>
                          <a:pt x="1348" y="132"/>
                          <a:pt x="1368" y="101"/>
                          <a:pt x="1359" y="70"/>
                        </a:cubicBezTo>
                        <a:lnTo>
                          <a:pt x="1353" y="46"/>
                        </a:lnTo>
                        <a:cubicBezTo>
                          <a:pt x="1346" y="18"/>
                          <a:pt x="1322" y="1"/>
                          <a:pt x="1295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8" name="Google Shape;1278;p38"/>
                  <p:cNvSpPr/>
                  <p:nvPr/>
                </p:nvSpPr>
                <p:spPr>
                  <a:xfrm rot="520759">
                    <a:off x="6926163" y="4702665"/>
                    <a:ext cx="122116" cy="43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3" h="482" extrusionOk="0">
                        <a:moveTo>
                          <a:pt x="72" y="1"/>
                        </a:moveTo>
                        <a:cubicBezTo>
                          <a:pt x="47" y="1"/>
                          <a:pt x="23" y="18"/>
                          <a:pt x="16" y="44"/>
                        </a:cubicBezTo>
                        <a:lnTo>
                          <a:pt x="8" y="67"/>
                        </a:lnTo>
                        <a:cubicBezTo>
                          <a:pt x="1" y="99"/>
                          <a:pt x="19" y="132"/>
                          <a:pt x="50" y="140"/>
                        </a:cubicBezTo>
                        <a:lnTo>
                          <a:pt x="1274" y="479"/>
                        </a:lnTo>
                        <a:cubicBezTo>
                          <a:pt x="1280" y="481"/>
                          <a:pt x="1285" y="481"/>
                          <a:pt x="1291" y="481"/>
                        </a:cubicBezTo>
                        <a:cubicBezTo>
                          <a:pt x="1316" y="481"/>
                          <a:pt x="1340" y="465"/>
                          <a:pt x="1347" y="439"/>
                        </a:cubicBezTo>
                        <a:lnTo>
                          <a:pt x="1353" y="415"/>
                        </a:lnTo>
                        <a:cubicBezTo>
                          <a:pt x="1362" y="384"/>
                          <a:pt x="1344" y="351"/>
                          <a:pt x="1311" y="342"/>
                        </a:cubicBezTo>
                        <a:lnTo>
                          <a:pt x="89" y="3"/>
                        </a:lnTo>
                        <a:cubicBezTo>
                          <a:pt x="83" y="2"/>
                          <a:pt x="78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9" name="Google Shape;1279;p38"/>
                  <p:cNvSpPr/>
                  <p:nvPr/>
                </p:nvSpPr>
                <p:spPr>
                  <a:xfrm rot="520759">
                    <a:off x="6940576" y="4678832"/>
                    <a:ext cx="93088" cy="93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9" h="1042" extrusionOk="0">
                        <a:moveTo>
                          <a:pt x="82" y="1"/>
                        </a:moveTo>
                        <a:cubicBezTo>
                          <a:pt x="67" y="1"/>
                          <a:pt x="52" y="6"/>
                          <a:pt x="40" y="17"/>
                        </a:cubicBezTo>
                        <a:lnTo>
                          <a:pt x="23" y="35"/>
                        </a:lnTo>
                        <a:cubicBezTo>
                          <a:pt x="0" y="58"/>
                          <a:pt x="0" y="95"/>
                          <a:pt x="23" y="119"/>
                        </a:cubicBezTo>
                        <a:lnTo>
                          <a:pt x="913" y="1024"/>
                        </a:lnTo>
                        <a:cubicBezTo>
                          <a:pt x="925" y="1036"/>
                          <a:pt x="940" y="1042"/>
                          <a:pt x="955" y="1042"/>
                        </a:cubicBezTo>
                        <a:cubicBezTo>
                          <a:pt x="969" y="1042"/>
                          <a:pt x="984" y="1036"/>
                          <a:pt x="996" y="1024"/>
                        </a:cubicBezTo>
                        <a:lnTo>
                          <a:pt x="1014" y="1007"/>
                        </a:lnTo>
                        <a:cubicBezTo>
                          <a:pt x="1038" y="985"/>
                          <a:pt x="1038" y="948"/>
                          <a:pt x="1014" y="924"/>
                        </a:cubicBezTo>
                        <a:lnTo>
                          <a:pt x="124" y="19"/>
                        </a:lnTo>
                        <a:cubicBezTo>
                          <a:pt x="113" y="7"/>
                          <a:pt x="97" y="1"/>
                          <a:pt x="8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0" name="Google Shape;1280;p38"/>
                  <p:cNvSpPr/>
                  <p:nvPr/>
                </p:nvSpPr>
                <p:spPr>
                  <a:xfrm rot="520759">
                    <a:off x="6963337" y="4664228"/>
                    <a:ext cx="47753" cy="120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3" h="1341" extrusionOk="0">
                        <a:moveTo>
                          <a:pt x="91" y="0"/>
                        </a:moveTo>
                        <a:cubicBezTo>
                          <a:pt x="85" y="0"/>
                          <a:pt x="79" y="1"/>
                          <a:pt x="73" y="3"/>
                        </a:cubicBezTo>
                        <a:lnTo>
                          <a:pt x="49" y="10"/>
                        </a:lnTo>
                        <a:cubicBezTo>
                          <a:pt x="18" y="19"/>
                          <a:pt x="0" y="54"/>
                          <a:pt x="11" y="85"/>
                        </a:cubicBezTo>
                        <a:lnTo>
                          <a:pt x="385" y="1299"/>
                        </a:lnTo>
                        <a:cubicBezTo>
                          <a:pt x="392" y="1324"/>
                          <a:pt x="416" y="1340"/>
                          <a:pt x="441" y="1340"/>
                        </a:cubicBezTo>
                        <a:cubicBezTo>
                          <a:pt x="447" y="1340"/>
                          <a:pt x="453" y="1339"/>
                          <a:pt x="460" y="1337"/>
                        </a:cubicBezTo>
                        <a:lnTo>
                          <a:pt x="483" y="1330"/>
                        </a:lnTo>
                        <a:cubicBezTo>
                          <a:pt x="515" y="1321"/>
                          <a:pt x="533" y="1287"/>
                          <a:pt x="522" y="1255"/>
                        </a:cubicBezTo>
                        <a:lnTo>
                          <a:pt x="148" y="42"/>
                        </a:lnTo>
                        <a:cubicBezTo>
                          <a:pt x="139" y="16"/>
                          <a:pt x="116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81" name="Google Shape;1281;p38"/>
                <p:cNvSpPr/>
                <p:nvPr/>
              </p:nvSpPr>
              <p:spPr>
                <a:xfrm rot="520759">
                  <a:off x="6746386" y="4778324"/>
                  <a:ext cx="28491" cy="24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" h="268" extrusionOk="0">
                      <a:moveTo>
                        <a:pt x="168" y="0"/>
                      </a:moveTo>
                      <a:cubicBezTo>
                        <a:pt x="70" y="0"/>
                        <a:pt x="1" y="108"/>
                        <a:pt x="52" y="199"/>
                      </a:cubicBezTo>
                      <a:cubicBezTo>
                        <a:pt x="79" y="246"/>
                        <a:pt x="124" y="268"/>
                        <a:pt x="169" y="268"/>
                      </a:cubicBezTo>
                      <a:cubicBezTo>
                        <a:pt x="225" y="268"/>
                        <a:pt x="281" y="233"/>
                        <a:pt x="299" y="170"/>
                      </a:cubicBezTo>
                      <a:cubicBezTo>
                        <a:pt x="318" y="98"/>
                        <a:pt x="276" y="25"/>
                        <a:pt x="206" y="6"/>
                      </a:cubicBezTo>
                      <a:cubicBezTo>
                        <a:pt x="193" y="2"/>
                        <a:pt x="180" y="0"/>
                        <a:pt x="168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2" name="Google Shape;1282;p38"/>
              <p:cNvGrpSpPr/>
              <p:nvPr/>
            </p:nvGrpSpPr>
            <p:grpSpPr>
              <a:xfrm>
                <a:off x="8249184" y="4318878"/>
                <a:ext cx="143822" cy="141579"/>
                <a:chOff x="6922677" y="4661215"/>
                <a:chExt cx="128160" cy="126173"/>
              </a:xfrm>
            </p:grpSpPr>
            <p:sp>
              <p:nvSpPr>
                <p:cNvPr id="1283" name="Google Shape;1283;p38"/>
                <p:cNvSpPr/>
                <p:nvPr/>
              </p:nvSpPr>
              <p:spPr>
                <a:xfrm rot="520759">
                  <a:off x="6965039" y="4663870"/>
                  <a:ext cx="44349" cy="12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1349" extrusionOk="0">
                      <a:moveTo>
                        <a:pt x="405" y="0"/>
                      </a:moveTo>
                      <a:cubicBezTo>
                        <a:pt x="379" y="0"/>
                        <a:pt x="355" y="17"/>
                        <a:pt x="348" y="43"/>
                      </a:cubicBezTo>
                      <a:lnTo>
                        <a:pt x="8" y="1267"/>
                      </a:lnTo>
                      <a:cubicBezTo>
                        <a:pt x="1" y="1298"/>
                        <a:pt x="19" y="1331"/>
                        <a:pt x="50" y="1340"/>
                      </a:cubicBezTo>
                      <a:lnTo>
                        <a:pt x="74" y="1346"/>
                      </a:lnTo>
                      <a:cubicBezTo>
                        <a:pt x="79" y="1347"/>
                        <a:pt x="85" y="1348"/>
                        <a:pt x="90" y="1348"/>
                      </a:cubicBezTo>
                      <a:cubicBezTo>
                        <a:pt x="116" y="1348"/>
                        <a:pt x="139" y="1331"/>
                        <a:pt x="147" y="1306"/>
                      </a:cubicBezTo>
                      <a:lnTo>
                        <a:pt x="485" y="81"/>
                      </a:lnTo>
                      <a:cubicBezTo>
                        <a:pt x="494" y="50"/>
                        <a:pt x="476" y="17"/>
                        <a:pt x="445" y="8"/>
                      </a:cubicBezTo>
                      <a:lnTo>
                        <a:pt x="421" y="2"/>
                      </a:lnTo>
                      <a:cubicBezTo>
                        <a:pt x="416" y="1"/>
                        <a:pt x="410" y="0"/>
                        <a:pt x="40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38"/>
                <p:cNvSpPr/>
                <p:nvPr/>
              </p:nvSpPr>
              <p:spPr>
                <a:xfrm rot="520759">
                  <a:off x="6937273" y="4681059"/>
                  <a:ext cx="99718" cy="8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" h="964" extrusionOk="0">
                      <a:moveTo>
                        <a:pt x="1031" y="1"/>
                      </a:moveTo>
                      <a:cubicBezTo>
                        <a:pt x="1017" y="1"/>
                        <a:pt x="1004" y="5"/>
                        <a:pt x="994" y="15"/>
                      </a:cubicBezTo>
                      <a:lnTo>
                        <a:pt x="29" y="841"/>
                      </a:lnTo>
                      <a:cubicBezTo>
                        <a:pt x="3" y="862"/>
                        <a:pt x="0" y="899"/>
                        <a:pt x="21" y="924"/>
                      </a:cubicBezTo>
                      <a:lnTo>
                        <a:pt x="38" y="944"/>
                      </a:lnTo>
                      <a:cubicBezTo>
                        <a:pt x="49" y="957"/>
                        <a:pt x="66" y="964"/>
                        <a:pt x="82" y="964"/>
                      </a:cubicBezTo>
                      <a:cubicBezTo>
                        <a:pt x="96" y="964"/>
                        <a:pt x="110" y="959"/>
                        <a:pt x="121" y="950"/>
                      </a:cubicBezTo>
                      <a:lnTo>
                        <a:pt x="1086" y="123"/>
                      </a:lnTo>
                      <a:cubicBezTo>
                        <a:pt x="1111" y="103"/>
                        <a:pt x="1113" y="65"/>
                        <a:pt x="1092" y="40"/>
                      </a:cubicBezTo>
                      <a:lnTo>
                        <a:pt x="1076" y="22"/>
                      </a:lnTo>
                      <a:cubicBezTo>
                        <a:pt x="1064" y="8"/>
                        <a:pt x="1047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38"/>
                <p:cNvSpPr/>
                <p:nvPr/>
              </p:nvSpPr>
              <p:spPr>
                <a:xfrm rot="520759">
                  <a:off x="6925099" y="4704611"/>
                  <a:ext cx="122564" cy="4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462" extrusionOk="0">
                      <a:moveTo>
                        <a:pt x="1295" y="1"/>
                      </a:moveTo>
                      <a:cubicBezTo>
                        <a:pt x="1291" y="1"/>
                        <a:pt x="1286" y="2"/>
                        <a:pt x="1281" y="3"/>
                      </a:cubicBezTo>
                      <a:lnTo>
                        <a:pt x="51" y="320"/>
                      </a:lnTo>
                      <a:cubicBezTo>
                        <a:pt x="20" y="329"/>
                        <a:pt x="0" y="361"/>
                        <a:pt x="9" y="393"/>
                      </a:cubicBezTo>
                      <a:lnTo>
                        <a:pt x="15" y="417"/>
                      </a:lnTo>
                      <a:cubicBezTo>
                        <a:pt x="23" y="443"/>
                        <a:pt x="46" y="461"/>
                        <a:pt x="71" y="461"/>
                      </a:cubicBezTo>
                      <a:cubicBezTo>
                        <a:pt x="76" y="461"/>
                        <a:pt x="82" y="460"/>
                        <a:pt x="87" y="459"/>
                      </a:cubicBezTo>
                      <a:lnTo>
                        <a:pt x="1317" y="141"/>
                      </a:lnTo>
                      <a:cubicBezTo>
                        <a:pt x="1348" y="132"/>
                        <a:pt x="1368" y="101"/>
                        <a:pt x="1359" y="70"/>
                      </a:cubicBezTo>
                      <a:lnTo>
                        <a:pt x="1353" y="46"/>
                      </a:lnTo>
                      <a:cubicBezTo>
                        <a:pt x="1346" y="18"/>
                        <a:pt x="1322" y="1"/>
                        <a:pt x="12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38"/>
                <p:cNvSpPr/>
                <p:nvPr/>
              </p:nvSpPr>
              <p:spPr>
                <a:xfrm rot="520759">
                  <a:off x="6926163" y="4702665"/>
                  <a:ext cx="122116" cy="43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482" extrusionOk="0">
                      <a:moveTo>
                        <a:pt x="72" y="1"/>
                      </a:moveTo>
                      <a:cubicBezTo>
                        <a:pt x="47" y="1"/>
                        <a:pt x="23" y="18"/>
                        <a:pt x="16" y="44"/>
                      </a:cubicBezTo>
                      <a:lnTo>
                        <a:pt x="8" y="67"/>
                      </a:lnTo>
                      <a:cubicBezTo>
                        <a:pt x="1" y="99"/>
                        <a:pt x="19" y="132"/>
                        <a:pt x="50" y="140"/>
                      </a:cubicBezTo>
                      <a:lnTo>
                        <a:pt x="1274" y="479"/>
                      </a:lnTo>
                      <a:cubicBezTo>
                        <a:pt x="1280" y="481"/>
                        <a:pt x="1285" y="481"/>
                        <a:pt x="1291" y="481"/>
                      </a:cubicBezTo>
                      <a:cubicBezTo>
                        <a:pt x="1316" y="481"/>
                        <a:pt x="1340" y="465"/>
                        <a:pt x="1347" y="439"/>
                      </a:cubicBezTo>
                      <a:lnTo>
                        <a:pt x="1353" y="415"/>
                      </a:lnTo>
                      <a:cubicBezTo>
                        <a:pt x="1362" y="384"/>
                        <a:pt x="1344" y="351"/>
                        <a:pt x="1311" y="342"/>
                      </a:cubicBezTo>
                      <a:lnTo>
                        <a:pt x="89" y="3"/>
                      </a:lnTo>
                      <a:cubicBezTo>
                        <a:pt x="83" y="2"/>
                        <a:pt x="78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7" name="Google Shape;1287;p38"/>
                <p:cNvSpPr/>
                <p:nvPr/>
              </p:nvSpPr>
              <p:spPr>
                <a:xfrm rot="520759">
                  <a:off x="6940576" y="4678832"/>
                  <a:ext cx="93088" cy="9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" h="1042" extrusionOk="0">
                      <a:moveTo>
                        <a:pt x="82" y="1"/>
                      </a:moveTo>
                      <a:cubicBezTo>
                        <a:pt x="67" y="1"/>
                        <a:pt x="52" y="6"/>
                        <a:pt x="40" y="17"/>
                      </a:cubicBezTo>
                      <a:lnTo>
                        <a:pt x="23" y="35"/>
                      </a:lnTo>
                      <a:cubicBezTo>
                        <a:pt x="0" y="58"/>
                        <a:pt x="0" y="95"/>
                        <a:pt x="23" y="119"/>
                      </a:cubicBezTo>
                      <a:lnTo>
                        <a:pt x="913" y="1024"/>
                      </a:lnTo>
                      <a:cubicBezTo>
                        <a:pt x="925" y="1036"/>
                        <a:pt x="940" y="1042"/>
                        <a:pt x="955" y="1042"/>
                      </a:cubicBezTo>
                      <a:cubicBezTo>
                        <a:pt x="969" y="1042"/>
                        <a:pt x="984" y="1036"/>
                        <a:pt x="996" y="1024"/>
                      </a:cubicBezTo>
                      <a:lnTo>
                        <a:pt x="1014" y="1007"/>
                      </a:lnTo>
                      <a:cubicBezTo>
                        <a:pt x="1038" y="985"/>
                        <a:pt x="1038" y="948"/>
                        <a:pt x="1014" y="924"/>
                      </a:cubicBezTo>
                      <a:lnTo>
                        <a:pt x="124" y="19"/>
                      </a:lnTo>
                      <a:cubicBezTo>
                        <a:pt x="113" y="7"/>
                        <a:pt x="9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38"/>
                <p:cNvSpPr/>
                <p:nvPr/>
              </p:nvSpPr>
              <p:spPr>
                <a:xfrm rot="520759">
                  <a:off x="6963337" y="4664228"/>
                  <a:ext cx="47753" cy="120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" h="1341" extrusionOk="0">
                      <a:moveTo>
                        <a:pt x="91" y="0"/>
                      </a:moveTo>
                      <a:cubicBezTo>
                        <a:pt x="85" y="0"/>
                        <a:pt x="79" y="1"/>
                        <a:pt x="73" y="3"/>
                      </a:cubicBezTo>
                      <a:lnTo>
                        <a:pt x="49" y="10"/>
                      </a:lnTo>
                      <a:cubicBezTo>
                        <a:pt x="18" y="19"/>
                        <a:pt x="0" y="54"/>
                        <a:pt x="11" y="85"/>
                      </a:cubicBezTo>
                      <a:lnTo>
                        <a:pt x="385" y="1299"/>
                      </a:lnTo>
                      <a:cubicBezTo>
                        <a:pt x="392" y="1324"/>
                        <a:pt x="416" y="1340"/>
                        <a:pt x="441" y="1340"/>
                      </a:cubicBezTo>
                      <a:cubicBezTo>
                        <a:pt x="447" y="1340"/>
                        <a:pt x="453" y="1339"/>
                        <a:pt x="460" y="1337"/>
                      </a:cubicBezTo>
                      <a:lnTo>
                        <a:pt x="483" y="1330"/>
                      </a:lnTo>
                      <a:cubicBezTo>
                        <a:pt x="515" y="1321"/>
                        <a:pt x="533" y="1287"/>
                        <a:pt x="522" y="1255"/>
                      </a:cubicBezTo>
                      <a:lnTo>
                        <a:pt x="148" y="42"/>
                      </a:lnTo>
                      <a:cubicBezTo>
                        <a:pt x="139" y="16"/>
                        <a:pt x="116" y="0"/>
                        <a:pt x="9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89" name="Google Shape;1289;p38"/>
              <p:cNvSpPr/>
              <p:nvPr/>
            </p:nvSpPr>
            <p:spPr>
              <a:xfrm rot="520688">
                <a:off x="8302526" y="4375469"/>
                <a:ext cx="31972" cy="26944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90" name="Google Shape;1290;p38"/>
              <p:cNvGrpSpPr/>
              <p:nvPr/>
            </p:nvGrpSpPr>
            <p:grpSpPr>
              <a:xfrm>
                <a:off x="8158353" y="3963981"/>
                <a:ext cx="90494" cy="89078"/>
                <a:chOff x="6922677" y="4661215"/>
                <a:chExt cx="128160" cy="126173"/>
              </a:xfrm>
            </p:grpSpPr>
            <p:sp>
              <p:nvSpPr>
                <p:cNvPr id="1291" name="Google Shape;1291;p38"/>
                <p:cNvSpPr/>
                <p:nvPr/>
              </p:nvSpPr>
              <p:spPr>
                <a:xfrm rot="520759">
                  <a:off x="6965039" y="4663870"/>
                  <a:ext cx="44349" cy="12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1349" extrusionOk="0">
                      <a:moveTo>
                        <a:pt x="405" y="0"/>
                      </a:moveTo>
                      <a:cubicBezTo>
                        <a:pt x="379" y="0"/>
                        <a:pt x="355" y="17"/>
                        <a:pt x="348" y="43"/>
                      </a:cubicBezTo>
                      <a:lnTo>
                        <a:pt x="8" y="1267"/>
                      </a:lnTo>
                      <a:cubicBezTo>
                        <a:pt x="1" y="1298"/>
                        <a:pt x="19" y="1331"/>
                        <a:pt x="50" y="1340"/>
                      </a:cubicBezTo>
                      <a:lnTo>
                        <a:pt x="74" y="1346"/>
                      </a:lnTo>
                      <a:cubicBezTo>
                        <a:pt x="79" y="1347"/>
                        <a:pt x="85" y="1348"/>
                        <a:pt x="90" y="1348"/>
                      </a:cubicBezTo>
                      <a:cubicBezTo>
                        <a:pt x="116" y="1348"/>
                        <a:pt x="139" y="1331"/>
                        <a:pt x="147" y="1306"/>
                      </a:cubicBezTo>
                      <a:lnTo>
                        <a:pt x="485" y="81"/>
                      </a:lnTo>
                      <a:cubicBezTo>
                        <a:pt x="494" y="50"/>
                        <a:pt x="476" y="17"/>
                        <a:pt x="445" y="8"/>
                      </a:cubicBezTo>
                      <a:lnTo>
                        <a:pt x="421" y="2"/>
                      </a:lnTo>
                      <a:cubicBezTo>
                        <a:pt x="416" y="1"/>
                        <a:pt x="410" y="0"/>
                        <a:pt x="40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2" name="Google Shape;1292;p38"/>
                <p:cNvSpPr/>
                <p:nvPr/>
              </p:nvSpPr>
              <p:spPr>
                <a:xfrm rot="520759">
                  <a:off x="6937273" y="4681059"/>
                  <a:ext cx="99718" cy="8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" h="964" extrusionOk="0">
                      <a:moveTo>
                        <a:pt x="1031" y="1"/>
                      </a:moveTo>
                      <a:cubicBezTo>
                        <a:pt x="1017" y="1"/>
                        <a:pt x="1004" y="5"/>
                        <a:pt x="994" y="15"/>
                      </a:cubicBezTo>
                      <a:lnTo>
                        <a:pt x="29" y="841"/>
                      </a:lnTo>
                      <a:cubicBezTo>
                        <a:pt x="3" y="862"/>
                        <a:pt x="0" y="899"/>
                        <a:pt x="21" y="924"/>
                      </a:cubicBezTo>
                      <a:lnTo>
                        <a:pt x="38" y="944"/>
                      </a:lnTo>
                      <a:cubicBezTo>
                        <a:pt x="49" y="957"/>
                        <a:pt x="66" y="964"/>
                        <a:pt x="82" y="964"/>
                      </a:cubicBezTo>
                      <a:cubicBezTo>
                        <a:pt x="96" y="964"/>
                        <a:pt x="110" y="959"/>
                        <a:pt x="121" y="950"/>
                      </a:cubicBezTo>
                      <a:lnTo>
                        <a:pt x="1086" y="123"/>
                      </a:lnTo>
                      <a:cubicBezTo>
                        <a:pt x="1111" y="103"/>
                        <a:pt x="1113" y="65"/>
                        <a:pt x="1092" y="40"/>
                      </a:cubicBezTo>
                      <a:lnTo>
                        <a:pt x="1076" y="22"/>
                      </a:lnTo>
                      <a:cubicBezTo>
                        <a:pt x="1064" y="8"/>
                        <a:pt x="1047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1293;p38"/>
                <p:cNvSpPr/>
                <p:nvPr/>
              </p:nvSpPr>
              <p:spPr>
                <a:xfrm rot="520759">
                  <a:off x="6925099" y="4704611"/>
                  <a:ext cx="122564" cy="4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462" extrusionOk="0">
                      <a:moveTo>
                        <a:pt x="1295" y="1"/>
                      </a:moveTo>
                      <a:cubicBezTo>
                        <a:pt x="1291" y="1"/>
                        <a:pt x="1286" y="2"/>
                        <a:pt x="1281" y="3"/>
                      </a:cubicBezTo>
                      <a:lnTo>
                        <a:pt x="51" y="320"/>
                      </a:lnTo>
                      <a:cubicBezTo>
                        <a:pt x="20" y="329"/>
                        <a:pt x="0" y="361"/>
                        <a:pt x="9" y="393"/>
                      </a:cubicBezTo>
                      <a:lnTo>
                        <a:pt x="15" y="417"/>
                      </a:lnTo>
                      <a:cubicBezTo>
                        <a:pt x="23" y="443"/>
                        <a:pt x="46" y="461"/>
                        <a:pt x="71" y="461"/>
                      </a:cubicBezTo>
                      <a:cubicBezTo>
                        <a:pt x="76" y="461"/>
                        <a:pt x="82" y="460"/>
                        <a:pt x="87" y="459"/>
                      </a:cubicBezTo>
                      <a:lnTo>
                        <a:pt x="1317" y="141"/>
                      </a:lnTo>
                      <a:cubicBezTo>
                        <a:pt x="1348" y="132"/>
                        <a:pt x="1368" y="101"/>
                        <a:pt x="1359" y="70"/>
                      </a:cubicBezTo>
                      <a:lnTo>
                        <a:pt x="1353" y="46"/>
                      </a:lnTo>
                      <a:cubicBezTo>
                        <a:pt x="1346" y="18"/>
                        <a:pt x="1322" y="1"/>
                        <a:pt x="12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4" name="Google Shape;1294;p38"/>
                <p:cNvSpPr/>
                <p:nvPr/>
              </p:nvSpPr>
              <p:spPr>
                <a:xfrm rot="520759">
                  <a:off x="6926163" y="4702665"/>
                  <a:ext cx="122116" cy="43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482" extrusionOk="0">
                      <a:moveTo>
                        <a:pt x="72" y="1"/>
                      </a:moveTo>
                      <a:cubicBezTo>
                        <a:pt x="47" y="1"/>
                        <a:pt x="23" y="18"/>
                        <a:pt x="16" y="44"/>
                      </a:cubicBezTo>
                      <a:lnTo>
                        <a:pt x="8" y="67"/>
                      </a:lnTo>
                      <a:cubicBezTo>
                        <a:pt x="1" y="99"/>
                        <a:pt x="19" y="132"/>
                        <a:pt x="50" y="140"/>
                      </a:cubicBezTo>
                      <a:lnTo>
                        <a:pt x="1274" y="479"/>
                      </a:lnTo>
                      <a:cubicBezTo>
                        <a:pt x="1280" y="481"/>
                        <a:pt x="1285" y="481"/>
                        <a:pt x="1291" y="481"/>
                      </a:cubicBezTo>
                      <a:cubicBezTo>
                        <a:pt x="1316" y="481"/>
                        <a:pt x="1340" y="465"/>
                        <a:pt x="1347" y="439"/>
                      </a:cubicBezTo>
                      <a:lnTo>
                        <a:pt x="1353" y="415"/>
                      </a:lnTo>
                      <a:cubicBezTo>
                        <a:pt x="1362" y="384"/>
                        <a:pt x="1344" y="351"/>
                        <a:pt x="1311" y="342"/>
                      </a:cubicBezTo>
                      <a:lnTo>
                        <a:pt x="89" y="3"/>
                      </a:lnTo>
                      <a:cubicBezTo>
                        <a:pt x="83" y="2"/>
                        <a:pt x="78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5" name="Google Shape;1295;p38"/>
                <p:cNvSpPr/>
                <p:nvPr/>
              </p:nvSpPr>
              <p:spPr>
                <a:xfrm rot="520759">
                  <a:off x="6940576" y="4678832"/>
                  <a:ext cx="93088" cy="9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" h="1042" extrusionOk="0">
                      <a:moveTo>
                        <a:pt x="82" y="1"/>
                      </a:moveTo>
                      <a:cubicBezTo>
                        <a:pt x="67" y="1"/>
                        <a:pt x="52" y="6"/>
                        <a:pt x="40" y="17"/>
                      </a:cubicBezTo>
                      <a:lnTo>
                        <a:pt x="23" y="35"/>
                      </a:lnTo>
                      <a:cubicBezTo>
                        <a:pt x="0" y="58"/>
                        <a:pt x="0" y="95"/>
                        <a:pt x="23" y="119"/>
                      </a:cubicBezTo>
                      <a:lnTo>
                        <a:pt x="913" y="1024"/>
                      </a:lnTo>
                      <a:cubicBezTo>
                        <a:pt x="925" y="1036"/>
                        <a:pt x="940" y="1042"/>
                        <a:pt x="955" y="1042"/>
                      </a:cubicBezTo>
                      <a:cubicBezTo>
                        <a:pt x="969" y="1042"/>
                        <a:pt x="984" y="1036"/>
                        <a:pt x="996" y="1024"/>
                      </a:cubicBezTo>
                      <a:lnTo>
                        <a:pt x="1014" y="1007"/>
                      </a:lnTo>
                      <a:cubicBezTo>
                        <a:pt x="1038" y="985"/>
                        <a:pt x="1038" y="948"/>
                        <a:pt x="1014" y="924"/>
                      </a:cubicBezTo>
                      <a:lnTo>
                        <a:pt x="124" y="19"/>
                      </a:lnTo>
                      <a:cubicBezTo>
                        <a:pt x="113" y="7"/>
                        <a:pt x="9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6" name="Google Shape;1296;p38"/>
                <p:cNvSpPr/>
                <p:nvPr/>
              </p:nvSpPr>
              <p:spPr>
                <a:xfrm rot="520759">
                  <a:off x="6963337" y="4664228"/>
                  <a:ext cx="47753" cy="120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" h="1341" extrusionOk="0">
                      <a:moveTo>
                        <a:pt x="91" y="0"/>
                      </a:moveTo>
                      <a:cubicBezTo>
                        <a:pt x="85" y="0"/>
                        <a:pt x="79" y="1"/>
                        <a:pt x="73" y="3"/>
                      </a:cubicBezTo>
                      <a:lnTo>
                        <a:pt x="49" y="10"/>
                      </a:lnTo>
                      <a:cubicBezTo>
                        <a:pt x="18" y="19"/>
                        <a:pt x="0" y="54"/>
                        <a:pt x="11" y="85"/>
                      </a:cubicBezTo>
                      <a:lnTo>
                        <a:pt x="385" y="1299"/>
                      </a:lnTo>
                      <a:cubicBezTo>
                        <a:pt x="392" y="1324"/>
                        <a:pt x="416" y="1340"/>
                        <a:pt x="441" y="1340"/>
                      </a:cubicBezTo>
                      <a:cubicBezTo>
                        <a:pt x="447" y="1340"/>
                        <a:pt x="453" y="1339"/>
                        <a:pt x="460" y="1337"/>
                      </a:cubicBezTo>
                      <a:lnTo>
                        <a:pt x="483" y="1330"/>
                      </a:lnTo>
                      <a:cubicBezTo>
                        <a:pt x="515" y="1321"/>
                        <a:pt x="533" y="1287"/>
                        <a:pt x="522" y="1255"/>
                      </a:cubicBezTo>
                      <a:lnTo>
                        <a:pt x="148" y="42"/>
                      </a:lnTo>
                      <a:cubicBezTo>
                        <a:pt x="139" y="16"/>
                        <a:pt x="116" y="0"/>
                        <a:pt x="9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7" name="Google Shape;1297;p38"/>
              <p:cNvSpPr/>
              <p:nvPr/>
            </p:nvSpPr>
            <p:spPr>
              <a:xfrm rot="520639">
                <a:off x="8192241" y="3999727"/>
                <a:ext cx="20119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38"/>
            <p:cNvGrpSpPr/>
            <p:nvPr/>
          </p:nvGrpSpPr>
          <p:grpSpPr>
            <a:xfrm>
              <a:off x="5202119" y="906940"/>
              <a:ext cx="3603696" cy="3706648"/>
              <a:chOff x="4990125" y="908118"/>
              <a:chExt cx="3603696" cy="3700357"/>
            </a:xfrm>
          </p:grpSpPr>
          <p:sp>
            <p:nvSpPr>
              <p:cNvPr id="1299" name="Google Shape;1299;p38"/>
              <p:cNvSpPr/>
              <p:nvPr/>
            </p:nvSpPr>
            <p:spPr>
              <a:xfrm>
                <a:off x="5441661" y="2640706"/>
                <a:ext cx="530969" cy="1905248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15887" extrusionOk="0">
                    <a:moveTo>
                      <a:pt x="0" y="1"/>
                    </a:moveTo>
                    <a:lnTo>
                      <a:pt x="0" y="15886"/>
                    </a:lnTo>
                    <a:lnTo>
                      <a:pt x="4516" y="15886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8"/>
              <p:cNvSpPr/>
              <p:nvPr/>
            </p:nvSpPr>
            <p:spPr>
              <a:xfrm>
                <a:off x="6842651" y="2640706"/>
                <a:ext cx="530756" cy="1905248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15887" extrusionOk="0">
                    <a:moveTo>
                      <a:pt x="0" y="1"/>
                    </a:moveTo>
                    <a:lnTo>
                      <a:pt x="0" y="15886"/>
                    </a:lnTo>
                    <a:lnTo>
                      <a:pt x="4514" y="15886"/>
                    </a:lnTo>
                    <a:lnTo>
                      <a:pt x="451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8"/>
              <p:cNvSpPr/>
              <p:nvPr/>
            </p:nvSpPr>
            <p:spPr>
              <a:xfrm>
                <a:off x="5712563" y="2584378"/>
                <a:ext cx="879028" cy="2024097"/>
              </a:xfrm>
              <a:custGeom>
                <a:avLst/>
                <a:gdLst/>
                <a:ahLst/>
                <a:cxnLst/>
                <a:rect l="l" t="t" r="r" b="b"/>
                <a:pathLst>
                  <a:path w="7476" h="17215" extrusionOk="0">
                    <a:moveTo>
                      <a:pt x="0" y="0"/>
                    </a:moveTo>
                    <a:lnTo>
                      <a:pt x="0" y="17214"/>
                    </a:lnTo>
                    <a:lnTo>
                      <a:pt x="7476" y="17214"/>
                    </a:lnTo>
                    <a:lnTo>
                      <a:pt x="7476" y="0"/>
                    </a:ln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8"/>
              <p:cNvSpPr/>
              <p:nvPr/>
            </p:nvSpPr>
            <p:spPr>
              <a:xfrm>
                <a:off x="5712563" y="2487373"/>
                <a:ext cx="879028" cy="97119"/>
              </a:xfrm>
              <a:custGeom>
                <a:avLst/>
                <a:gdLst/>
                <a:ahLst/>
                <a:cxnLst/>
                <a:rect l="l" t="t" r="r" b="b"/>
                <a:pathLst>
                  <a:path w="7476" h="826" extrusionOk="0">
                    <a:moveTo>
                      <a:pt x="0" y="0"/>
                    </a:moveTo>
                    <a:lnTo>
                      <a:pt x="0" y="825"/>
                    </a:lnTo>
                    <a:lnTo>
                      <a:pt x="7476" y="825"/>
                    </a:lnTo>
                    <a:lnTo>
                      <a:pt x="7476" y="0"/>
                    </a:lnTo>
                    <a:close/>
                  </a:path>
                </a:pathLst>
              </a:custGeom>
              <a:solidFill>
                <a:srgbClr val="C2A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8"/>
              <p:cNvSpPr/>
              <p:nvPr/>
            </p:nvSpPr>
            <p:spPr>
              <a:xfrm>
                <a:off x="4990125" y="908118"/>
                <a:ext cx="804012" cy="671955"/>
              </a:xfrm>
              <a:custGeom>
                <a:avLst/>
                <a:gdLst/>
                <a:ahLst/>
                <a:cxnLst/>
                <a:rect l="l" t="t" r="r" b="b"/>
                <a:pathLst>
                  <a:path w="6838" h="5715" extrusionOk="0">
                    <a:moveTo>
                      <a:pt x="3420" y="0"/>
                    </a:moveTo>
                    <a:cubicBezTo>
                      <a:pt x="1531" y="0"/>
                      <a:pt x="1" y="1280"/>
                      <a:pt x="1" y="2857"/>
                    </a:cubicBezTo>
                    <a:cubicBezTo>
                      <a:pt x="1" y="4435"/>
                      <a:pt x="1531" y="5715"/>
                      <a:pt x="3420" y="5715"/>
                    </a:cubicBezTo>
                    <a:cubicBezTo>
                      <a:pt x="5308" y="5715"/>
                      <a:pt x="6838" y="4435"/>
                      <a:pt x="6838" y="2857"/>
                    </a:cubicBezTo>
                    <a:cubicBezTo>
                      <a:pt x="6838" y="1280"/>
                      <a:pt x="5308" y="0"/>
                      <a:pt x="34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8"/>
              <p:cNvSpPr/>
              <p:nvPr/>
            </p:nvSpPr>
            <p:spPr>
              <a:xfrm>
                <a:off x="6056261" y="2423525"/>
                <a:ext cx="74898" cy="78424"/>
              </a:xfrm>
              <a:custGeom>
                <a:avLst/>
                <a:gdLst/>
                <a:ahLst/>
                <a:cxnLst/>
                <a:rect l="l" t="t" r="r" b="b"/>
                <a:pathLst>
                  <a:path w="637" h="667" extrusionOk="0">
                    <a:moveTo>
                      <a:pt x="582" y="1"/>
                    </a:moveTo>
                    <a:lnTo>
                      <a:pt x="243" y="95"/>
                    </a:lnTo>
                    <a:cubicBezTo>
                      <a:pt x="243" y="95"/>
                      <a:pt x="0" y="563"/>
                      <a:pt x="113" y="600"/>
                    </a:cubicBezTo>
                    <a:cubicBezTo>
                      <a:pt x="183" y="623"/>
                      <a:pt x="323" y="667"/>
                      <a:pt x="434" y="667"/>
                    </a:cubicBezTo>
                    <a:cubicBezTo>
                      <a:pt x="503" y="667"/>
                      <a:pt x="560" y="650"/>
                      <a:pt x="582" y="600"/>
                    </a:cubicBezTo>
                    <a:cubicBezTo>
                      <a:pt x="637" y="469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8"/>
              <p:cNvSpPr/>
              <p:nvPr/>
            </p:nvSpPr>
            <p:spPr>
              <a:xfrm>
                <a:off x="6036390" y="2477848"/>
                <a:ext cx="200474" cy="67489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574" extrusionOk="0">
                    <a:moveTo>
                      <a:pt x="279" y="1"/>
                    </a:moveTo>
                    <a:cubicBezTo>
                      <a:pt x="279" y="1"/>
                      <a:pt x="1" y="401"/>
                      <a:pt x="75" y="456"/>
                    </a:cubicBezTo>
                    <a:cubicBezTo>
                      <a:pt x="150" y="512"/>
                      <a:pt x="357" y="512"/>
                      <a:pt x="357" y="512"/>
                    </a:cubicBezTo>
                    <a:cubicBezTo>
                      <a:pt x="357" y="512"/>
                      <a:pt x="907" y="573"/>
                      <a:pt x="1305" y="573"/>
                    </a:cubicBezTo>
                    <a:cubicBezTo>
                      <a:pt x="1529" y="573"/>
                      <a:pt x="1705" y="554"/>
                      <a:pt x="1705" y="493"/>
                    </a:cubicBezTo>
                    <a:lnTo>
                      <a:pt x="880" y="213"/>
                    </a:lnTo>
                    <a:lnTo>
                      <a:pt x="774" y="62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8"/>
              <p:cNvSpPr/>
              <p:nvPr/>
            </p:nvSpPr>
            <p:spPr>
              <a:xfrm>
                <a:off x="6056261" y="1714266"/>
                <a:ext cx="213996" cy="757199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6440" extrusionOk="0">
                    <a:moveTo>
                      <a:pt x="188" y="1"/>
                    </a:moveTo>
                    <a:lnTo>
                      <a:pt x="355" y="3073"/>
                    </a:lnTo>
                    <a:cubicBezTo>
                      <a:pt x="355" y="3073"/>
                      <a:pt x="0" y="6313"/>
                      <a:pt x="188" y="6389"/>
                    </a:cubicBezTo>
                    <a:cubicBezTo>
                      <a:pt x="269" y="6421"/>
                      <a:pt x="360" y="6439"/>
                      <a:pt x="442" y="6439"/>
                    </a:cubicBezTo>
                    <a:cubicBezTo>
                      <a:pt x="550" y="6439"/>
                      <a:pt x="643" y="6407"/>
                      <a:pt x="674" y="6332"/>
                    </a:cubicBezTo>
                    <a:cubicBezTo>
                      <a:pt x="731" y="6203"/>
                      <a:pt x="1256" y="3972"/>
                      <a:pt x="1256" y="3972"/>
                    </a:cubicBezTo>
                    <a:cubicBezTo>
                      <a:pt x="1256" y="3972"/>
                      <a:pt x="1819" y="843"/>
                      <a:pt x="17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8"/>
              <p:cNvSpPr/>
              <p:nvPr/>
            </p:nvSpPr>
            <p:spPr>
              <a:xfrm>
                <a:off x="5985711" y="2456448"/>
                <a:ext cx="75016" cy="78542"/>
              </a:xfrm>
              <a:custGeom>
                <a:avLst/>
                <a:gdLst/>
                <a:ahLst/>
                <a:cxnLst/>
                <a:rect l="l" t="t" r="r" b="b"/>
                <a:pathLst>
                  <a:path w="638" h="668" extrusionOk="0">
                    <a:moveTo>
                      <a:pt x="582" y="1"/>
                    </a:moveTo>
                    <a:lnTo>
                      <a:pt x="244" y="95"/>
                    </a:lnTo>
                    <a:cubicBezTo>
                      <a:pt x="244" y="95"/>
                      <a:pt x="1" y="563"/>
                      <a:pt x="114" y="600"/>
                    </a:cubicBezTo>
                    <a:cubicBezTo>
                      <a:pt x="184" y="623"/>
                      <a:pt x="324" y="668"/>
                      <a:pt x="435" y="668"/>
                    </a:cubicBezTo>
                    <a:cubicBezTo>
                      <a:pt x="503" y="668"/>
                      <a:pt x="560" y="651"/>
                      <a:pt x="582" y="600"/>
                    </a:cubicBezTo>
                    <a:cubicBezTo>
                      <a:pt x="637" y="471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8"/>
              <p:cNvSpPr/>
              <p:nvPr/>
            </p:nvSpPr>
            <p:spPr>
              <a:xfrm>
                <a:off x="5983594" y="1747306"/>
                <a:ext cx="213173" cy="757082"/>
              </a:xfrm>
              <a:custGeom>
                <a:avLst/>
                <a:gdLst/>
                <a:ahLst/>
                <a:cxnLst/>
                <a:rect l="l" t="t" r="r" b="b"/>
                <a:pathLst>
                  <a:path w="1813" h="6439" extrusionOk="0">
                    <a:moveTo>
                      <a:pt x="1" y="0"/>
                    </a:moveTo>
                    <a:lnTo>
                      <a:pt x="393" y="3072"/>
                    </a:lnTo>
                    <a:cubicBezTo>
                      <a:pt x="393" y="3072"/>
                      <a:pt x="38" y="6314"/>
                      <a:pt x="224" y="6388"/>
                    </a:cubicBezTo>
                    <a:cubicBezTo>
                      <a:pt x="305" y="6420"/>
                      <a:pt x="396" y="6439"/>
                      <a:pt x="478" y="6439"/>
                    </a:cubicBezTo>
                    <a:cubicBezTo>
                      <a:pt x="587" y="6439"/>
                      <a:pt x="680" y="6406"/>
                      <a:pt x="712" y="6332"/>
                    </a:cubicBezTo>
                    <a:cubicBezTo>
                      <a:pt x="769" y="6200"/>
                      <a:pt x="1292" y="3971"/>
                      <a:pt x="1292" y="3971"/>
                    </a:cubicBezTo>
                    <a:lnTo>
                      <a:pt x="1316" y="3838"/>
                    </a:lnTo>
                    <a:cubicBezTo>
                      <a:pt x="1382" y="3466"/>
                      <a:pt x="1568" y="2383"/>
                      <a:pt x="1687" y="1430"/>
                    </a:cubicBezTo>
                    <a:cubicBezTo>
                      <a:pt x="1763" y="832"/>
                      <a:pt x="1813" y="285"/>
                      <a:pt x="1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8"/>
              <p:cNvSpPr/>
              <p:nvPr/>
            </p:nvSpPr>
            <p:spPr>
              <a:xfrm>
                <a:off x="5970425" y="1720262"/>
                <a:ext cx="295831" cy="62551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532" extrusionOk="0">
                    <a:moveTo>
                      <a:pt x="2515" y="0"/>
                    </a:moveTo>
                    <a:lnTo>
                      <a:pt x="113" y="324"/>
                    </a:lnTo>
                    <a:cubicBezTo>
                      <a:pt x="131" y="342"/>
                      <a:pt x="1" y="510"/>
                      <a:pt x="113" y="510"/>
                    </a:cubicBezTo>
                    <a:cubicBezTo>
                      <a:pt x="151" y="510"/>
                      <a:pt x="440" y="531"/>
                      <a:pt x="805" y="531"/>
                    </a:cubicBezTo>
                    <a:cubicBezTo>
                      <a:pt x="1508" y="531"/>
                      <a:pt x="2493" y="454"/>
                      <a:pt x="25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8"/>
              <p:cNvSpPr/>
              <p:nvPr/>
            </p:nvSpPr>
            <p:spPr>
              <a:xfrm>
                <a:off x="5950435" y="1167976"/>
                <a:ext cx="330517" cy="59482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5059" extrusionOk="0">
                    <a:moveTo>
                      <a:pt x="1166" y="1"/>
                    </a:moveTo>
                    <a:cubicBezTo>
                      <a:pt x="1156" y="1"/>
                      <a:pt x="1147" y="2"/>
                      <a:pt x="1137" y="3"/>
                    </a:cubicBezTo>
                    <a:cubicBezTo>
                      <a:pt x="793" y="63"/>
                      <a:pt x="320" y="995"/>
                      <a:pt x="301" y="1050"/>
                    </a:cubicBezTo>
                    <a:lnTo>
                      <a:pt x="1" y="3466"/>
                    </a:lnTo>
                    <a:lnTo>
                      <a:pt x="207" y="5058"/>
                    </a:lnTo>
                    <a:cubicBezTo>
                      <a:pt x="207" y="5058"/>
                      <a:pt x="207" y="5058"/>
                      <a:pt x="207" y="5058"/>
                    </a:cubicBezTo>
                    <a:cubicBezTo>
                      <a:pt x="239" y="5058"/>
                      <a:pt x="2662" y="5057"/>
                      <a:pt x="2736" y="4609"/>
                    </a:cubicBezTo>
                    <a:cubicBezTo>
                      <a:pt x="2810" y="4161"/>
                      <a:pt x="2342" y="2549"/>
                      <a:pt x="2342" y="2549"/>
                    </a:cubicBezTo>
                    <a:cubicBezTo>
                      <a:pt x="2411" y="2210"/>
                      <a:pt x="2424" y="1861"/>
                      <a:pt x="2379" y="1518"/>
                    </a:cubicBezTo>
                    <a:cubicBezTo>
                      <a:pt x="2307" y="990"/>
                      <a:pt x="1525" y="1"/>
                      <a:pt x="1166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8"/>
              <p:cNvSpPr/>
              <p:nvPr/>
            </p:nvSpPr>
            <p:spPr>
              <a:xfrm>
                <a:off x="6062846" y="1114946"/>
                <a:ext cx="136746" cy="147795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257" extrusionOk="0">
                    <a:moveTo>
                      <a:pt x="675" y="1"/>
                    </a:moveTo>
                    <a:cubicBezTo>
                      <a:pt x="675" y="11"/>
                      <a:pt x="627" y="55"/>
                      <a:pt x="558" y="113"/>
                    </a:cubicBezTo>
                    <a:cubicBezTo>
                      <a:pt x="494" y="169"/>
                      <a:pt x="411" y="238"/>
                      <a:pt x="329" y="310"/>
                    </a:cubicBezTo>
                    <a:cubicBezTo>
                      <a:pt x="162" y="454"/>
                      <a:pt x="1" y="602"/>
                      <a:pt x="19" y="639"/>
                    </a:cubicBezTo>
                    <a:cubicBezTo>
                      <a:pt x="56" y="714"/>
                      <a:pt x="637" y="1256"/>
                      <a:pt x="637" y="1256"/>
                    </a:cubicBezTo>
                    <a:lnTo>
                      <a:pt x="718" y="1191"/>
                    </a:lnTo>
                    <a:lnTo>
                      <a:pt x="797" y="1125"/>
                    </a:lnTo>
                    <a:lnTo>
                      <a:pt x="1162" y="826"/>
                    </a:lnTo>
                    <a:lnTo>
                      <a:pt x="675" y="1"/>
                    </a:lnTo>
                    <a:close/>
                  </a:path>
                </a:pathLst>
              </a:custGeom>
              <a:solidFill>
                <a:srgbClr val="FF72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8"/>
              <p:cNvSpPr/>
              <p:nvPr/>
            </p:nvSpPr>
            <p:spPr>
              <a:xfrm>
                <a:off x="6101414" y="1128351"/>
                <a:ext cx="55263" cy="126631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077" extrusionOk="0">
                    <a:moveTo>
                      <a:pt x="230" y="0"/>
                    </a:moveTo>
                    <a:lnTo>
                      <a:pt x="230" y="0"/>
                    </a:lnTo>
                    <a:cubicBezTo>
                      <a:pt x="166" y="55"/>
                      <a:pt x="83" y="125"/>
                      <a:pt x="1" y="196"/>
                    </a:cubicBezTo>
                    <a:cubicBezTo>
                      <a:pt x="60" y="485"/>
                      <a:pt x="268" y="873"/>
                      <a:pt x="390" y="1077"/>
                    </a:cubicBezTo>
                    <a:lnTo>
                      <a:pt x="469" y="1011"/>
                    </a:lnTo>
                    <a:cubicBezTo>
                      <a:pt x="321" y="814"/>
                      <a:pt x="210" y="463"/>
                      <a:pt x="196" y="451"/>
                    </a:cubicBezTo>
                    <a:cubicBezTo>
                      <a:pt x="184" y="437"/>
                      <a:pt x="198" y="205"/>
                      <a:pt x="2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8"/>
              <p:cNvSpPr/>
              <p:nvPr/>
            </p:nvSpPr>
            <p:spPr>
              <a:xfrm>
                <a:off x="6122344" y="1055802"/>
                <a:ext cx="154147" cy="206819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759" extrusionOk="0">
                    <a:moveTo>
                      <a:pt x="738" y="0"/>
                    </a:moveTo>
                    <a:cubicBezTo>
                      <a:pt x="623" y="0"/>
                      <a:pt x="498" y="58"/>
                      <a:pt x="370" y="207"/>
                    </a:cubicBezTo>
                    <a:cubicBezTo>
                      <a:pt x="339" y="243"/>
                      <a:pt x="310" y="283"/>
                      <a:pt x="284" y="323"/>
                    </a:cubicBezTo>
                    <a:cubicBezTo>
                      <a:pt x="260" y="306"/>
                      <a:pt x="232" y="291"/>
                      <a:pt x="203" y="291"/>
                    </a:cubicBezTo>
                    <a:cubicBezTo>
                      <a:pt x="170" y="291"/>
                      <a:pt x="136" y="312"/>
                      <a:pt x="112" y="374"/>
                    </a:cubicBezTo>
                    <a:cubicBezTo>
                      <a:pt x="38" y="565"/>
                      <a:pt x="0" y="1068"/>
                      <a:pt x="20" y="1068"/>
                    </a:cubicBezTo>
                    <a:cubicBezTo>
                      <a:pt x="38" y="1068"/>
                      <a:pt x="169" y="1506"/>
                      <a:pt x="336" y="1682"/>
                    </a:cubicBezTo>
                    <a:cubicBezTo>
                      <a:pt x="380" y="1729"/>
                      <a:pt x="427" y="1758"/>
                      <a:pt x="474" y="1758"/>
                    </a:cubicBezTo>
                    <a:cubicBezTo>
                      <a:pt x="510" y="1758"/>
                      <a:pt x="545" y="1742"/>
                      <a:pt x="580" y="1704"/>
                    </a:cubicBezTo>
                    <a:cubicBezTo>
                      <a:pt x="843" y="1422"/>
                      <a:pt x="1311" y="805"/>
                      <a:pt x="1236" y="486"/>
                    </a:cubicBezTo>
                    <a:cubicBezTo>
                      <a:pt x="1189" y="285"/>
                      <a:pt x="991" y="0"/>
                      <a:pt x="738" y="0"/>
                    </a:cubicBezTo>
                    <a:close/>
                  </a:path>
                </a:pathLst>
              </a:custGeom>
              <a:solidFill>
                <a:srgbClr val="FF72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8"/>
              <p:cNvSpPr/>
              <p:nvPr/>
            </p:nvSpPr>
            <p:spPr>
              <a:xfrm>
                <a:off x="6175139" y="1202663"/>
                <a:ext cx="27866" cy="16814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43" extrusionOk="0">
                    <a:moveTo>
                      <a:pt x="12" y="1"/>
                    </a:moveTo>
                    <a:cubicBezTo>
                      <a:pt x="6" y="1"/>
                      <a:pt x="1" y="8"/>
                      <a:pt x="5" y="14"/>
                    </a:cubicBezTo>
                    <a:cubicBezTo>
                      <a:pt x="15" y="29"/>
                      <a:pt x="28" y="42"/>
                      <a:pt x="45" y="53"/>
                    </a:cubicBezTo>
                    <a:cubicBezTo>
                      <a:pt x="63" y="63"/>
                      <a:pt x="79" y="74"/>
                      <a:pt x="99" y="83"/>
                    </a:cubicBezTo>
                    <a:cubicBezTo>
                      <a:pt x="116" y="93"/>
                      <a:pt x="136" y="102"/>
                      <a:pt x="155" y="112"/>
                    </a:cubicBezTo>
                    <a:lnTo>
                      <a:pt x="184" y="127"/>
                    </a:lnTo>
                    <a:cubicBezTo>
                      <a:pt x="194" y="132"/>
                      <a:pt x="204" y="138"/>
                      <a:pt x="216" y="142"/>
                    </a:cubicBezTo>
                    <a:cubicBezTo>
                      <a:pt x="217" y="142"/>
                      <a:pt x="218" y="142"/>
                      <a:pt x="219" y="142"/>
                    </a:cubicBezTo>
                    <a:cubicBezTo>
                      <a:pt x="232" y="142"/>
                      <a:pt x="236" y="125"/>
                      <a:pt x="227" y="117"/>
                    </a:cubicBezTo>
                    <a:cubicBezTo>
                      <a:pt x="216" y="111"/>
                      <a:pt x="207" y="106"/>
                      <a:pt x="198" y="102"/>
                    </a:cubicBezTo>
                    <a:lnTo>
                      <a:pt x="169" y="88"/>
                    </a:lnTo>
                    <a:lnTo>
                      <a:pt x="113" y="60"/>
                    </a:lnTo>
                    <a:cubicBezTo>
                      <a:pt x="96" y="53"/>
                      <a:pt x="79" y="44"/>
                      <a:pt x="63" y="33"/>
                    </a:cubicBezTo>
                    <a:cubicBezTo>
                      <a:pt x="46" y="24"/>
                      <a:pt x="33" y="11"/>
                      <a:pt x="16" y="2"/>
                    </a:cubicBezTo>
                    <a:cubicBezTo>
                      <a:pt x="15" y="1"/>
                      <a:pt x="14" y="1"/>
                      <a:pt x="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8"/>
              <p:cNvSpPr/>
              <p:nvPr/>
            </p:nvSpPr>
            <p:spPr>
              <a:xfrm>
                <a:off x="6202418" y="1167506"/>
                <a:ext cx="35039" cy="38801"/>
              </a:xfrm>
              <a:custGeom>
                <a:avLst/>
                <a:gdLst/>
                <a:ahLst/>
                <a:cxnLst/>
                <a:rect l="l" t="t" r="r" b="b"/>
                <a:pathLst>
                  <a:path w="298" h="330" extrusionOk="0">
                    <a:moveTo>
                      <a:pt x="292" y="0"/>
                    </a:moveTo>
                    <a:cubicBezTo>
                      <a:pt x="291" y="0"/>
                      <a:pt x="290" y="0"/>
                      <a:pt x="290" y="1"/>
                    </a:cubicBezTo>
                    <a:cubicBezTo>
                      <a:pt x="253" y="53"/>
                      <a:pt x="215" y="103"/>
                      <a:pt x="177" y="153"/>
                    </a:cubicBezTo>
                    <a:cubicBezTo>
                      <a:pt x="141" y="201"/>
                      <a:pt x="107" y="249"/>
                      <a:pt x="68" y="295"/>
                    </a:cubicBezTo>
                    <a:cubicBezTo>
                      <a:pt x="59" y="288"/>
                      <a:pt x="53" y="279"/>
                      <a:pt x="47" y="270"/>
                    </a:cubicBezTo>
                    <a:cubicBezTo>
                      <a:pt x="41" y="255"/>
                      <a:pt x="38" y="240"/>
                      <a:pt x="37" y="225"/>
                    </a:cubicBezTo>
                    <a:cubicBezTo>
                      <a:pt x="34" y="219"/>
                      <a:pt x="29" y="216"/>
                      <a:pt x="23" y="216"/>
                    </a:cubicBezTo>
                    <a:cubicBezTo>
                      <a:pt x="18" y="216"/>
                      <a:pt x="13" y="219"/>
                      <a:pt x="11" y="225"/>
                    </a:cubicBezTo>
                    <a:cubicBezTo>
                      <a:pt x="1" y="265"/>
                      <a:pt x="31" y="308"/>
                      <a:pt x="63" y="328"/>
                    </a:cubicBezTo>
                    <a:cubicBezTo>
                      <a:pt x="66" y="329"/>
                      <a:pt x="68" y="329"/>
                      <a:pt x="71" y="329"/>
                    </a:cubicBezTo>
                    <a:cubicBezTo>
                      <a:pt x="76" y="329"/>
                      <a:pt x="81" y="327"/>
                      <a:pt x="84" y="322"/>
                    </a:cubicBezTo>
                    <a:cubicBezTo>
                      <a:pt x="122" y="271"/>
                      <a:pt x="162" y="220"/>
                      <a:pt x="196" y="168"/>
                    </a:cubicBezTo>
                    <a:cubicBezTo>
                      <a:pt x="232" y="115"/>
                      <a:pt x="265" y="59"/>
                      <a:pt x="296" y="4"/>
                    </a:cubicBezTo>
                    <a:cubicBezTo>
                      <a:pt x="297" y="2"/>
                      <a:pt x="294" y="0"/>
                      <a:pt x="2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8"/>
              <p:cNvSpPr/>
              <p:nvPr/>
            </p:nvSpPr>
            <p:spPr>
              <a:xfrm>
                <a:off x="6129516" y="1069559"/>
                <a:ext cx="48443" cy="5561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73" extrusionOk="0">
                    <a:moveTo>
                      <a:pt x="406" y="1"/>
                    </a:moveTo>
                    <a:cubicBezTo>
                      <a:pt x="394" y="1"/>
                      <a:pt x="382" y="5"/>
                      <a:pt x="373" y="14"/>
                    </a:cubicBezTo>
                    <a:cubicBezTo>
                      <a:pt x="364" y="20"/>
                      <a:pt x="355" y="26"/>
                      <a:pt x="346" y="32"/>
                    </a:cubicBezTo>
                    <a:cubicBezTo>
                      <a:pt x="328" y="47"/>
                      <a:pt x="312" y="62"/>
                      <a:pt x="296" y="80"/>
                    </a:cubicBezTo>
                    <a:cubicBezTo>
                      <a:pt x="281" y="96"/>
                      <a:pt x="267" y="116"/>
                      <a:pt x="255" y="135"/>
                    </a:cubicBezTo>
                    <a:cubicBezTo>
                      <a:pt x="245" y="150"/>
                      <a:pt x="237" y="166"/>
                      <a:pt x="230" y="183"/>
                    </a:cubicBezTo>
                    <a:cubicBezTo>
                      <a:pt x="211" y="168"/>
                      <a:pt x="188" y="162"/>
                      <a:pt x="164" y="162"/>
                    </a:cubicBezTo>
                    <a:cubicBezTo>
                      <a:pt x="81" y="163"/>
                      <a:pt x="33" y="241"/>
                      <a:pt x="17" y="314"/>
                    </a:cubicBezTo>
                    <a:cubicBezTo>
                      <a:pt x="12" y="338"/>
                      <a:pt x="8" y="360"/>
                      <a:pt x="6" y="384"/>
                    </a:cubicBezTo>
                    <a:cubicBezTo>
                      <a:pt x="5" y="397"/>
                      <a:pt x="3" y="411"/>
                      <a:pt x="3" y="424"/>
                    </a:cubicBezTo>
                    <a:cubicBezTo>
                      <a:pt x="3" y="439"/>
                      <a:pt x="3" y="453"/>
                      <a:pt x="2" y="466"/>
                    </a:cubicBezTo>
                    <a:cubicBezTo>
                      <a:pt x="1" y="470"/>
                      <a:pt x="4" y="472"/>
                      <a:pt x="7" y="472"/>
                    </a:cubicBezTo>
                    <a:cubicBezTo>
                      <a:pt x="9" y="472"/>
                      <a:pt x="10" y="471"/>
                      <a:pt x="11" y="469"/>
                    </a:cubicBezTo>
                    <a:cubicBezTo>
                      <a:pt x="15" y="451"/>
                      <a:pt x="23" y="433"/>
                      <a:pt x="26" y="414"/>
                    </a:cubicBezTo>
                    <a:cubicBezTo>
                      <a:pt x="29" y="393"/>
                      <a:pt x="30" y="376"/>
                      <a:pt x="33" y="359"/>
                    </a:cubicBezTo>
                    <a:cubicBezTo>
                      <a:pt x="38" y="323"/>
                      <a:pt x="48" y="288"/>
                      <a:pt x="66" y="256"/>
                    </a:cubicBezTo>
                    <a:cubicBezTo>
                      <a:pt x="81" y="230"/>
                      <a:pt x="103" y="209"/>
                      <a:pt x="132" y="198"/>
                    </a:cubicBezTo>
                    <a:cubicBezTo>
                      <a:pt x="142" y="193"/>
                      <a:pt x="153" y="191"/>
                      <a:pt x="164" y="191"/>
                    </a:cubicBezTo>
                    <a:cubicBezTo>
                      <a:pt x="182" y="191"/>
                      <a:pt x="200" y="197"/>
                      <a:pt x="215" y="208"/>
                    </a:cubicBezTo>
                    <a:cubicBezTo>
                      <a:pt x="226" y="218"/>
                      <a:pt x="233" y="232"/>
                      <a:pt x="236" y="247"/>
                    </a:cubicBezTo>
                    <a:cubicBezTo>
                      <a:pt x="237" y="254"/>
                      <a:pt x="237" y="262"/>
                      <a:pt x="236" y="269"/>
                    </a:cubicBezTo>
                    <a:cubicBezTo>
                      <a:pt x="235" y="277"/>
                      <a:pt x="232" y="283"/>
                      <a:pt x="235" y="291"/>
                    </a:cubicBezTo>
                    <a:cubicBezTo>
                      <a:pt x="236" y="295"/>
                      <a:pt x="239" y="298"/>
                      <a:pt x="243" y="298"/>
                    </a:cubicBezTo>
                    <a:cubicBezTo>
                      <a:pt x="244" y="298"/>
                      <a:pt x="245" y="298"/>
                      <a:pt x="246" y="297"/>
                    </a:cubicBezTo>
                    <a:cubicBezTo>
                      <a:pt x="263" y="294"/>
                      <a:pt x="266" y="271"/>
                      <a:pt x="267" y="257"/>
                    </a:cubicBezTo>
                    <a:cubicBezTo>
                      <a:pt x="267" y="239"/>
                      <a:pt x="263" y="223"/>
                      <a:pt x="254" y="208"/>
                    </a:cubicBezTo>
                    <a:cubicBezTo>
                      <a:pt x="251" y="202"/>
                      <a:pt x="246" y="196"/>
                      <a:pt x="240" y="192"/>
                    </a:cubicBezTo>
                    <a:cubicBezTo>
                      <a:pt x="251" y="175"/>
                      <a:pt x="260" y="159"/>
                      <a:pt x="270" y="144"/>
                    </a:cubicBezTo>
                    <a:cubicBezTo>
                      <a:pt x="284" y="127"/>
                      <a:pt x="299" y="110"/>
                      <a:pt x="314" y="95"/>
                    </a:cubicBezTo>
                    <a:cubicBezTo>
                      <a:pt x="328" y="78"/>
                      <a:pt x="345" y="65"/>
                      <a:pt x="363" y="51"/>
                    </a:cubicBezTo>
                    <a:cubicBezTo>
                      <a:pt x="370" y="44"/>
                      <a:pt x="379" y="38"/>
                      <a:pt x="388" y="32"/>
                    </a:cubicBezTo>
                    <a:cubicBezTo>
                      <a:pt x="397" y="26"/>
                      <a:pt x="407" y="22"/>
                      <a:pt x="412" y="11"/>
                    </a:cubicBezTo>
                    <a:cubicBezTo>
                      <a:pt x="412" y="7"/>
                      <a:pt x="409" y="2"/>
                      <a:pt x="4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8"/>
              <p:cNvSpPr/>
              <p:nvPr/>
            </p:nvSpPr>
            <p:spPr>
              <a:xfrm>
                <a:off x="6123755" y="1182674"/>
                <a:ext cx="60083" cy="81364"/>
              </a:xfrm>
              <a:custGeom>
                <a:avLst/>
                <a:gdLst/>
                <a:ahLst/>
                <a:cxnLst/>
                <a:rect l="l" t="t" r="r" b="b"/>
                <a:pathLst>
                  <a:path w="511" h="692" extrusionOk="0">
                    <a:moveTo>
                      <a:pt x="9" y="1"/>
                    </a:moveTo>
                    <a:cubicBezTo>
                      <a:pt x="5" y="1"/>
                      <a:pt x="0" y="4"/>
                      <a:pt x="0" y="9"/>
                    </a:cubicBezTo>
                    <a:cubicBezTo>
                      <a:pt x="2" y="29"/>
                      <a:pt x="6" y="48"/>
                      <a:pt x="14" y="66"/>
                    </a:cubicBezTo>
                    <a:cubicBezTo>
                      <a:pt x="20" y="84"/>
                      <a:pt x="26" y="103"/>
                      <a:pt x="33" y="121"/>
                    </a:cubicBezTo>
                    <a:cubicBezTo>
                      <a:pt x="46" y="159"/>
                      <a:pt x="61" y="196"/>
                      <a:pt x="78" y="233"/>
                    </a:cubicBezTo>
                    <a:cubicBezTo>
                      <a:pt x="111" y="305"/>
                      <a:pt x="146" y="376"/>
                      <a:pt x="188" y="443"/>
                    </a:cubicBezTo>
                    <a:cubicBezTo>
                      <a:pt x="200" y="463"/>
                      <a:pt x="210" y="481"/>
                      <a:pt x="224" y="500"/>
                    </a:cubicBezTo>
                    <a:cubicBezTo>
                      <a:pt x="230" y="509"/>
                      <a:pt x="236" y="518"/>
                      <a:pt x="242" y="527"/>
                    </a:cubicBezTo>
                    <a:cubicBezTo>
                      <a:pt x="248" y="536"/>
                      <a:pt x="257" y="543"/>
                      <a:pt x="263" y="552"/>
                    </a:cubicBezTo>
                    <a:cubicBezTo>
                      <a:pt x="288" y="592"/>
                      <a:pt x="322" y="628"/>
                      <a:pt x="361" y="657"/>
                    </a:cubicBezTo>
                    <a:cubicBezTo>
                      <a:pt x="382" y="670"/>
                      <a:pt x="404" y="680"/>
                      <a:pt x="430" y="686"/>
                    </a:cubicBezTo>
                    <a:cubicBezTo>
                      <a:pt x="440" y="689"/>
                      <a:pt x="454" y="691"/>
                      <a:pt x="467" y="691"/>
                    </a:cubicBezTo>
                    <a:cubicBezTo>
                      <a:pt x="482" y="691"/>
                      <a:pt x="496" y="688"/>
                      <a:pt x="504" y="679"/>
                    </a:cubicBezTo>
                    <a:cubicBezTo>
                      <a:pt x="510" y="675"/>
                      <a:pt x="509" y="664"/>
                      <a:pt x="500" y="661"/>
                    </a:cubicBezTo>
                    <a:cubicBezTo>
                      <a:pt x="495" y="660"/>
                      <a:pt x="489" y="660"/>
                      <a:pt x="484" y="660"/>
                    </a:cubicBezTo>
                    <a:cubicBezTo>
                      <a:pt x="479" y="660"/>
                      <a:pt x="474" y="660"/>
                      <a:pt x="468" y="661"/>
                    </a:cubicBezTo>
                    <a:cubicBezTo>
                      <a:pt x="465" y="661"/>
                      <a:pt x="462" y="662"/>
                      <a:pt x="459" y="662"/>
                    </a:cubicBezTo>
                    <a:cubicBezTo>
                      <a:pt x="450" y="662"/>
                      <a:pt x="442" y="660"/>
                      <a:pt x="434" y="658"/>
                    </a:cubicBezTo>
                    <a:cubicBezTo>
                      <a:pt x="410" y="654"/>
                      <a:pt x="389" y="643"/>
                      <a:pt x="370" y="630"/>
                    </a:cubicBezTo>
                    <a:cubicBezTo>
                      <a:pt x="349" y="615"/>
                      <a:pt x="331" y="598"/>
                      <a:pt x="316" y="581"/>
                    </a:cubicBezTo>
                    <a:cubicBezTo>
                      <a:pt x="301" y="561"/>
                      <a:pt x="285" y="543"/>
                      <a:pt x="267" y="527"/>
                    </a:cubicBezTo>
                    <a:lnTo>
                      <a:pt x="266" y="527"/>
                    </a:lnTo>
                    <a:cubicBezTo>
                      <a:pt x="264" y="524"/>
                      <a:pt x="263" y="522"/>
                      <a:pt x="261" y="519"/>
                    </a:cubicBezTo>
                    <a:cubicBezTo>
                      <a:pt x="257" y="510"/>
                      <a:pt x="251" y="500"/>
                      <a:pt x="245" y="493"/>
                    </a:cubicBezTo>
                    <a:cubicBezTo>
                      <a:pt x="236" y="476"/>
                      <a:pt x="227" y="460"/>
                      <a:pt x="216" y="443"/>
                    </a:cubicBezTo>
                    <a:cubicBezTo>
                      <a:pt x="197" y="409"/>
                      <a:pt x="178" y="375"/>
                      <a:pt x="160" y="340"/>
                    </a:cubicBezTo>
                    <a:cubicBezTo>
                      <a:pt x="124" y="270"/>
                      <a:pt x="93" y="200"/>
                      <a:pt x="64" y="127"/>
                    </a:cubicBezTo>
                    <a:cubicBezTo>
                      <a:pt x="57" y="108"/>
                      <a:pt x="49" y="87"/>
                      <a:pt x="42" y="66"/>
                    </a:cubicBezTo>
                    <a:cubicBezTo>
                      <a:pt x="36" y="45"/>
                      <a:pt x="29" y="24"/>
                      <a:pt x="18" y="5"/>
                    </a:cubicBezTo>
                    <a:cubicBezTo>
                      <a:pt x="16" y="2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8"/>
              <p:cNvSpPr/>
              <p:nvPr/>
            </p:nvSpPr>
            <p:spPr>
              <a:xfrm>
                <a:off x="5935267" y="1709680"/>
                <a:ext cx="49384" cy="53498"/>
              </a:xfrm>
              <a:custGeom>
                <a:avLst/>
                <a:gdLst/>
                <a:ahLst/>
                <a:cxnLst/>
                <a:rect l="l" t="t" r="r" b="b"/>
                <a:pathLst>
                  <a:path w="420" h="455" extrusionOk="0">
                    <a:moveTo>
                      <a:pt x="169" y="1"/>
                    </a:moveTo>
                    <a:cubicBezTo>
                      <a:pt x="133" y="41"/>
                      <a:pt x="100" y="83"/>
                      <a:pt x="70" y="126"/>
                    </a:cubicBezTo>
                    <a:cubicBezTo>
                      <a:pt x="31" y="184"/>
                      <a:pt x="0" y="247"/>
                      <a:pt x="18" y="283"/>
                    </a:cubicBezTo>
                    <a:cubicBezTo>
                      <a:pt x="55" y="357"/>
                      <a:pt x="130" y="432"/>
                      <a:pt x="167" y="451"/>
                    </a:cubicBezTo>
                    <a:cubicBezTo>
                      <a:pt x="172" y="454"/>
                      <a:pt x="179" y="455"/>
                      <a:pt x="189" y="455"/>
                    </a:cubicBezTo>
                    <a:cubicBezTo>
                      <a:pt x="251" y="455"/>
                      <a:pt x="395" y="407"/>
                      <a:pt x="412" y="357"/>
                    </a:cubicBezTo>
                    <a:cubicBezTo>
                      <a:pt x="419" y="334"/>
                      <a:pt x="416" y="274"/>
                      <a:pt x="412" y="210"/>
                    </a:cubicBezTo>
                    <a:cubicBezTo>
                      <a:pt x="406" y="126"/>
                      <a:pt x="392" y="38"/>
                      <a:pt x="392" y="38"/>
                    </a:cubicBezTo>
                    <a:lnTo>
                      <a:pt x="169" y="1"/>
                    </a:ln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8"/>
              <p:cNvSpPr/>
              <p:nvPr/>
            </p:nvSpPr>
            <p:spPr>
              <a:xfrm>
                <a:off x="5943469" y="1709915"/>
                <a:ext cx="40212" cy="37154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16" extrusionOk="0">
                    <a:moveTo>
                      <a:pt x="97" y="0"/>
                    </a:moveTo>
                    <a:cubicBezTo>
                      <a:pt x="61" y="39"/>
                      <a:pt x="30" y="81"/>
                      <a:pt x="0" y="126"/>
                    </a:cubicBezTo>
                    <a:cubicBezTo>
                      <a:pt x="54" y="207"/>
                      <a:pt x="139" y="315"/>
                      <a:pt x="217" y="315"/>
                    </a:cubicBezTo>
                    <a:cubicBezTo>
                      <a:pt x="241" y="315"/>
                      <a:pt x="264" y="305"/>
                      <a:pt x="285" y="281"/>
                    </a:cubicBezTo>
                    <a:cubicBezTo>
                      <a:pt x="304" y="258"/>
                      <a:pt x="324" y="233"/>
                      <a:pt x="342" y="209"/>
                    </a:cubicBezTo>
                    <a:cubicBezTo>
                      <a:pt x="334" y="124"/>
                      <a:pt x="322" y="38"/>
                      <a:pt x="322" y="38"/>
                    </a:cubicBez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8"/>
              <p:cNvSpPr/>
              <p:nvPr/>
            </p:nvSpPr>
            <p:spPr>
              <a:xfrm>
                <a:off x="5918217" y="1238408"/>
                <a:ext cx="186364" cy="480422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4086" extrusionOk="0">
                    <a:moveTo>
                      <a:pt x="931" y="1"/>
                    </a:moveTo>
                    <a:cubicBezTo>
                      <a:pt x="919" y="1"/>
                      <a:pt x="906" y="1"/>
                      <a:pt x="894" y="2"/>
                    </a:cubicBezTo>
                    <a:cubicBezTo>
                      <a:pt x="425" y="39"/>
                      <a:pt x="144" y="2175"/>
                      <a:pt x="69" y="2512"/>
                    </a:cubicBezTo>
                    <a:cubicBezTo>
                      <a:pt x="1" y="2819"/>
                      <a:pt x="214" y="3782"/>
                      <a:pt x="264" y="3948"/>
                    </a:cubicBezTo>
                    <a:cubicBezTo>
                      <a:pt x="270" y="3964"/>
                      <a:pt x="273" y="3973"/>
                      <a:pt x="275" y="3973"/>
                    </a:cubicBezTo>
                    <a:lnTo>
                      <a:pt x="557" y="4085"/>
                    </a:lnTo>
                    <a:cubicBezTo>
                      <a:pt x="595" y="4072"/>
                      <a:pt x="745" y="3308"/>
                      <a:pt x="837" y="2819"/>
                    </a:cubicBezTo>
                    <a:cubicBezTo>
                      <a:pt x="837" y="2818"/>
                      <a:pt x="837" y="2816"/>
                      <a:pt x="837" y="2816"/>
                    </a:cubicBezTo>
                    <a:cubicBezTo>
                      <a:pt x="882" y="2585"/>
                      <a:pt x="912" y="2418"/>
                      <a:pt x="912" y="2418"/>
                    </a:cubicBezTo>
                    <a:cubicBezTo>
                      <a:pt x="912" y="2418"/>
                      <a:pt x="1210" y="1792"/>
                      <a:pt x="1395" y="1335"/>
                    </a:cubicBezTo>
                    <a:cubicBezTo>
                      <a:pt x="1462" y="1165"/>
                      <a:pt x="1516" y="1019"/>
                      <a:pt x="1530" y="937"/>
                    </a:cubicBezTo>
                    <a:cubicBezTo>
                      <a:pt x="1584" y="645"/>
                      <a:pt x="1374" y="1"/>
                      <a:pt x="931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8"/>
              <p:cNvSpPr/>
              <p:nvPr/>
            </p:nvSpPr>
            <p:spPr>
              <a:xfrm>
                <a:off x="6001349" y="1400437"/>
                <a:ext cx="72194" cy="241504"/>
              </a:xfrm>
              <a:custGeom>
                <a:avLst/>
                <a:gdLst/>
                <a:ahLst/>
                <a:cxnLst/>
                <a:rect l="l" t="t" r="r" b="b"/>
                <a:pathLst>
                  <a:path w="614" h="2054" extrusionOk="0">
                    <a:moveTo>
                      <a:pt x="604" y="1"/>
                    </a:moveTo>
                    <a:cubicBezTo>
                      <a:pt x="599" y="1"/>
                      <a:pt x="594" y="3"/>
                      <a:pt x="592" y="8"/>
                    </a:cubicBezTo>
                    <a:cubicBezTo>
                      <a:pt x="577" y="48"/>
                      <a:pt x="565" y="89"/>
                      <a:pt x="557" y="130"/>
                    </a:cubicBezTo>
                    <a:cubicBezTo>
                      <a:pt x="546" y="172"/>
                      <a:pt x="534" y="212"/>
                      <a:pt x="522" y="254"/>
                    </a:cubicBezTo>
                    <a:cubicBezTo>
                      <a:pt x="498" y="335"/>
                      <a:pt x="473" y="417"/>
                      <a:pt x="445" y="497"/>
                    </a:cubicBezTo>
                    <a:cubicBezTo>
                      <a:pt x="390" y="657"/>
                      <a:pt x="325" y="815"/>
                      <a:pt x="255" y="970"/>
                    </a:cubicBezTo>
                    <a:cubicBezTo>
                      <a:pt x="239" y="1007"/>
                      <a:pt x="221" y="1043"/>
                      <a:pt x="203" y="1080"/>
                    </a:cubicBezTo>
                    <a:cubicBezTo>
                      <a:pt x="208" y="1052"/>
                      <a:pt x="209" y="1025"/>
                      <a:pt x="211" y="998"/>
                    </a:cubicBezTo>
                    <a:cubicBezTo>
                      <a:pt x="211" y="974"/>
                      <a:pt x="209" y="950"/>
                      <a:pt x="208" y="927"/>
                    </a:cubicBezTo>
                    <a:cubicBezTo>
                      <a:pt x="206" y="907"/>
                      <a:pt x="206" y="877"/>
                      <a:pt x="190" y="862"/>
                    </a:cubicBezTo>
                    <a:cubicBezTo>
                      <a:pt x="188" y="861"/>
                      <a:pt x="187" y="860"/>
                      <a:pt x="185" y="860"/>
                    </a:cubicBezTo>
                    <a:cubicBezTo>
                      <a:pt x="182" y="860"/>
                      <a:pt x="180" y="861"/>
                      <a:pt x="178" y="864"/>
                    </a:cubicBezTo>
                    <a:cubicBezTo>
                      <a:pt x="169" y="883"/>
                      <a:pt x="178" y="909"/>
                      <a:pt x="179" y="930"/>
                    </a:cubicBezTo>
                    <a:cubicBezTo>
                      <a:pt x="182" y="950"/>
                      <a:pt x="184" y="973"/>
                      <a:pt x="184" y="995"/>
                    </a:cubicBezTo>
                    <a:cubicBezTo>
                      <a:pt x="182" y="1029"/>
                      <a:pt x="181" y="1064"/>
                      <a:pt x="175" y="1097"/>
                    </a:cubicBezTo>
                    <a:cubicBezTo>
                      <a:pt x="175" y="1083"/>
                      <a:pt x="175" y="1071"/>
                      <a:pt x="173" y="1059"/>
                    </a:cubicBezTo>
                    <a:cubicBezTo>
                      <a:pt x="170" y="1019"/>
                      <a:pt x="160" y="979"/>
                      <a:pt x="143" y="941"/>
                    </a:cubicBezTo>
                    <a:cubicBezTo>
                      <a:pt x="130" y="904"/>
                      <a:pt x="105" y="873"/>
                      <a:pt x="72" y="852"/>
                    </a:cubicBezTo>
                    <a:cubicBezTo>
                      <a:pt x="70" y="851"/>
                      <a:pt x="67" y="850"/>
                      <a:pt x="65" y="850"/>
                    </a:cubicBezTo>
                    <a:cubicBezTo>
                      <a:pt x="55" y="850"/>
                      <a:pt x="47" y="863"/>
                      <a:pt x="57" y="871"/>
                    </a:cubicBezTo>
                    <a:cubicBezTo>
                      <a:pt x="78" y="897"/>
                      <a:pt x="97" y="924"/>
                      <a:pt x="112" y="952"/>
                    </a:cubicBezTo>
                    <a:cubicBezTo>
                      <a:pt x="126" y="983"/>
                      <a:pt x="135" y="1016"/>
                      <a:pt x="139" y="1050"/>
                    </a:cubicBezTo>
                    <a:cubicBezTo>
                      <a:pt x="143" y="1106"/>
                      <a:pt x="143" y="1162"/>
                      <a:pt x="136" y="1217"/>
                    </a:cubicBezTo>
                    <a:lnTo>
                      <a:pt x="132" y="1231"/>
                    </a:lnTo>
                    <a:cubicBezTo>
                      <a:pt x="129" y="1235"/>
                      <a:pt x="130" y="1241"/>
                      <a:pt x="135" y="1244"/>
                    </a:cubicBezTo>
                    <a:cubicBezTo>
                      <a:pt x="133" y="1261"/>
                      <a:pt x="130" y="1276"/>
                      <a:pt x="129" y="1292"/>
                    </a:cubicBezTo>
                    <a:cubicBezTo>
                      <a:pt x="112" y="1453"/>
                      <a:pt x="88" y="1613"/>
                      <a:pt x="57" y="1772"/>
                    </a:cubicBezTo>
                    <a:cubicBezTo>
                      <a:pt x="48" y="1817"/>
                      <a:pt x="39" y="1862"/>
                      <a:pt x="29" y="1906"/>
                    </a:cubicBezTo>
                    <a:cubicBezTo>
                      <a:pt x="20" y="1951"/>
                      <a:pt x="12" y="1997"/>
                      <a:pt x="2" y="2042"/>
                    </a:cubicBezTo>
                    <a:cubicBezTo>
                      <a:pt x="0" y="2049"/>
                      <a:pt x="5" y="2053"/>
                      <a:pt x="10" y="2053"/>
                    </a:cubicBezTo>
                    <a:cubicBezTo>
                      <a:pt x="14" y="2053"/>
                      <a:pt x="17" y="2051"/>
                      <a:pt x="18" y="2046"/>
                    </a:cubicBezTo>
                    <a:cubicBezTo>
                      <a:pt x="29" y="2006"/>
                      <a:pt x="42" y="1967"/>
                      <a:pt x="53" y="1927"/>
                    </a:cubicBezTo>
                    <a:cubicBezTo>
                      <a:pt x="63" y="1885"/>
                      <a:pt x="70" y="1845"/>
                      <a:pt x="81" y="1805"/>
                    </a:cubicBezTo>
                    <a:cubicBezTo>
                      <a:pt x="97" y="1721"/>
                      <a:pt x="112" y="1639"/>
                      <a:pt x="126" y="1556"/>
                    </a:cubicBezTo>
                    <a:cubicBezTo>
                      <a:pt x="139" y="1472"/>
                      <a:pt x="149" y="1390"/>
                      <a:pt x="160" y="1307"/>
                    </a:cubicBezTo>
                    <a:cubicBezTo>
                      <a:pt x="163" y="1274"/>
                      <a:pt x="167" y="1241"/>
                      <a:pt x="170" y="1207"/>
                    </a:cubicBezTo>
                    <a:cubicBezTo>
                      <a:pt x="246" y="1068"/>
                      <a:pt x="313" y="925"/>
                      <a:pt x="372" y="777"/>
                    </a:cubicBezTo>
                    <a:cubicBezTo>
                      <a:pt x="436" y="618"/>
                      <a:pt x="492" y="457"/>
                      <a:pt x="543" y="291"/>
                    </a:cubicBezTo>
                    <a:cubicBezTo>
                      <a:pt x="557" y="245"/>
                      <a:pt x="568" y="200"/>
                      <a:pt x="582" y="154"/>
                    </a:cubicBezTo>
                    <a:cubicBezTo>
                      <a:pt x="595" y="108"/>
                      <a:pt x="606" y="60"/>
                      <a:pt x="612" y="11"/>
                    </a:cubicBezTo>
                    <a:cubicBezTo>
                      <a:pt x="613" y="4"/>
                      <a:pt x="609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8"/>
              <p:cNvSpPr/>
              <p:nvPr/>
            </p:nvSpPr>
            <p:spPr>
              <a:xfrm>
                <a:off x="6016400" y="1488507"/>
                <a:ext cx="4115" cy="8348"/>
              </a:xfrm>
              <a:custGeom>
                <a:avLst/>
                <a:gdLst/>
                <a:ahLst/>
                <a:cxnLst/>
                <a:rect l="l" t="t" r="r" b="b"/>
                <a:pathLst>
                  <a:path w="35" h="71" extrusionOk="0">
                    <a:moveTo>
                      <a:pt x="11" y="1"/>
                    </a:moveTo>
                    <a:cubicBezTo>
                      <a:pt x="9" y="1"/>
                      <a:pt x="7" y="1"/>
                      <a:pt x="5" y="3"/>
                    </a:cubicBezTo>
                    <a:cubicBezTo>
                      <a:pt x="2" y="5"/>
                      <a:pt x="1" y="9"/>
                      <a:pt x="2" y="14"/>
                    </a:cubicBezTo>
                    <a:cubicBezTo>
                      <a:pt x="2" y="15"/>
                      <a:pt x="2" y="17"/>
                      <a:pt x="4" y="17"/>
                    </a:cubicBezTo>
                    <a:cubicBezTo>
                      <a:pt x="5" y="21"/>
                      <a:pt x="8" y="24"/>
                      <a:pt x="10" y="27"/>
                    </a:cubicBezTo>
                    <a:lnTo>
                      <a:pt x="11" y="30"/>
                    </a:lnTo>
                    <a:lnTo>
                      <a:pt x="13" y="36"/>
                    </a:lnTo>
                    <a:cubicBezTo>
                      <a:pt x="13" y="37"/>
                      <a:pt x="13" y="39"/>
                      <a:pt x="14" y="42"/>
                    </a:cubicBezTo>
                    <a:cubicBezTo>
                      <a:pt x="14" y="42"/>
                      <a:pt x="14" y="43"/>
                      <a:pt x="14" y="43"/>
                    </a:cubicBezTo>
                    <a:cubicBezTo>
                      <a:pt x="14" y="45"/>
                      <a:pt x="14" y="45"/>
                      <a:pt x="14" y="46"/>
                    </a:cubicBezTo>
                    <a:lnTo>
                      <a:pt x="14" y="52"/>
                    </a:lnTo>
                    <a:lnTo>
                      <a:pt x="14" y="54"/>
                    </a:lnTo>
                    <a:lnTo>
                      <a:pt x="14" y="58"/>
                    </a:lnTo>
                    <a:cubicBezTo>
                      <a:pt x="13" y="63"/>
                      <a:pt x="15" y="69"/>
                      <a:pt x="20" y="70"/>
                    </a:cubicBezTo>
                    <a:cubicBezTo>
                      <a:pt x="26" y="70"/>
                      <a:pt x="30" y="67"/>
                      <a:pt x="32" y="63"/>
                    </a:cubicBezTo>
                    <a:cubicBezTo>
                      <a:pt x="33" y="55"/>
                      <a:pt x="35" y="48"/>
                      <a:pt x="33" y="39"/>
                    </a:cubicBezTo>
                    <a:cubicBezTo>
                      <a:pt x="33" y="30"/>
                      <a:pt x="30" y="21"/>
                      <a:pt x="26" y="14"/>
                    </a:cubicBezTo>
                    <a:cubicBezTo>
                      <a:pt x="23" y="9"/>
                      <a:pt x="20" y="5"/>
                      <a:pt x="15" y="2"/>
                    </a:cubicBezTo>
                    <a:cubicBezTo>
                      <a:pt x="14" y="1"/>
                      <a:pt x="12" y="1"/>
                      <a:pt x="11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8"/>
              <p:cNvSpPr/>
              <p:nvPr/>
            </p:nvSpPr>
            <p:spPr>
              <a:xfrm>
                <a:off x="6028276" y="1499795"/>
                <a:ext cx="4821" cy="9994"/>
              </a:xfrm>
              <a:custGeom>
                <a:avLst/>
                <a:gdLst/>
                <a:ahLst/>
                <a:cxnLst/>
                <a:rect l="l" t="t" r="r" b="b"/>
                <a:pathLst>
                  <a:path w="41" h="85" extrusionOk="0">
                    <a:moveTo>
                      <a:pt x="9" y="1"/>
                    </a:moveTo>
                    <a:cubicBezTo>
                      <a:pt x="6" y="1"/>
                      <a:pt x="3" y="3"/>
                      <a:pt x="2" y="6"/>
                    </a:cubicBezTo>
                    <a:cubicBezTo>
                      <a:pt x="1" y="10"/>
                      <a:pt x="1" y="13"/>
                      <a:pt x="2" y="17"/>
                    </a:cubicBezTo>
                    <a:cubicBezTo>
                      <a:pt x="2" y="20"/>
                      <a:pt x="4" y="23"/>
                      <a:pt x="4" y="26"/>
                    </a:cubicBezTo>
                    <a:cubicBezTo>
                      <a:pt x="4" y="32"/>
                      <a:pt x="5" y="38"/>
                      <a:pt x="8" y="43"/>
                    </a:cubicBezTo>
                    <a:lnTo>
                      <a:pt x="19" y="77"/>
                    </a:lnTo>
                    <a:cubicBezTo>
                      <a:pt x="19" y="82"/>
                      <a:pt x="22" y="84"/>
                      <a:pt x="26" y="84"/>
                    </a:cubicBezTo>
                    <a:cubicBezTo>
                      <a:pt x="33" y="84"/>
                      <a:pt x="40" y="79"/>
                      <a:pt x="37" y="73"/>
                    </a:cubicBezTo>
                    <a:lnTo>
                      <a:pt x="38" y="73"/>
                    </a:lnTo>
                    <a:cubicBezTo>
                      <a:pt x="35" y="61"/>
                      <a:pt x="32" y="49"/>
                      <a:pt x="29" y="37"/>
                    </a:cubicBezTo>
                    <a:lnTo>
                      <a:pt x="26" y="29"/>
                    </a:lnTo>
                    <a:cubicBezTo>
                      <a:pt x="25" y="26"/>
                      <a:pt x="23" y="22"/>
                      <a:pt x="22" y="19"/>
                    </a:cubicBezTo>
                    <a:cubicBezTo>
                      <a:pt x="20" y="13"/>
                      <a:pt x="17" y="7"/>
                      <a:pt x="14" y="3"/>
                    </a:cubicBezTo>
                    <a:cubicBezTo>
                      <a:pt x="13" y="1"/>
                      <a:pt x="11" y="1"/>
                      <a:pt x="9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8"/>
              <p:cNvSpPr/>
              <p:nvPr/>
            </p:nvSpPr>
            <p:spPr>
              <a:xfrm>
                <a:off x="6005230" y="1532365"/>
                <a:ext cx="9054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77" h="112" extrusionOk="0">
                    <a:moveTo>
                      <a:pt x="9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8"/>
                      <a:pt x="5" y="27"/>
                      <a:pt x="9" y="36"/>
                    </a:cubicBezTo>
                    <a:cubicBezTo>
                      <a:pt x="14" y="43"/>
                      <a:pt x="18" y="51"/>
                      <a:pt x="23" y="58"/>
                    </a:cubicBezTo>
                    <a:cubicBezTo>
                      <a:pt x="33" y="74"/>
                      <a:pt x="42" y="89"/>
                      <a:pt x="51" y="106"/>
                    </a:cubicBezTo>
                    <a:cubicBezTo>
                      <a:pt x="53" y="109"/>
                      <a:pt x="57" y="111"/>
                      <a:pt x="60" y="111"/>
                    </a:cubicBezTo>
                    <a:cubicBezTo>
                      <a:pt x="68" y="111"/>
                      <a:pt x="77" y="103"/>
                      <a:pt x="72" y="94"/>
                    </a:cubicBezTo>
                    <a:cubicBezTo>
                      <a:pt x="63" y="77"/>
                      <a:pt x="54" y="63"/>
                      <a:pt x="45" y="46"/>
                    </a:cubicBezTo>
                    <a:cubicBezTo>
                      <a:pt x="40" y="39"/>
                      <a:pt x="36" y="31"/>
                      <a:pt x="31" y="22"/>
                    </a:cubicBezTo>
                    <a:cubicBezTo>
                      <a:pt x="27" y="15"/>
                      <a:pt x="21" y="7"/>
                      <a:pt x="12" y="1"/>
                    </a:cubicBezTo>
                    <a:cubicBezTo>
                      <a:pt x="11" y="1"/>
                      <a:pt x="10" y="0"/>
                      <a:pt x="9" y="0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8"/>
              <p:cNvSpPr/>
              <p:nvPr/>
            </p:nvSpPr>
            <p:spPr>
              <a:xfrm>
                <a:off x="6080248" y="1276975"/>
                <a:ext cx="23634" cy="95473"/>
              </a:xfrm>
              <a:custGeom>
                <a:avLst/>
                <a:gdLst/>
                <a:ahLst/>
                <a:cxnLst/>
                <a:rect l="l" t="t" r="r" b="b"/>
                <a:pathLst>
                  <a:path w="201" h="812" extrusionOk="0">
                    <a:moveTo>
                      <a:pt x="11" y="1"/>
                    </a:moveTo>
                    <a:cubicBezTo>
                      <a:pt x="6" y="1"/>
                      <a:pt x="0" y="7"/>
                      <a:pt x="3" y="13"/>
                    </a:cubicBezTo>
                    <a:cubicBezTo>
                      <a:pt x="132" y="190"/>
                      <a:pt x="181" y="412"/>
                      <a:pt x="139" y="627"/>
                    </a:cubicBezTo>
                    <a:cubicBezTo>
                      <a:pt x="133" y="657"/>
                      <a:pt x="126" y="685"/>
                      <a:pt x="117" y="714"/>
                    </a:cubicBezTo>
                    <a:cubicBezTo>
                      <a:pt x="106" y="743"/>
                      <a:pt x="96" y="772"/>
                      <a:pt x="88" y="802"/>
                    </a:cubicBezTo>
                    <a:cubicBezTo>
                      <a:pt x="86" y="807"/>
                      <a:pt x="91" y="811"/>
                      <a:pt x="95" y="811"/>
                    </a:cubicBezTo>
                    <a:cubicBezTo>
                      <a:pt x="98" y="811"/>
                      <a:pt x="100" y="810"/>
                      <a:pt x="102" y="807"/>
                    </a:cubicBezTo>
                    <a:cubicBezTo>
                      <a:pt x="132" y="761"/>
                      <a:pt x="154" y="708"/>
                      <a:pt x="163" y="652"/>
                    </a:cubicBezTo>
                    <a:cubicBezTo>
                      <a:pt x="200" y="488"/>
                      <a:pt x="184" y="317"/>
                      <a:pt x="117" y="163"/>
                    </a:cubicBezTo>
                    <a:cubicBezTo>
                      <a:pt x="91" y="105"/>
                      <a:pt x="57" y="51"/>
                      <a:pt x="17" y="4"/>
                    </a:cubicBezTo>
                    <a:cubicBezTo>
                      <a:pt x="15" y="2"/>
                      <a:pt x="13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8"/>
              <p:cNvSpPr/>
              <p:nvPr/>
            </p:nvSpPr>
            <p:spPr>
              <a:xfrm>
                <a:off x="6016635" y="1395381"/>
                <a:ext cx="85951" cy="17425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482" extrusionOk="0">
                    <a:moveTo>
                      <a:pt x="558" y="0"/>
                    </a:moveTo>
                    <a:cubicBezTo>
                      <a:pt x="373" y="455"/>
                      <a:pt x="75" y="1083"/>
                      <a:pt x="75" y="1083"/>
                    </a:cubicBezTo>
                    <a:cubicBezTo>
                      <a:pt x="75" y="1083"/>
                      <a:pt x="45" y="1251"/>
                      <a:pt x="0" y="1481"/>
                    </a:cubicBezTo>
                    <a:cubicBezTo>
                      <a:pt x="24" y="1399"/>
                      <a:pt x="719" y="276"/>
                      <a:pt x="731" y="258"/>
                    </a:cubicBezTo>
                    <a:lnTo>
                      <a:pt x="731" y="258"/>
                    </a:lnTo>
                    <a:cubicBezTo>
                      <a:pt x="725" y="262"/>
                      <a:pt x="621" y="333"/>
                      <a:pt x="567" y="333"/>
                    </a:cubicBezTo>
                    <a:cubicBezTo>
                      <a:pt x="539" y="333"/>
                      <a:pt x="524" y="314"/>
                      <a:pt x="543" y="258"/>
                    </a:cubicBezTo>
                    <a:cubicBezTo>
                      <a:pt x="564" y="197"/>
                      <a:pt x="565" y="100"/>
                      <a:pt x="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8"/>
              <p:cNvSpPr/>
              <p:nvPr/>
            </p:nvSpPr>
            <p:spPr>
              <a:xfrm>
                <a:off x="5950389" y="1690044"/>
                <a:ext cx="45503" cy="4691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39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" y="19"/>
                      <a:pt x="2" y="262"/>
                      <a:pt x="39" y="299"/>
                    </a:cubicBezTo>
                    <a:cubicBezTo>
                      <a:pt x="67" y="328"/>
                      <a:pt x="161" y="399"/>
                      <a:pt x="228" y="399"/>
                    </a:cubicBezTo>
                    <a:cubicBezTo>
                      <a:pt x="250" y="399"/>
                      <a:pt x="269" y="392"/>
                      <a:pt x="282" y="374"/>
                    </a:cubicBezTo>
                    <a:cubicBezTo>
                      <a:pt x="339" y="299"/>
                      <a:pt x="386" y="29"/>
                      <a:pt x="386" y="2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8"/>
              <p:cNvSpPr/>
              <p:nvPr/>
            </p:nvSpPr>
            <p:spPr>
              <a:xfrm>
                <a:off x="6058966" y="1181851"/>
                <a:ext cx="89949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869" extrusionOk="0">
                    <a:moveTo>
                      <a:pt x="54" y="1"/>
                    </a:moveTo>
                    <a:cubicBezTo>
                      <a:pt x="53" y="1"/>
                      <a:pt x="52" y="1"/>
                      <a:pt x="50" y="2"/>
                    </a:cubicBezTo>
                    <a:lnTo>
                      <a:pt x="46" y="3"/>
                    </a:lnTo>
                    <a:cubicBezTo>
                      <a:pt x="20" y="5"/>
                      <a:pt x="1" y="25"/>
                      <a:pt x="2" y="51"/>
                    </a:cubicBezTo>
                    <a:cubicBezTo>
                      <a:pt x="2" y="82"/>
                      <a:pt x="31" y="106"/>
                      <a:pt x="50" y="127"/>
                    </a:cubicBezTo>
                    <a:cubicBezTo>
                      <a:pt x="101" y="179"/>
                      <a:pt x="150" y="231"/>
                      <a:pt x="202" y="282"/>
                    </a:cubicBezTo>
                    <a:cubicBezTo>
                      <a:pt x="254" y="331"/>
                      <a:pt x="308" y="380"/>
                      <a:pt x="363" y="425"/>
                    </a:cubicBezTo>
                    <a:cubicBezTo>
                      <a:pt x="377" y="434"/>
                      <a:pt x="390" y="444"/>
                      <a:pt x="402" y="453"/>
                    </a:cubicBezTo>
                    <a:cubicBezTo>
                      <a:pt x="426" y="476"/>
                      <a:pt x="450" y="498"/>
                      <a:pt x="474" y="519"/>
                    </a:cubicBezTo>
                    <a:cubicBezTo>
                      <a:pt x="518" y="559"/>
                      <a:pt x="565" y="597"/>
                      <a:pt x="608" y="638"/>
                    </a:cubicBezTo>
                    <a:cubicBezTo>
                      <a:pt x="617" y="655"/>
                      <a:pt x="624" y="671"/>
                      <a:pt x="633" y="687"/>
                    </a:cubicBezTo>
                    <a:cubicBezTo>
                      <a:pt x="636" y="693"/>
                      <a:pt x="641" y="696"/>
                      <a:pt x="646" y="696"/>
                    </a:cubicBezTo>
                    <a:cubicBezTo>
                      <a:pt x="649" y="696"/>
                      <a:pt x="653" y="694"/>
                      <a:pt x="656" y="692"/>
                    </a:cubicBezTo>
                    <a:cubicBezTo>
                      <a:pt x="696" y="740"/>
                      <a:pt x="723" y="796"/>
                      <a:pt x="735" y="857"/>
                    </a:cubicBezTo>
                    <a:cubicBezTo>
                      <a:pt x="737" y="865"/>
                      <a:pt x="743" y="868"/>
                      <a:pt x="749" y="868"/>
                    </a:cubicBezTo>
                    <a:cubicBezTo>
                      <a:pt x="756" y="868"/>
                      <a:pt x="764" y="863"/>
                      <a:pt x="764" y="854"/>
                    </a:cubicBezTo>
                    <a:cubicBezTo>
                      <a:pt x="760" y="798"/>
                      <a:pt x="741" y="744"/>
                      <a:pt x="706" y="699"/>
                    </a:cubicBezTo>
                    <a:cubicBezTo>
                      <a:pt x="711" y="693"/>
                      <a:pt x="714" y="687"/>
                      <a:pt x="717" y="682"/>
                    </a:cubicBezTo>
                    <a:cubicBezTo>
                      <a:pt x="724" y="671"/>
                      <a:pt x="732" y="661"/>
                      <a:pt x="736" y="649"/>
                    </a:cubicBezTo>
                    <a:cubicBezTo>
                      <a:pt x="745" y="635"/>
                      <a:pt x="734" y="623"/>
                      <a:pt x="722" y="623"/>
                    </a:cubicBezTo>
                    <a:cubicBezTo>
                      <a:pt x="717" y="623"/>
                      <a:pt x="712" y="626"/>
                      <a:pt x="709" y="632"/>
                    </a:cubicBezTo>
                    <a:cubicBezTo>
                      <a:pt x="702" y="643"/>
                      <a:pt x="696" y="655"/>
                      <a:pt x="690" y="665"/>
                    </a:cubicBezTo>
                    <a:cubicBezTo>
                      <a:pt x="688" y="668"/>
                      <a:pt x="687" y="670"/>
                      <a:pt x="687" y="673"/>
                    </a:cubicBezTo>
                    <a:lnTo>
                      <a:pt x="684" y="670"/>
                    </a:lnTo>
                    <a:cubicBezTo>
                      <a:pt x="669" y="650"/>
                      <a:pt x="651" y="631"/>
                      <a:pt x="633" y="614"/>
                    </a:cubicBezTo>
                    <a:cubicBezTo>
                      <a:pt x="630" y="610"/>
                      <a:pt x="629" y="605"/>
                      <a:pt x="626" y="601"/>
                    </a:cubicBezTo>
                    <a:cubicBezTo>
                      <a:pt x="609" y="580"/>
                      <a:pt x="591" y="559"/>
                      <a:pt x="572" y="541"/>
                    </a:cubicBezTo>
                    <a:cubicBezTo>
                      <a:pt x="530" y="506"/>
                      <a:pt x="487" y="471"/>
                      <a:pt x="441" y="440"/>
                    </a:cubicBezTo>
                    <a:lnTo>
                      <a:pt x="436" y="435"/>
                    </a:lnTo>
                    <a:cubicBezTo>
                      <a:pt x="357" y="364"/>
                      <a:pt x="281" y="291"/>
                      <a:pt x="208" y="215"/>
                    </a:cubicBezTo>
                    <a:cubicBezTo>
                      <a:pt x="180" y="185"/>
                      <a:pt x="152" y="155"/>
                      <a:pt x="123" y="124"/>
                    </a:cubicBezTo>
                    <a:cubicBezTo>
                      <a:pt x="101" y="101"/>
                      <a:pt x="80" y="75"/>
                      <a:pt x="56" y="54"/>
                    </a:cubicBezTo>
                    <a:cubicBezTo>
                      <a:pt x="62" y="45"/>
                      <a:pt x="65" y="34"/>
                      <a:pt x="65" y="24"/>
                    </a:cubicBezTo>
                    <a:cubicBezTo>
                      <a:pt x="65" y="22"/>
                      <a:pt x="67" y="19"/>
                      <a:pt x="67" y="18"/>
                    </a:cubicBezTo>
                    <a:cubicBezTo>
                      <a:pt x="69" y="9"/>
                      <a:pt x="63" y="1"/>
                      <a:pt x="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8"/>
              <p:cNvSpPr/>
              <p:nvPr/>
            </p:nvSpPr>
            <p:spPr>
              <a:xfrm>
                <a:off x="6145978" y="1256986"/>
                <a:ext cx="4703" cy="5761"/>
              </a:xfrm>
              <a:custGeom>
                <a:avLst/>
                <a:gdLst/>
                <a:ahLst/>
                <a:cxnLst/>
                <a:rect l="l" t="t" r="r" b="b"/>
                <a:pathLst>
                  <a:path w="40" h="49" extrusionOk="0">
                    <a:moveTo>
                      <a:pt x="29" y="0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7" y="2"/>
                      <a:pt x="10" y="8"/>
                      <a:pt x="7" y="16"/>
                    </a:cubicBezTo>
                    <a:cubicBezTo>
                      <a:pt x="2" y="23"/>
                      <a:pt x="1" y="31"/>
                      <a:pt x="2" y="40"/>
                    </a:cubicBezTo>
                    <a:cubicBezTo>
                      <a:pt x="2" y="41"/>
                      <a:pt x="4" y="44"/>
                      <a:pt x="5" y="45"/>
                    </a:cubicBezTo>
                    <a:cubicBezTo>
                      <a:pt x="7" y="48"/>
                      <a:pt x="10" y="48"/>
                      <a:pt x="12" y="48"/>
                    </a:cubicBezTo>
                    <a:cubicBezTo>
                      <a:pt x="18" y="48"/>
                      <a:pt x="23" y="44"/>
                      <a:pt x="23" y="40"/>
                    </a:cubicBezTo>
                    <a:cubicBezTo>
                      <a:pt x="23" y="38"/>
                      <a:pt x="23" y="37"/>
                      <a:pt x="23" y="35"/>
                    </a:cubicBezTo>
                    <a:cubicBezTo>
                      <a:pt x="23" y="34"/>
                      <a:pt x="23" y="32"/>
                      <a:pt x="24" y="31"/>
                    </a:cubicBezTo>
                    <a:cubicBezTo>
                      <a:pt x="24" y="29"/>
                      <a:pt x="26" y="28"/>
                      <a:pt x="26" y="26"/>
                    </a:cubicBezTo>
                    <a:cubicBezTo>
                      <a:pt x="29" y="25"/>
                      <a:pt x="30" y="22"/>
                      <a:pt x="33" y="20"/>
                    </a:cubicBezTo>
                    <a:lnTo>
                      <a:pt x="36" y="17"/>
                    </a:lnTo>
                    <a:lnTo>
                      <a:pt x="38" y="16"/>
                    </a:lnTo>
                    <a:cubicBezTo>
                      <a:pt x="38" y="14"/>
                      <a:pt x="39" y="13"/>
                      <a:pt x="39" y="11"/>
                    </a:cubicBezTo>
                    <a:cubicBezTo>
                      <a:pt x="39" y="10"/>
                      <a:pt x="38" y="7"/>
                      <a:pt x="38" y="5"/>
                    </a:cubicBezTo>
                    <a:cubicBezTo>
                      <a:pt x="36" y="2"/>
                      <a:pt x="33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8"/>
              <p:cNvSpPr/>
              <p:nvPr/>
            </p:nvSpPr>
            <p:spPr>
              <a:xfrm>
                <a:off x="6221585" y="1353169"/>
                <a:ext cx="17402" cy="15426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312" extrusionOk="0">
                    <a:moveTo>
                      <a:pt x="68" y="1"/>
                    </a:moveTo>
                    <a:cubicBezTo>
                      <a:pt x="62" y="1"/>
                      <a:pt x="57" y="5"/>
                      <a:pt x="57" y="12"/>
                    </a:cubicBezTo>
                    <a:cubicBezTo>
                      <a:pt x="58" y="43"/>
                      <a:pt x="63" y="74"/>
                      <a:pt x="69" y="106"/>
                    </a:cubicBezTo>
                    <a:cubicBezTo>
                      <a:pt x="73" y="137"/>
                      <a:pt x="78" y="170"/>
                      <a:pt x="81" y="201"/>
                    </a:cubicBezTo>
                    <a:cubicBezTo>
                      <a:pt x="87" y="265"/>
                      <a:pt x="91" y="328"/>
                      <a:pt x="91" y="392"/>
                    </a:cubicBezTo>
                    <a:cubicBezTo>
                      <a:pt x="93" y="520"/>
                      <a:pt x="82" y="647"/>
                      <a:pt x="60" y="774"/>
                    </a:cubicBezTo>
                    <a:cubicBezTo>
                      <a:pt x="52" y="808"/>
                      <a:pt x="46" y="842"/>
                      <a:pt x="39" y="877"/>
                    </a:cubicBezTo>
                    <a:cubicBezTo>
                      <a:pt x="32" y="904"/>
                      <a:pt x="23" y="932"/>
                      <a:pt x="18" y="960"/>
                    </a:cubicBezTo>
                    <a:cubicBezTo>
                      <a:pt x="17" y="960"/>
                      <a:pt x="15" y="959"/>
                      <a:pt x="14" y="959"/>
                    </a:cubicBezTo>
                    <a:cubicBezTo>
                      <a:pt x="7" y="959"/>
                      <a:pt x="1" y="965"/>
                      <a:pt x="3" y="972"/>
                    </a:cubicBezTo>
                    <a:cubicBezTo>
                      <a:pt x="26" y="1027"/>
                      <a:pt x="51" y="1084"/>
                      <a:pt x="72" y="1141"/>
                    </a:cubicBezTo>
                    <a:cubicBezTo>
                      <a:pt x="81" y="1169"/>
                      <a:pt x="91" y="1199"/>
                      <a:pt x="100" y="1227"/>
                    </a:cubicBezTo>
                    <a:cubicBezTo>
                      <a:pt x="105" y="1241"/>
                      <a:pt x="109" y="1256"/>
                      <a:pt x="112" y="1269"/>
                    </a:cubicBezTo>
                    <a:cubicBezTo>
                      <a:pt x="115" y="1284"/>
                      <a:pt x="123" y="1297"/>
                      <a:pt x="131" y="1309"/>
                    </a:cubicBezTo>
                    <a:cubicBezTo>
                      <a:pt x="133" y="1311"/>
                      <a:pt x="135" y="1312"/>
                      <a:pt x="138" y="1312"/>
                    </a:cubicBezTo>
                    <a:cubicBezTo>
                      <a:pt x="141" y="1312"/>
                      <a:pt x="145" y="1310"/>
                      <a:pt x="146" y="1306"/>
                    </a:cubicBezTo>
                    <a:cubicBezTo>
                      <a:pt x="148" y="1291"/>
                      <a:pt x="146" y="1276"/>
                      <a:pt x="140" y="1263"/>
                    </a:cubicBezTo>
                    <a:cubicBezTo>
                      <a:pt x="136" y="1248"/>
                      <a:pt x="131" y="1233"/>
                      <a:pt x="127" y="1218"/>
                    </a:cubicBezTo>
                    <a:cubicBezTo>
                      <a:pt x="118" y="1190"/>
                      <a:pt x="108" y="1160"/>
                      <a:pt x="97" y="1132"/>
                    </a:cubicBezTo>
                    <a:cubicBezTo>
                      <a:pt x="78" y="1081"/>
                      <a:pt x="57" y="1032"/>
                      <a:pt x="33" y="984"/>
                    </a:cubicBezTo>
                    <a:cubicBezTo>
                      <a:pt x="45" y="956"/>
                      <a:pt x="55" y="924"/>
                      <a:pt x="61" y="893"/>
                    </a:cubicBezTo>
                    <a:cubicBezTo>
                      <a:pt x="69" y="862"/>
                      <a:pt x="76" y="831"/>
                      <a:pt x="82" y="801"/>
                    </a:cubicBezTo>
                    <a:cubicBezTo>
                      <a:pt x="96" y="737"/>
                      <a:pt x="105" y="672"/>
                      <a:pt x="111" y="608"/>
                    </a:cubicBezTo>
                    <a:cubicBezTo>
                      <a:pt x="124" y="480"/>
                      <a:pt x="124" y="352"/>
                      <a:pt x="114" y="224"/>
                    </a:cubicBezTo>
                    <a:cubicBezTo>
                      <a:pt x="109" y="188"/>
                      <a:pt x="106" y="152"/>
                      <a:pt x="100" y="115"/>
                    </a:cubicBezTo>
                    <a:cubicBezTo>
                      <a:pt x="97" y="79"/>
                      <a:pt x="90" y="43"/>
                      <a:pt x="78" y="9"/>
                    </a:cubicBezTo>
                    <a:cubicBezTo>
                      <a:pt x="76" y="3"/>
                      <a:pt x="72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8"/>
              <p:cNvSpPr/>
              <p:nvPr/>
            </p:nvSpPr>
            <p:spPr>
              <a:xfrm>
                <a:off x="6237694" y="1518373"/>
                <a:ext cx="23163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869" extrusionOk="0">
                    <a:moveTo>
                      <a:pt x="8" y="0"/>
                    </a:moveTo>
                    <a:cubicBezTo>
                      <a:pt x="4" y="0"/>
                      <a:pt x="0" y="3"/>
                      <a:pt x="2" y="9"/>
                    </a:cubicBezTo>
                    <a:cubicBezTo>
                      <a:pt x="17" y="65"/>
                      <a:pt x="29" y="120"/>
                      <a:pt x="44" y="176"/>
                    </a:cubicBezTo>
                    <a:cubicBezTo>
                      <a:pt x="57" y="229"/>
                      <a:pt x="71" y="283"/>
                      <a:pt x="82" y="338"/>
                    </a:cubicBezTo>
                    <a:cubicBezTo>
                      <a:pt x="108" y="448"/>
                      <a:pt x="129" y="560"/>
                      <a:pt x="147" y="672"/>
                    </a:cubicBezTo>
                    <a:cubicBezTo>
                      <a:pt x="153" y="703"/>
                      <a:pt x="157" y="735"/>
                      <a:pt x="161" y="765"/>
                    </a:cubicBezTo>
                    <a:cubicBezTo>
                      <a:pt x="163" y="781"/>
                      <a:pt x="166" y="796"/>
                      <a:pt x="167" y="812"/>
                    </a:cubicBezTo>
                    <a:cubicBezTo>
                      <a:pt x="170" y="829"/>
                      <a:pt x="173" y="845"/>
                      <a:pt x="178" y="860"/>
                    </a:cubicBezTo>
                    <a:cubicBezTo>
                      <a:pt x="179" y="866"/>
                      <a:pt x="182" y="869"/>
                      <a:pt x="186" y="869"/>
                    </a:cubicBezTo>
                    <a:cubicBezTo>
                      <a:pt x="191" y="869"/>
                      <a:pt x="197" y="865"/>
                      <a:pt x="196" y="857"/>
                    </a:cubicBezTo>
                    <a:cubicBezTo>
                      <a:pt x="196" y="829"/>
                      <a:pt x="194" y="800"/>
                      <a:pt x="188" y="774"/>
                    </a:cubicBezTo>
                    <a:cubicBezTo>
                      <a:pt x="185" y="745"/>
                      <a:pt x="181" y="717"/>
                      <a:pt x="176" y="689"/>
                    </a:cubicBezTo>
                    <a:cubicBezTo>
                      <a:pt x="169" y="633"/>
                      <a:pt x="159" y="577"/>
                      <a:pt x="148" y="520"/>
                    </a:cubicBezTo>
                    <a:cubicBezTo>
                      <a:pt x="127" y="410"/>
                      <a:pt x="103" y="299"/>
                      <a:pt x="74" y="190"/>
                    </a:cubicBezTo>
                    <a:cubicBezTo>
                      <a:pt x="57" y="128"/>
                      <a:pt x="36" y="67"/>
                      <a:pt x="15" y="6"/>
                    </a:cubicBezTo>
                    <a:cubicBezTo>
                      <a:pt x="14" y="2"/>
                      <a:pt x="11" y="0"/>
                      <a:pt x="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8"/>
              <p:cNvSpPr/>
              <p:nvPr/>
            </p:nvSpPr>
            <p:spPr>
              <a:xfrm>
                <a:off x="5965957" y="2511007"/>
                <a:ext cx="200474" cy="67254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572" extrusionOk="0">
                    <a:moveTo>
                      <a:pt x="279" y="1"/>
                    </a:moveTo>
                    <a:cubicBezTo>
                      <a:pt x="279" y="1"/>
                      <a:pt x="0" y="399"/>
                      <a:pt x="75" y="456"/>
                    </a:cubicBezTo>
                    <a:cubicBezTo>
                      <a:pt x="147" y="509"/>
                      <a:pt x="336" y="511"/>
                      <a:pt x="355" y="511"/>
                    </a:cubicBezTo>
                    <a:cubicBezTo>
                      <a:pt x="356" y="511"/>
                      <a:pt x="357" y="511"/>
                      <a:pt x="357" y="511"/>
                    </a:cubicBezTo>
                    <a:cubicBezTo>
                      <a:pt x="357" y="511"/>
                      <a:pt x="910" y="572"/>
                      <a:pt x="1308" y="572"/>
                    </a:cubicBezTo>
                    <a:cubicBezTo>
                      <a:pt x="1531" y="572"/>
                      <a:pt x="1705" y="553"/>
                      <a:pt x="1705" y="493"/>
                    </a:cubicBezTo>
                    <a:lnTo>
                      <a:pt x="880" y="211"/>
                    </a:lnTo>
                    <a:lnTo>
                      <a:pt x="774" y="60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8"/>
              <p:cNvSpPr/>
              <p:nvPr/>
            </p:nvSpPr>
            <p:spPr>
              <a:xfrm>
                <a:off x="6055909" y="1772116"/>
                <a:ext cx="38449" cy="61258"/>
              </a:xfrm>
              <a:custGeom>
                <a:avLst/>
                <a:gdLst/>
                <a:ahLst/>
                <a:cxnLst/>
                <a:rect l="l" t="t" r="r" b="b"/>
                <a:pathLst>
                  <a:path w="327" h="521" extrusionOk="0">
                    <a:moveTo>
                      <a:pt x="313" y="0"/>
                    </a:moveTo>
                    <a:cubicBezTo>
                      <a:pt x="307" y="0"/>
                      <a:pt x="302" y="3"/>
                      <a:pt x="300" y="10"/>
                    </a:cubicBezTo>
                    <a:cubicBezTo>
                      <a:pt x="294" y="29"/>
                      <a:pt x="291" y="49"/>
                      <a:pt x="289" y="66"/>
                    </a:cubicBezTo>
                    <a:cubicBezTo>
                      <a:pt x="285" y="86"/>
                      <a:pt x="280" y="104"/>
                      <a:pt x="274" y="122"/>
                    </a:cubicBezTo>
                    <a:cubicBezTo>
                      <a:pt x="264" y="157"/>
                      <a:pt x="251" y="193"/>
                      <a:pt x="234" y="228"/>
                    </a:cubicBezTo>
                    <a:cubicBezTo>
                      <a:pt x="201" y="296"/>
                      <a:pt x="158" y="359"/>
                      <a:pt x="106" y="412"/>
                    </a:cubicBezTo>
                    <a:cubicBezTo>
                      <a:pt x="76" y="445"/>
                      <a:pt x="43" y="474"/>
                      <a:pt x="9" y="499"/>
                    </a:cubicBezTo>
                    <a:cubicBezTo>
                      <a:pt x="0" y="506"/>
                      <a:pt x="6" y="520"/>
                      <a:pt x="14" y="520"/>
                    </a:cubicBezTo>
                    <a:cubicBezTo>
                      <a:pt x="16" y="520"/>
                      <a:pt x="18" y="520"/>
                      <a:pt x="19" y="518"/>
                    </a:cubicBezTo>
                    <a:cubicBezTo>
                      <a:pt x="85" y="474"/>
                      <a:pt x="143" y="418"/>
                      <a:pt x="191" y="356"/>
                    </a:cubicBezTo>
                    <a:cubicBezTo>
                      <a:pt x="237" y="292"/>
                      <a:pt x="274" y="220"/>
                      <a:pt x="300" y="145"/>
                    </a:cubicBezTo>
                    <a:cubicBezTo>
                      <a:pt x="306" y="125"/>
                      <a:pt x="312" y="104"/>
                      <a:pt x="316" y="83"/>
                    </a:cubicBezTo>
                    <a:cubicBezTo>
                      <a:pt x="324" y="61"/>
                      <a:pt x="327" y="37"/>
                      <a:pt x="327" y="14"/>
                    </a:cubicBezTo>
                    <a:cubicBezTo>
                      <a:pt x="327" y="5"/>
                      <a:pt x="320" y="0"/>
                      <a:pt x="3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8"/>
              <p:cNvSpPr/>
              <p:nvPr/>
            </p:nvSpPr>
            <p:spPr>
              <a:xfrm>
                <a:off x="6154562" y="1857481"/>
                <a:ext cx="63023" cy="223868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904" extrusionOk="0">
                    <a:moveTo>
                      <a:pt x="523" y="1"/>
                    </a:moveTo>
                    <a:cubicBezTo>
                      <a:pt x="522" y="1"/>
                      <a:pt x="522" y="1"/>
                      <a:pt x="521" y="1"/>
                    </a:cubicBezTo>
                    <a:cubicBezTo>
                      <a:pt x="505" y="6"/>
                      <a:pt x="490" y="14"/>
                      <a:pt x="478" y="25"/>
                    </a:cubicBezTo>
                    <a:cubicBezTo>
                      <a:pt x="463" y="34"/>
                      <a:pt x="448" y="43"/>
                      <a:pt x="433" y="50"/>
                    </a:cubicBezTo>
                    <a:cubicBezTo>
                      <a:pt x="403" y="67"/>
                      <a:pt x="373" y="82"/>
                      <a:pt x="342" y="92"/>
                    </a:cubicBezTo>
                    <a:cubicBezTo>
                      <a:pt x="317" y="101"/>
                      <a:pt x="291" y="108"/>
                      <a:pt x="268" y="114"/>
                    </a:cubicBezTo>
                    <a:cubicBezTo>
                      <a:pt x="265" y="107"/>
                      <a:pt x="259" y="104"/>
                      <a:pt x="252" y="104"/>
                    </a:cubicBezTo>
                    <a:cubicBezTo>
                      <a:pt x="246" y="104"/>
                      <a:pt x="239" y="108"/>
                      <a:pt x="238" y="116"/>
                    </a:cubicBezTo>
                    <a:cubicBezTo>
                      <a:pt x="238" y="117"/>
                      <a:pt x="238" y="119"/>
                      <a:pt x="238" y="120"/>
                    </a:cubicBezTo>
                    <a:cubicBezTo>
                      <a:pt x="206" y="126"/>
                      <a:pt x="175" y="129"/>
                      <a:pt x="144" y="131"/>
                    </a:cubicBezTo>
                    <a:cubicBezTo>
                      <a:pt x="130" y="132"/>
                      <a:pt x="130" y="152"/>
                      <a:pt x="144" y="153"/>
                    </a:cubicBezTo>
                    <a:cubicBezTo>
                      <a:pt x="152" y="154"/>
                      <a:pt x="160" y="154"/>
                      <a:pt x="167" y="154"/>
                    </a:cubicBezTo>
                    <a:cubicBezTo>
                      <a:pt x="189" y="154"/>
                      <a:pt x="210" y="152"/>
                      <a:pt x="232" y="150"/>
                    </a:cubicBezTo>
                    <a:lnTo>
                      <a:pt x="232" y="150"/>
                    </a:lnTo>
                    <a:cubicBezTo>
                      <a:pt x="223" y="196"/>
                      <a:pt x="218" y="243"/>
                      <a:pt x="212" y="290"/>
                    </a:cubicBezTo>
                    <a:lnTo>
                      <a:pt x="190" y="462"/>
                    </a:lnTo>
                    <a:lnTo>
                      <a:pt x="142" y="809"/>
                    </a:lnTo>
                    <a:cubicBezTo>
                      <a:pt x="111" y="1040"/>
                      <a:pt x="81" y="1272"/>
                      <a:pt x="50" y="1503"/>
                    </a:cubicBezTo>
                    <a:cubicBezTo>
                      <a:pt x="41" y="1567"/>
                      <a:pt x="33" y="1631"/>
                      <a:pt x="24" y="1695"/>
                    </a:cubicBezTo>
                    <a:cubicBezTo>
                      <a:pt x="17" y="1759"/>
                      <a:pt x="7" y="1825"/>
                      <a:pt x="2" y="1890"/>
                    </a:cubicBezTo>
                    <a:cubicBezTo>
                      <a:pt x="0" y="1899"/>
                      <a:pt x="6" y="1903"/>
                      <a:pt x="12" y="1903"/>
                    </a:cubicBezTo>
                    <a:cubicBezTo>
                      <a:pt x="17" y="1903"/>
                      <a:pt x="22" y="1900"/>
                      <a:pt x="23" y="1893"/>
                    </a:cubicBezTo>
                    <a:cubicBezTo>
                      <a:pt x="36" y="1837"/>
                      <a:pt x="42" y="1779"/>
                      <a:pt x="51" y="1720"/>
                    </a:cubicBezTo>
                    <a:cubicBezTo>
                      <a:pt x="60" y="1662"/>
                      <a:pt x="68" y="1606"/>
                      <a:pt x="75" y="1549"/>
                    </a:cubicBezTo>
                    <a:lnTo>
                      <a:pt x="123" y="1201"/>
                    </a:lnTo>
                    <a:cubicBezTo>
                      <a:pt x="154" y="972"/>
                      <a:pt x="186" y="741"/>
                      <a:pt x="217" y="510"/>
                    </a:cubicBezTo>
                    <a:cubicBezTo>
                      <a:pt x="226" y="445"/>
                      <a:pt x="235" y="381"/>
                      <a:pt x="244" y="317"/>
                    </a:cubicBezTo>
                    <a:cubicBezTo>
                      <a:pt x="251" y="261"/>
                      <a:pt x="262" y="202"/>
                      <a:pt x="266" y="146"/>
                    </a:cubicBezTo>
                    <a:cubicBezTo>
                      <a:pt x="296" y="141"/>
                      <a:pt x="324" y="134"/>
                      <a:pt x="353" y="123"/>
                    </a:cubicBezTo>
                    <a:cubicBezTo>
                      <a:pt x="385" y="111"/>
                      <a:pt x="418" y="98"/>
                      <a:pt x="449" y="80"/>
                    </a:cubicBezTo>
                    <a:cubicBezTo>
                      <a:pt x="464" y="73"/>
                      <a:pt x="479" y="62"/>
                      <a:pt x="493" y="53"/>
                    </a:cubicBezTo>
                    <a:cubicBezTo>
                      <a:pt x="509" y="43"/>
                      <a:pt x="523" y="31"/>
                      <a:pt x="531" y="16"/>
                    </a:cubicBezTo>
                    <a:cubicBezTo>
                      <a:pt x="536" y="9"/>
                      <a:pt x="530" y="1"/>
                      <a:pt x="5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8"/>
              <p:cNvSpPr/>
              <p:nvPr/>
            </p:nvSpPr>
            <p:spPr>
              <a:xfrm>
                <a:off x="6104118" y="2135094"/>
                <a:ext cx="44680" cy="200234"/>
              </a:xfrm>
              <a:custGeom>
                <a:avLst/>
                <a:gdLst/>
                <a:ahLst/>
                <a:cxnLst/>
                <a:rect l="l" t="t" r="r" b="b"/>
                <a:pathLst>
                  <a:path w="380" h="1703" extrusionOk="0">
                    <a:moveTo>
                      <a:pt x="366" y="0"/>
                    </a:moveTo>
                    <a:cubicBezTo>
                      <a:pt x="361" y="0"/>
                      <a:pt x="355" y="4"/>
                      <a:pt x="354" y="11"/>
                    </a:cubicBezTo>
                    <a:cubicBezTo>
                      <a:pt x="342" y="65"/>
                      <a:pt x="334" y="120"/>
                      <a:pt x="328" y="175"/>
                    </a:cubicBezTo>
                    <a:cubicBezTo>
                      <a:pt x="321" y="232"/>
                      <a:pt x="313" y="285"/>
                      <a:pt x="304" y="341"/>
                    </a:cubicBezTo>
                    <a:cubicBezTo>
                      <a:pt x="286" y="452"/>
                      <a:pt x="269" y="563"/>
                      <a:pt x="248" y="673"/>
                    </a:cubicBezTo>
                    <a:cubicBezTo>
                      <a:pt x="206" y="892"/>
                      <a:pt x="157" y="1109"/>
                      <a:pt x="100" y="1325"/>
                    </a:cubicBezTo>
                    <a:cubicBezTo>
                      <a:pt x="84" y="1386"/>
                      <a:pt x="67" y="1446"/>
                      <a:pt x="51" y="1507"/>
                    </a:cubicBezTo>
                    <a:cubicBezTo>
                      <a:pt x="42" y="1537"/>
                      <a:pt x="34" y="1568"/>
                      <a:pt x="26" y="1598"/>
                    </a:cubicBezTo>
                    <a:cubicBezTo>
                      <a:pt x="17" y="1627"/>
                      <a:pt x="8" y="1659"/>
                      <a:pt x="2" y="1690"/>
                    </a:cubicBezTo>
                    <a:cubicBezTo>
                      <a:pt x="1" y="1696"/>
                      <a:pt x="7" y="1702"/>
                      <a:pt x="13" y="1702"/>
                    </a:cubicBezTo>
                    <a:cubicBezTo>
                      <a:pt x="16" y="1702"/>
                      <a:pt x="19" y="1701"/>
                      <a:pt x="21" y="1698"/>
                    </a:cubicBezTo>
                    <a:cubicBezTo>
                      <a:pt x="42" y="1645"/>
                      <a:pt x="60" y="1592"/>
                      <a:pt x="73" y="1538"/>
                    </a:cubicBezTo>
                    <a:cubicBezTo>
                      <a:pt x="90" y="1484"/>
                      <a:pt x="105" y="1429"/>
                      <a:pt x="119" y="1375"/>
                    </a:cubicBezTo>
                    <a:cubicBezTo>
                      <a:pt x="149" y="1267"/>
                      <a:pt x="176" y="1159"/>
                      <a:pt x="201" y="1050"/>
                    </a:cubicBezTo>
                    <a:cubicBezTo>
                      <a:pt x="252" y="831"/>
                      <a:pt x="295" y="612"/>
                      <a:pt x="330" y="390"/>
                    </a:cubicBezTo>
                    <a:cubicBezTo>
                      <a:pt x="340" y="327"/>
                      <a:pt x="349" y="265"/>
                      <a:pt x="358" y="202"/>
                    </a:cubicBezTo>
                    <a:cubicBezTo>
                      <a:pt x="363" y="171"/>
                      <a:pt x="367" y="139"/>
                      <a:pt x="370" y="108"/>
                    </a:cubicBezTo>
                    <a:cubicBezTo>
                      <a:pt x="376" y="77"/>
                      <a:pt x="377" y="45"/>
                      <a:pt x="377" y="14"/>
                    </a:cubicBezTo>
                    <a:cubicBezTo>
                      <a:pt x="379" y="5"/>
                      <a:pt x="373" y="0"/>
                      <a:pt x="366" y="0"/>
                    </a:cubicBezTo>
                    <a:close/>
                  </a:path>
                </a:pathLst>
              </a:custGeom>
              <a:solidFill>
                <a:srgbClr val="382B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8"/>
              <p:cNvSpPr/>
              <p:nvPr/>
            </p:nvSpPr>
            <p:spPr>
              <a:xfrm>
                <a:off x="6028276" y="2116046"/>
                <a:ext cx="24692" cy="1493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27" extrusionOk="0">
                    <a:moveTo>
                      <a:pt x="21" y="0"/>
                    </a:moveTo>
                    <a:cubicBezTo>
                      <a:pt x="19" y="0"/>
                      <a:pt x="17" y="1"/>
                      <a:pt x="16" y="2"/>
                    </a:cubicBezTo>
                    <a:cubicBezTo>
                      <a:pt x="14" y="2"/>
                      <a:pt x="13" y="3"/>
                      <a:pt x="13" y="3"/>
                    </a:cubicBezTo>
                    <a:lnTo>
                      <a:pt x="11" y="3"/>
                    </a:lnTo>
                    <a:cubicBezTo>
                      <a:pt x="5" y="22"/>
                      <a:pt x="1" y="43"/>
                      <a:pt x="1" y="63"/>
                    </a:cubicBezTo>
                    <a:cubicBezTo>
                      <a:pt x="2" y="64"/>
                      <a:pt x="5" y="66"/>
                      <a:pt x="7" y="66"/>
                    </a:cubicBezTo>
                    <a:cubicBezTo>
                      <a:pt x="35" y="82"/>
                      <a:pt x="67" y="95"/>
                      <a:pt x="98" y="104"/>
                    </a:cubicBezTo>
                    <a:cubicBezTo>
                      <a:pt x="116" y="110"/>
                      <a:pt x="132" y="116"/>
                      <a:pt x="150" y="121"/>
                    </a:cubicBezTo>
                    <a:cubicBezTo>
                      <a:pt x="161" y="125"/>
                      <a:pt x="173" y="127"/>
                      <a:pt x="184" y="127"/>
                    </a:cubicBezTo>
                    <a:cubicBezTo>
                      <a:pt x="190" y="127"/>
                      <a:pt x="196" y="126"/>
                      <a:pt x="202" y="125"/>
                    </a:cubicBezTo>
                    <a:cubicBezTo>
                      <a:pt x="210" y="122"/>
                      <a:pt x="210" y="112"/>
                      <a:pt x="204" y="107"/>
                    </a:cubicBezTo>
                    <a:cubicBezTo>
                      <a:pt x="189" y="100"/>
                      <a:pt x="174" y="94"/>
                      <a:pt x="158" y="93"/>
                    </a:cubicBezTo>
                    <a:cubicBezTo>
                      <a:pt x="141" y="87"/>
                      <a:pt x="125" y="82"/>
                      <a:pt x="108" y="76"/>
                    </a:cubicBezTo>
                    <a:cubicBezTo>
                      <a:pt x="76" y="66"/>
                      <a:pt x="46" y="51"/>
                      <a:pt x="14" y="37"/>
                    </a:cubicBezTo>
                    <a:cubicBezTo>
                      <a:pt x="13" y="36"/>
                      <a:pt x="10" y="36"/>
                      <a:pt x="8" y="36"/>
                    </a:cubicBezTo>
                    <a:lnTo>
                      <a:pt x="8" y="33"/>
                    </a:lnTo>
                    <a:cubicBezTo>
                      <a:pt x="10" y="33"/>
                      <a:pt x="11" y="33"/>
                      <a:pt x="13" y="31"/>
                    </a:cubicBezTo>
                    <a:cubicBezTo>
                      <a:pt x="14" y="30"/>
                      <a:pt x="16" y="28"/>
                      <a:pt x="19" y="27"/>
                    </a:cubicBezTo>
                    <a:cubicBezTo>
                      <a:pt x="35" y="36"/>
                      <a:pt x="52" y="43"/>
                      <a:pt x="70" y="48"/>
                    </a:cubicBezTo>
                    <a:cubicBezTo>
                      <a:pt x="80" y="51"/>
                      <a:pt x="89" y="54"/>
                      <a:pt x="98" y="55"/>
                    </a:cubicBezTo>
                    <a:cubicBezTo>
                      <a:pt x="104" y="57"/>
                      <a:pt x="110" y="59"/>
                      <a:pt x="116" y="59"/>
                    </a:cubicBezTo>
                    <a:cubicBezTo>
                      <a:pt x="121" y="59"/>
                      <a:pt x="127" y="57"/>
                      <a:pt x="132" y="55"/>
                    </a:cubicBezTo>
                    <a:cubicBezTo>
                      <a:pt x="141" y="52"/>
                      <a:pt x="138" y="39"/>
                      <a:pt x="132" y="34"/>
                    </a:cubicBezTo>
                    <a:cubicBezTo>
                      <a:pt x="123" y="30"/>
                      <a:pt x="114" y="28"/>
                      <a:pt x="104" y="28"/>
                    </a:cubicBezTo>
                    <a:cubicBezTo>
                      <a:pt x="95" y="25"/>
                      <a:pt x="86" y="24"/>
                      <a:pt x="77" y="21"/>
                    </a:cubicBezTo>
                    <a:cubicBezTo>
                      <a:pt x="61" y="15"/>
                      <a:pt x="43" y="9"/>
                      <a:pt x="26" y="2"/>
                    </a:cubicBezTo>
                    <a:cubicBezTo>
                      <a:pt x="25" y="1"/>
                      <a:pt x="23" y="0"/>
                      <a:pt x="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8"/>
              <p:cNvSpPr/>
              <p:nvPr/>
            </p:nvSpPr>
            <p:spPr>
              <a:xfrm>
                <a:off x="6000291" y="2481964"/>
                <a:ext cx="68667" cy="2598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221" extrusionOk="0">
                    <a:moveTo>
                      <a:pt x="24" y="1"/>
                    </a:moveTo>
                    <a:cubicBezTo>
                      <a:pt x="20" y="1"/>
                      <a:pt x="15" y="3"/>
                      <a:pt x="14" y="8"/>
                    </a:cubicBezTo>
                    <a:cubicBezTo>
                      <a:pt x="14" y="11"/>
                      <a:pt x="12" y="12"/>
                      <a:pt x="12" y="14"/>
                    </a:cubicBezTo>
                    <a:cubicBezTo>
                      <a:pt x="8" y="18"/>
                      <a:pt x="6" y="26"/>
                      <a:pt x="9" y="31"/>
                    </a:cubicBezTo>
                    <a:cubicBezTo>
                      <a:pt x="2" y="69"/>
                      <a:pt x="0" y="111"/>
                      <a:pt x="23" y="143"/>
                    </a:cubicBezTo>
                    <a:cubicBezTo>
                      <a:pt x="54" y="187"/>
                      <a:pt x="112" y="191"/>
                      <a:pt x="160" y="197"/>
                    </a:cubicBezTo>
                    <a:cubicBezTo>
                      <a:pt x="221" y="206"/>
                      <a:pt x="281" y="212"/>
                      <a:pt x="342" y="216"/>
                    </a:cubicBezTo>
                    <a:cubicBezTo>
                      <a:pt x="372" y="218"/>
                      <a:pt x="402" y="219"/>
                      <a:pt x="431" y="219"/>
                    </a:cubicBezTo>
                    <a:cubicBezTo>
                      <a:pt x="437" y="220"/>
                      <a:pt x="442" y="220"/>
                      <a:pt x="448" y="220"/>
                    </a:cubicBezTo>
                    <a:cubicBezTo>
                      <a:pt x="467" y="220"/>
                      <a:pt x="487" y="216"/>
                      <a:pt x="506" y="210"/>
                    </a:cubicBezTo>
                    <a:cubicBezTo>
                      <a:pt x="560" y="188"/>
                      <a:pt x="574" y="133"/>
                      <a:pt x="583" y="82"/>
                    </a:cubicBezTo>
                    <a:cubicBezTo>
                      <a:pt x="583" y="72"/>
                      <a:pt x="579" y="60"/>
                      <a:pt x="569" y="60"/>
                    </a:cubicBezTo>
                    <a:cubicBezTo>
                      <a:pt x="568" y="60"/>
                      <a:pt x="568" y="60"/>
                      <a:pt x="567" y="60"/>
                    </a:cubicBezTo>
                    <a:cubicBezTo>
                      <a:pt x="512" y="67"/>
                      <a:pt x="457" y="71"/>
                      <a:pt x="402" y="71"/>
                    </a:cubicBezTo>
                    <a:cubicBezTo>
                      <a:pt x="366" y="71"/>
                      <a:pt x="330" y="69"/>
                      <a:pt x="294" y="66"/>
                    </a:cubicBezTo>
                    <a:cubicBezTo>
                      <a:pt x="249" y="61"/>
                      <a:pt x="205" y="54"/>
                      <a:pt x="161" y="45"/>
                    </a:cubicBezTo>
                    <a:cubicBezTo>
                      <a:pt x="138" y="40"/>
                      <a:pt x="115" y="34"/>
                      <a:pt x="93" y="28"/>
                    </a:cubicBezTo>
                    <a:cubicBezTo>
                      <a:pt x="72" y="21"/>
                      <a:pt x="54" y="17"/>
                      <a:pt x="35" y="11"/>
                    </a:cubicBezTo>
                    <a:cubicBezTo>
                      <a:pt x="36" y="4"/>
                      <a:pt x="30" y="1"/>
                      <a:pt x="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8"/>
              <p:cNvSpPr/>
              <p:nvPr/>
            </p:nvSpPr>
            <p:spPr>
              <a:xfrm>
                <a:off x="6073781" y="2383547"/>
                <a:ext cx="69725" cy="91123"/>
              </a:xfrm>
              <a:custGeom>
                <a:avLst/>
                <a:gdLst/>
                <a:ahLst/>
                <a:cxnLst/>
                <a:rect l="l" t="t" r="r" b="b"/>
                <a:pathLst>
                  <a:path w="593" h="775" extrusionOk="0">
                    <a:moveTo>
                      <a:pt x="166" y="0"/>
                    </a:moveTo>
                    <a:cubicBezTo>
                      <a:pt x="162" y="0"/>
                      <a:pt x="157" y="2"/>
                      <a:pt x="155" y="7"/>
                    </a:cubicBezTo>
                    <a:cubicBezTo>
                      <a:pt x="142" y="45"/>
                      <a:pt x="131" y="84"/>
                      <a:pt x="124" y="124"/>
                    </a:cubicBezTo>
                    <a:cubicBezTo>
                      <a:pt x="115" y="163"/>
                      <a:pt x="106" y="203"/>
                      <a:pt x="97" y="242"/>
                    </a:cubicBezTo>
                    <a:cubicBezTo>
                      <a:pt x="78" y="321"/>
                      <a:pt x="61" y="399"/>
                      <a:pt x="43" y="478"/>
                    </a:cubicBezTo>
                    <a:cubicBezTo>
                      <a:pt x="39" y="499"/>
                      <a:pt x="33" y="521"/>
                      <a:pt x="29" y="543"/>
                    </a:cubicBezTo>
                    <a:cubicBezTo>
                      <a:pt x="23" y="566"/>
                      <a:pt x="18" y="588"/>
                      <a:pt x="15" y="611"/>
                    </a:cubicBezTo>
                    <a:cubicBezTo>
                      <a:pt x="15" y="611"/>
                      <a:pt x="15" y="611"/>
                      <a:pt x="15" y="612"/>
                    </a:cubicBezTo>
                    <a:cubicBezTo>
                      <a:pt x="5" y="624"/>
                      <a:pt x="0" y="640"/>
                      <a:pt x="5" y="657"/>
                    </a:cubicBezTo>
                    <a:cubicBezTo>
                      <a:pt x="9" y="679"/>
                      <a:pt x="24" y="697"/>
                      <a:pt x="43" y="707"/>
                    </a:cubicBezTo>
                    <a:cubicBezTo>
                      <a:pt x="67" y="718"/>
                      <a:pt x="91" y="727"/>
                      <a:pt x="117" y="731"/>
                    </a:cubicBezTo>
                    <a:cubicBezTo>
                      <a:pt x="146" y="739"/>
                      <a:pt x="176" y="746"/>
                      <a:pt x="204" y="752"/>
                    </a:cubicBezTo>
                    <a:cubicBezTo>
                      <a:pt x="264" y="766"/>
                      <a:pt x="324" y="773"/>
                      <a:pt x="383" y="775"/>
                    </a:cubicBezTo>
                    <a:cubicBezTo>
                      <a:pt x="434" y="775"/>
                      <a:pt x="489" y="769"/>
                      <a:pt x="531" y="737"/>
                    </a:cubicBezTo>
                    <a:cubicBezTo>
                      <a:pt x="576" y="706"/>
                      <a:pt x="592" y="649"/>
                      <a:pt x="573" y="600"/>
                    </a:cubicBezTo>
                    <a:cubicBezTo>
                      <a:pt x="571" y="595"/>
                      <a:pt x="566" y="591"/>
                      <a:pt x="561" y="591"/>
                    </a:cubicBezTo>
                    <a:cubicBezTo>
                      <a:pt x="559" y="591"/>
                      <a:pt x="557" y="592"/>
                      <a:pt x="555" y="593"/>
                    </a:cubicBezTo>
                    <a:cubicBezTo>
                      <a:pt x="470" y="621"/>
                      <a:pt x="380" y="640"/>
                      <a:pt x="291" y="648"/>
                    </a:cubicBezTo>
                    <a:cubicBezTo>
                      <a:pt x="263" y="650"/>
                      <a:pt x="236" y="651"/>
                      <a:pt x="208" y="651"/>
                    </a:cubicBezTo>
                    <a:cubicBezTo>
                      <a:pt x="191" y="651"/>
                      <a:pt x="174" y="650"/>
                      <a:pt x="157" y="649"/>
                    </a:cubicBezTo>
                    <a:cubicBezTo>
                      <a:pt x="125" y="648"/>
                      <a:pt x="61" y="651"/>
                      <a:pt x="58" y="608"/>
                    </a:cubicBezTo>
                    <a:cubicBezTo>
                      <a:pt x="58" y="600"/>
                      <a:pt x="53" y="593"/>
                      <a:pt x="45" y="593"/>
                    </a:cubicBezTo>
                    <a:cubicBezTo>
                      <a:pt x="44" y="593"/>
                      <a:pt x="42" y="594"/>
                      <a:pt x="40" y="594"/>
                    </a:cubicBezTo>
                    <a:cubicBezTo>
                      <a:pt x="51" y="561"/>
                      <a:pt x="57" y="527"/>
                      <a:pt x="64" y="496"/>
                    </a:cubicBezTo>
                    <a:cubicBezTo>
                      <a:pt x="75" y="455"/>
                      <a:pt x="84" y="417"/>
                      <a:pt x="93" y="376"/>
                    </a:cubicBezTo>
                    <a:cubicBezTo>
                      <a:pt x="112" y="299"/>
                      <a:pt x="130" y="221"/>
                      <a:pt x="148" y="142"/>
                    </a:cubicBezTo>
                    <a:cubicBezTo>
                      <a:pt x="160" y="99"/>
                      <a:pt x="169" y="54"/>
                      <a:pt x="175" y="10"/>
                    </a:cubicBezTo>
                    <a:cubicBezTo>
                      <a:pt x="175" y="3"/>
                      <a:pt x="170" y="0"/>
                      <a:pt x="1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8"/>
              <p:cNvSpPr/>
              <p:nvPr/>
            </p:nvSpPr>
            <p:spPr>
              <a:xfrm>
                <a:off x="6094123" y="2358384"/>
                <a:ext cx="5526" cy="16814"/>
              </a:xfrm>
              <a:custGeom>
                <a:avLst/>
                <a:gdLst/>
                <a:ahLst/>
                <a:cxnLst/>
                <a:rect l="l" t="t" r="r" b="b"/>
                <a:pathLst>
                  <a:path w="47" h="143" extrusionOk="0">
                    <a:moveTo>
                      <a:pt x="37" y="0"/>
                    </a:moveTo>
                    <a:cubicBezTo>
                      <a:pt x="35" y="0"/>
                      <a:pt x="34" y="1"/>
                      <a:pt x="33" y="1"/>
                    </a:cubicBezTo>
                    <a:cubicBezTo>
                      <a:pt x="23" y="7"/>
                      <a:pt x="23" y="22"/>
                      <a:pt x="20" y="31"/>
                    </a:cubicBezTo>
                    <a:cubicBezTo>
                      <a:pt x="18" y="42"/>
                      <a:pt x="15" y="54"/>
                      <a:pt x="14" y="64"/>
                    </a:cubicBezTo>
                    <a:cubicBezTo>
                      <a:pt x="9" y="88"/>
                      <a:pt x="6" y="110"/>
                      <a:pt x="2" y="133"/>
                    </a:cubicBezTo>
                    <a:cubicBezTo>
                      <a:pt x="1" y="139"/>
                      <a:pt x="6" y="142"/>
                      <a:pt x="10" y="142"/>
                    </a:cubicBezTo>
                    <a:cubicBezTo>
                      <a:pt x="13" y="142"/>
                      <a:pt x="16" y="141"/>
                      <a:pt x="17" y="137"/>
                    </a:cubicBezTo>
                    <a:cubicBezTo>
                      <a:pt x="23" y="115"/>
                      <a:pt x="28" y="92"/>
                      <a:pt x="34" y="70"/>
                    </a:cubicBezTo>
                    <a:cubicBezTo>
                      <a:pt x="36" y="60"/>
                      <a:pt x="39" y="48"/>
                      <a:pt x="40" y="37"/>
                    </a:cubicBezTo>
                    <a:cubicBezTo>
                      <a:pt x="42" y="31"/>
                      <a:pt x="43" y="25"/>
                      <a:pt x="45" y="19"/>
                    </a:cubicBezTo>
                    <a:cubicBezTo>
                      <a:pt x="46" y="15"/>
                      <a:pt x="45" y="9"/>
                      <a:pt x="42" y="4"/>
                    </a:cubicBezTo>
                    <a:cubicBezTo>
                      <a:pt x="41" y="2"/>
                      <a:pt x="39" y="0"/>
                      <a:pt x="37" y="0"/>
                    </a:cubicBezTo>
                    <a:close/>
                  </a:path>
                </a:pathLst>
              </a:custGeom>
              <a:solidFill>
                <a:srgbClr val="382B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8"/>
              <p:cNvSpPr/>
              <p:nvPr/>
            </p:nvSpPr>
            <p:spPr>
              <a:xfrm>
                <a:off x="5184962" y="1059447"/>
                <a:ext cx="372376" cy="358141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46" extrusionOk="0">
                    <a:moveTo>
                      <a:pt x="1257" y="980"/>
                    </a:moveTo>
                    <a:cubicBezTo>
                      <a:pt x="1376" y="980"/>
                      <a:pt x="1496" y="1003"/>
                      <a:pt x="1611" y="1050"/>
                    </a:cubicBezTo>
                    <a:cubicBezTo>
                      <a:pt x="1958" y="1195"/>
                      <a:pt x="2183" y="1532"/>
                      <a:pt x="2183" y="1907"/>
                    </a:cubicBezTo>
                    <a:cubicBezTo>
                      <a:pt x="2183" y="2419"/>
                      <a:pt x="1769" y="2833"/>
                      <a:pt x="1256" y="2835"/>
                    </a:cubicBezTo>
                    <a:cubicBezTo>
                      <a:pt x="882" y="2835"/>
                      <a:pt x="543" y="2608"/>
                      <a:pt x="400" y="2262"/>
                    </a:cubicBezTo>
                    <a:cubicBezTo>
                      <a:pt x="255" y="1915"/>
                      <a:pt x="336" y="1517"/>
                      <a:pt x="601" y="1251"/>
                    </a:cubicBezTo>
                    <a:cubicBezTo>
                      <a:pt x="778" y="1074"/>
                      <a:pt x="1015" y="980"/>
                      <a:pt x="1257" y="980"/>
                    </a:cubicBezTo>
                    <a:close/>
                    <a:moveTo>
                      <a:pt x="3166" y="0"/>
                    </a:moveTo>
                    <a:lnTo>
                      <a:pt x="2245" y="43"/>
                    </a:lnTo>
                    <a:cubicBezTo>
                      <a:pt x="2121" y="61"/>
                      <a:pt x="2128" y="243"/>
                      <a:pt x="2254" y="249"/>
                    </a:cubicBezTo>
                    <a:lnTo>
                      <a:pt x="2826" y="222"/>
                    </a:lnTo>
                    <a:lnTo>
                      <a:pt x="2826" y="222"/>
                    </a:lnTo>
                    <a:lnTo>
                      <a:pt x="1969" y="1026"/>
                    </a:lnTo>
                    <a:cubicBezTo>
                      <a:pt x="1759" y="855"/>
                      <a:pt x="1506" y="772"/>
                      <a:pt x="1253" y="772"/>
                    </a:cubicBezTo>
                    <a:cubicBezTo>
                      <a:pt x="939" y="772"/>
                      <a:pt x="627" y="901"/>
                      <a:pt x="403" y="1153"/>
                    </a:cubicBezTo>
                    <a:cubicBezTo>
                      <a:pt x="0" y="1608"/>
                      <a:pt x="26" y="2300"/>
                      <a:pt x="461" y="2723"/>
                    </a:cubicBezTo>
                    <a:cubicBezTo>
                      <a:pt x="682" y="2938"/>
                      <a:pt x="968" y="3045"/>
                      <a:pt x="1255" y="3045"/>
                    </a:cubicBezTo>
                    <a:cubicBezTo>
                      <a:pt x="1534" y="3045"/>
                      <a:pt x="1813" y="2943"/>
                      <a:pt x="2031" y="2738"/>
                    </a:cubicBezTo>
                    <a:cubicBezTo>
                      <a:pt x="2474" y="2322"/>
                      <a:pt x="2512" y="1632"/>
                      <a:pt x="2116" y="1169"/>
                    </a:cubicBezTo>
                    <a:lnTo>
                      <a:pt x="2931" y="407"/>
                    </a:lnTo>
                    <a:lnTo>
                      <a:pt x="2896" y="868"/>
                    </a:lnTo>
                    <a:cubicBezTo>
                      <a:pt x="2892" y="925"/>
                      <a:pt x="2935" y="975"/>
                      <a:pt x="2992" y="978"/>
                    </a:cubicBezTo>
                    <a:lnTo>
                      <a:pt x="2999" y="978"/>
                    </a:lnTo>
                    <a:cubicBezTo>
                      <a:pt x="3053" y="978"/>
                      <a:pt x="3098" y="937"/>
                      <a:pt x="3102" y="883"/>
                    </a:cubicBezTo>
                    <a:lnTo>
                      <a:pt x="3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8"/>
              <p:cNvSpPr/>
              <p:nvPr/>
            </p:nvSpPr>
            <p:spPr>
              <a:xfrm>
                <a:off x="5781937" y="1015941"/>
                <a:ext cx="98532" cy="84421"/>
              </a:xfrm>
              <a:custGeom>
                <a:avLst/>
                <a:gdLst/>
                <a:ahLst/>
                <a:cxnLst/>
                <a:rect l="l" t="t" r="r" b="b"/>
                <a:pathLst>
                  <a:path w="838" h="718" extrusionOk="0">
                    <a:moveTo>
                      <a:pt x="506" y="1"/>
                    </a:moveTo>
                    <a:cubicBezTo>
                      <a:pt x="482" y="1"/>
                      <a:pt x="458" y="3"/>
                      <a:pt x="433" y="8"/>
                    </a:cubicBezTo>
                    <a:cubicBezTo>
                      <a:pt x="362" y="20"/>
                      <a:pt x="292" y="50"/>
                      <a:pt x="232" y="91"/>
                    </a:cubicBezTo>
                    <a:cubicBezTo>
                      <a:pt x="232" y="86"/>
                      <a:pt x="226" y="82"/>
                      <a:pt x="221" y="82"/>
                    </a:cubicBezTo>
                    <a:cubicBezTo>
                      <a:pt x="220" y="82"/>
                      <a:pt x="219" y="82"/>
                      <a:pt x="219" y="82"/>
                    </a:cubicBezTo>
                    <a:cubicBezTo>
                      <a:pt x="81" y="126"/>
                      <a:pt x="1" y="270"/>
                      <a:pt x="14" y="409"/>
                    </a:cubicBezTo>
                    <a:cubicBezTo>
                      <a:pt x="14" y="410"/>
                      <a:pt x="14" y="412"/>
                      <a:pt x="13" y="415"/>
                    </a:cubicBezTo>
                    <a:cubicBezTo>
                      <a:pt x="11" y="418"/>
                      <a:pt x="13" y="422"/>
                      <a:pt x="16" y="425"/>
                    </a:cubicBezTo>
                    <a:cubicBezTo>
                      <a:pt x="19" y="449"/>
                      <a:pt x="26" y="473"/>
                      <a:pt x="35" y="495"/>
                    </a:cubicBezTo>
                    <a:cubicBezTo>
                      <a:pt x="71" y="579"/>
                      <a:pt x="140" y="646"/>
                      <a:pt x="223" y="683"/>
                    </a:cubicBezTo>
                    <a:cubicBezTo>
                      <a:pt x="273" y="706"/>
                      <a:pt x="327" y="717"/>
                      <a:pt x="382" y="717"/>
                    </a:cubicBezTo>
                    <a:cubicBezTo>
                      <a:pt x="421" y="717"/>
                      <a:pt x="460" y="712"/>
                      <a:pt x="497" y="700"/>
                    </a:cubicBezTo>
                    <a:cubicBezTo>
                      <a:pt x="590" y="671"/>
                      <a:pt x="672" y="615"/>
                      <a:pt x="732" y="540"/>
                    </a:cubicBezTo>
                    <a:cubicBezTo>
                      <a:pt x="796" y="461"/>
                      <a:pt x="837" y="360"/>
                      <a:pt x="828" y="260"/>
                    </a:cubicBezTo>
                    <a:cubicBezTo>
                      <a:pt x="821" y="167"/>
                      <a:pt x="769" y="85"/>
                      <a:pt x="687" y="44"/>
                    </a:cubicBezTo>
                    <a:cubicBezTo>
                      <a:pt x="630" y="16"/>
                      <a:pt x="569" y="1"/>
                      <a:pt x="5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8"/>
              <p:cNvSpPr/>
              <p:nvPr/>
            </p:nvSpPr>
            <p:spPr>
              <a:xfrm>
                <a:off x="5905753" y="1093193"/>
                <a:ext cx="53734" cy="54556"/>
              </a:xfrm>
              <a:custGeom>
                <a:avLst/>
                <a:gdLst/>
                <a:ahLst/>
                <a:cxnLst/>
                <a:rect l="l" t="t" r="r" b="b"/>
                <a:pathLst>
                  <a:path w="457" h="464" extrusionOk="0">
                    <a:moveTo>
                      <a:pt x="213" y="0"/>
                    </a:moveTo>
                    <a:cubicBezTo>
                      <a:pt x="212" y="0"/>
                      <a:pt x="211" y="1"/>
                      <a:pt x="209" y="1"/>
                    </a:cubicBezTo>
                    <a:cubicBezTo>
                      <a:pt x="101" y="34"/>
                      <a:pt x="1" y="141"/>
                      <a:pt x="14" y="262"/>
                    </a:cubicBezTo>
                    <a:cubicBezTo>
                      <a:pt x="26" y="371"/>
                      <a:pt x="126" y="456"/>
                      <a:pt x="232" y="463"/>
                    </a:cubicBezTo>
                    <a:cubicBezTo>
                      <a:pt x="235" y="463"/>
                      <a:pt x="239" y="464"/>
                      <a:pt x="243" y="464"/>
                    </a:cubicBezTo>
                    <a:cubicBezTo>
                      <a:pt x="344" y="464"/>
                      <a:pt x="425" y="385"/>
                      <a:pt x="445" y="287"/>
                    </a:cubicBezTo>
                    <a:cubicBezTo>
                      <a:pt x="457" y="238"/>
                      <a:pt x="451" y="187"/>
                      <a:pt x="430" y="141"/>
                    </a:cubicBezTo>
                    <a:cubicBezTo>
                      <a:pt x="409" y="96"/>
                      <a:pt x="370" y="61"/>
                      <a:pt x="324" y="44"/>
                    </a:cubicBezTo>
                    <a:cubicBezTo>
                      <a:pt x="297" y="34"/>
                      <a:pt x="268" y="29"/>
                      <a:pt x="240" y="29"/>
                    </a:cubicBezTo>
                    <a:cubicBezTo>
                      <a:pt x="221" y="29"/>
                      <a:pt x="201" y="31"/>
                      <a:pt x="183" y="35"/>
                    </a:cubicBezTo>
                    <a:cubicBezTo>
                      <a:pt x="193" y="29"/>
                      <a:pt x="203" y="25"/>
                      <a:pt x="215" y="20"/>
                    </a:cubicBezTo>
                    <a:cubicBezTo>
                      <a:pt x="226" y="16"/>
                      <a:pt x="224" y="0"/>
                      <a:pt x="2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8"/>
              <p:cNvSpPr/>
              <p:nvPr/>
            </p:nvSpPr>
            <p:spPr>
              <a:xfrm>
                <a:off x="5963487" y="1158217"/>
                <a:ext cx="50912" cy="5291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50" extrusionOk="0">
                    <a:moveTo>
                      <a:pt x="229" y="0"/>
                    </a:moveTo>
                    <a:cubicBezTo>
                      <a:pt x="183" y="0"/>
                      <a:pt x="138" y="18"/>
                      <a:pt x="105" y="50"/>
                    </a:cubicBezTo>
                    <a:cubicBezTo>
                      <a:pt x="76" y="79"/>
                      <a:pt x="57" y="115"/>
                      <a:pt x="52" y="155"/>
                    </a:cubicBezTo>
                    <a:cubicBezTo>
                      <a:pt x="15" y="197"/>
                      <a:pt x="0" y="252"/>
                      <a:pt x="12" y="307"/>
                    </a:cubicBezTo>
                    <a:cubicBezTo>
                      <a:pt x="26" y="355"/>
                      <a:pt x="57" y="396"/>
                      <a:pt x="100" y="422"/>
                    </a:cubicBezTo>
                    <a:cubicBezTo>
                      <a:pt x="130" y="440"/>
                      <a:pt x="166" y="450"/>
                      <a:pt x="202" y="450"/>
                    </a:cubicBezTo>
                    <a:cubicBezTo>
                      <a:pt x="216" y="450"/>
                      <a:pt x="230" y="448"/>
                      <a:pt x="243" y="446"/>
                    </a:cubicBezTo>
                    <a:cubicBezTo>
                      <a:pt x="351" y="422"/>
                      <a:pt x="428" y="328"/>
                      <a:pt x="431" y="219"/>
                    </a:cubicBezTo>
                    <a:cubicBezTo>
                      <a:pt x="433" y="165"/>
                      <a:pt x="416" y="113"/>
                      <a:pt x="382" y="71"/>
                    </a:cubicBezTo>
                    <a:cubicBezTo>
                      <a:pt x="349" y="34"/>
                      <a:pt x="304" y="10"/>
                      <a:pt x="257" y="3"/>
                    </a:cubicBezTo>
                    <a:cubicBezTo>
                      <a:pt x="247" y="1"/>
                      <a:pt x="238" y="0"/>
                      <a:pt x="2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8"/>
              <p:cNvSpPr/>
              <p:nvPr/>
            </p:nvSpPr>
            <p:spPr>
              <a:xfrm>
                <a:off x="7049731" y="2487373"/>
                <a:ext cx="878793" cy="97119"/>
              </a:xfrm>
              <a:custGeom>
                <a:avLst/>
                <a:gdLst/>
                <a:ahLst/>
                <a:cxnLst/>
                <a:rect l="l" t="t" r="r" b="b"/>
                <a:pathLst>
                  <a:path w="7474" h="826" extrusionOk="0">
                    <a:moveTo>
                      <a:pt x="0" y="0"/>
                    </a:moveTo>
                    <a:lnTo>
                      <a:pt x="0" y="825"/>
                    </a:lnTo>
                    <a:lnTo>
                      <a:pt x="7474" y="825"/>
                    </a:lnTo>
                    <a:lnTo>
                      <a:pt x="7474" y="0"/>
                    </a:lnTo>
                    <a:close/>
                  </a:path>
                </a:pathLst>
              </a:custGeom>
              <a:solidFill>
                <a:srgbClr val="A48EFD">
                  <a:alpha val="653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8"/>
              <p:cNvSpPr/>
              <p:nvPr/>
            </p:nvSpPr>
            <p:spPr>
              <a:xfrm>
                <a:off x="7049731" y="2584378"/>
                <a:ext cx="878793" cy="2024097"/>
              </a:xfrm>
              <a:custGeom>
                <a:avLst/>
                <a:gdLst/>
                <a:ahLst/>
                <a:cxnLst/>
                <a:rect l="l" t="t" r="r" b="b"/>
                <a:pathLst>
                  <a:path w="7474" h="17215" extrusionOk="0">
                    <a:moveTo>
                      <a:pt x="0" y="0"/>
                    </a:moveTo>
                    <a:lnTo>
                      <a:pt x="0" y="17214"/>
                    </a:lnTo>
                    <a:lnTo>
                      <a:pt x="7474" y="17214"/>
                    </a:lnTo>
                    <a:lnTo>
                      <a:pt x="74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8"/>
              <p:cNvSpPr/>
              <p:nvPr/>
            </p:nvSpPr>
            <p:spPr>
              <a:xfrm>
                <a:off x="7338988" y="2652812"/>
                <a:ext cx="69255" cy="279482"/>
              </a:xfrm>
              <a:custGeom>
                <a:avLst/>
                <a:gdLst/>
                <a:ahLst/>
                <a:cxnLst/>
                <a:rect l="l" t="t" r="r" b="b"/>
                <a:pathLst>
                  <a:path w="589" h="2377" extrusionOk="0">
                    <a:moveTo>
                      <a:pt x="383" y="0"/>
                    </a:moveTo>
                    <a:cubicBezTo>
                      <a:pt x="346" y="0"/>
                      <a:pt x="309" y="4"/>
                      <a:pt x="282" y="4"/>
                    </a:cubicBezTo>
                    <a:cubicBezTo>
                      <a:pt x="218" y="4"/>
                      <a:pt x="1" y="1963"/>
                      <a:pt x="1" y="1963"/>
                    </a:cubicBezTo>
                    <a:lnTo>
                      <a:pt x="370" y="2377"/>
                    </a:lnTo>
                    <a:cubicBezTo>
                      <a:pt x="588" y="1963"/>
                      <a:pt x="523" y="113"/>
                      <a:pt x="500" y="47"/>
                    </a:cubicBezTo>
                    <a:cubicBezTo>
                      <a:pt x="488" y="8"/>
                      <a:pt x="436" y="0"/>
                      <a:pt x="383" y="0"/>
                    </a:cubicBez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8"/>
              <p:cNvSpPr/>
              <p:nvPr/>
            </p:nvSpPr>
            <p:spPr>
              <a:xfrm>
                <a:off x="6965187" y="2726771"/>
                <a:ext cx="168962" cy="241504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2054" extrusionOk="0">
                    <a:moveTo>
                      <a:pt x="704" y="1"/>
                    </a:moveTo>
                    <a:cubicBezTo>
                      <a:pt x="662" y="1"/>
                      <a:pt x="530" y="43"/>
                      <a:pt x="457" y="115"/>
                    </a:cubicBezTo>
                    <a:cubicBezTo>
                      <a:pt x="370" y="203"/>
                      <a:pt x="610" y="420"/>
                      <a:pt x="610" y="441"/>
                    </a:cubicBezTo>
                    <a:cubicBezTo>
                      <a:pt x="610" y="464"/>
                      <a:pt x="0" y="1487"/>
                      <a:pt x="152" y="1682"/>
                    </a:cubicBezTo>
                    <a:cubicBezTo>
                      <a:pt x="305" y="1879"/>
                      <a:pt x="1393" y="2053"/>
                      <a:pt x="1393" y="2053"/>
                    </a:cubicBezTo>
                    <a:lnTo>
                      <a:pt x="1436" y="1487"/>
                    </a:lnTo>
                    <a:lnTo>
                      <a:pt x="849" y="1412"/>
                    </a:lnTo>
                    <a:lnTo>
                      <a:pt x="588" y="1378"/>
                    </a:lnTo>
                    <a:lnTo>
                      <a:pt x="703" y="853"/>
                    </a:lnTo>
                    <a:lnTo>
                      <a:pt x="783" y="484"/>
                    </a:lnTo>
                    <a:cubicBezTo>
                      <a:pt x="783" y="484"/>
                      <a:pt x="849" y="464"/>
                      <a:pt x="849" y="420"/>
                    </a:cubicBezTo>
                    <a:cubicBezTo>
                      <a:pt x="849" y="376"/>
                      <a:pt x="718" y="49"/>
                      <a:pt x="718" y="49"/>
                    </a:cubicBezTo>
                    <a:lnTo>
                      <a:pt x="718" y="6"/>
                    </a:lnTo>
                    <a:cubicBezTo>
                      <a:pt x="718" y="2"/>
                      <a:pt x="713" y="1"/>
                      <a:pt x="704" y="1"/>
                    </a:cubicBez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8"/>
              <p:cNvSpPr/>
              <p:nvPr/>
            </p:nvSpPr>
            <p:spPr>
              <a:xfrm>
                <a:off x="7392606" y="3480594"/>
                <a:ext cx="133806" cy="73839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628" extrusionOk="0">
                    <a:moveTo>
                      <a:pt x="192" y="1"/>
                    </a:moveTo>
                    <a:cubicBezTo>
                      <a:pt x="198" y="22"/>
                      <a:pt x="1" y="150"/>
                      <a:pt x="89" y="254"/>
                    </a:cubicBezTo>
                    <a:cubicBezTo>
                      <a:pt x="175" y="359"/>
                      <a:pt x="632" y="410"/>
                      <a:pt x="654" y="436"/>
                    </a:cubicBezTo>
                    <a:cubicBezTo>
                      <a:pt x="672" y="457"/>
                      <a:pt x="983" y="628"/>
                      <a:pt x="1094" y="628"/>
                    </a:cubicBezTo>
                    <a:cubicBezTo>
                      <a:pt x="1122" y="628"/>
                      <a:pt x="1137" y="617"/>
                      <a:pt x="1133" y="591"/>
                    </a:cubicBezTo>
                    <a:cubicBezTo>
                      <a:pt x="1112" y="462"/>
                      <a:pt x="599" y="7"/>
                      <a:pt x="4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8"/>
              <p:cNvSpPr/>
              <p:nvPr/>
            </p:nvSpPr>
            <p:spPr>
              <a:xfrm>
                <a:off x="7412831" y="3451669"/>
                <a:ext cx="47620" cy="4244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361" extrusionOk="0">
                    <a:moveTo>
                      <a:pt x="100" y="1"/>
                    </a:moveTo>
                    <a:cubicBezTo>
                      <a:pt x="75" y="19"/>
                      <a:pt x="0" y="293"/>
                      <a:pt x="41" y="323"/>
                    </a:cubicBezTo>
                    <a:cubicBezTo>
                      <a:pt x="64" y="340"/>
                      <a:pt x="143" y="360"/>
                      <a:pt x="210" y="360"/>
                    </a:cubicBezTo>
                    <a:cubicBezTo>
                      <a:pt x="254" y="360"/>
                      <a:pt x="292" y="352"/>
                      <a:pt x="305" y="327"/>
                    </a:cubicBezTo>
                    <a:cubicBezTo>
                      <a:pt x="339" y="268"/>
                      <a:pt x="404" y="37"/>
                      <a:pt x="404" y="37"/>
                    </a:cubicBezTo>
                    <a:lnTo>
                      <a:pt x="100" y="1"/>
                    </a:ln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8"/>
              <p:cNvSpPr/>
              <p:nvPr/>
            </p:nvSpPr>
            <p:spPr>
              <a:xfrm>
                <a:off x="6949784" y="3849334"/>
                <a:ext cx="140861" cy="9077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772" extrusionOk="0">
                    <a:moveTo>
                      <a:pt x="1148" y="1"/>
                    </a:moveTo>
                    <a:lnTo>
                      <a:pt x="691" y="67"/>
                    </a:lnTo>
                    <a:cubicBezTo>
                      <a:pt x="691" y="66"/>
                      <a:pt x="691" y="66"/>
                      <a:pt x="691" y="66"/>
                    </a:cubicBezTo>
                    <a:lnTo>
                      <a:pt x="691" y="66"/>
                    </a:lnTo>
                    <a:cubicBezTo>
                      <a:pt x="690" y="66"/>
                      <a:pt x="1" y="671"/>
                      <a:pt x="152" y="757"/>
                    </a:cubicBezTo>
                    <a:cubicBezTo>
                      <a:pt x="169" y="767"/>
                      <a:pt x="192" y="771"/>
                      <a:pt x="219" y="771"/>
                    </a:cubicBezTo>
                    <a:cubicBezTo>
                      <a:pt x="435" y="771"/>
                      <a:pt x="917" y="496"/>
                      <a:pt x="937" y="496"/>
                    </a:cubicBezTo>
                    <a:cubicBezTo>
                      <a:pt x="959" y="496"/>
                      <a:pt x="1198" y="453"/>
                      <a:pt x="1198" y="301"/>
                    </a:cubicBezTo>
                    <a:cubicBezTo>
                      <a:pt x="1196" y="199"/>
                      <a:pt x="1180" y="98"/>
                      <a:pt x="11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8"/>
              <p:cNvSpPr/>
              <p:nvPr/>
            </p:nvSpPr>
            <p:spPr>
              <a:xfrm>
                <a:off x="7013750" y="3764204"/>
                <a:ext cx="94769" cy="120517"/>
              </a:xfrm>
              <a:custGeom>
                <a:avLst/>
                <a:gdLst/>
                <a:ahLst/>
                <a:cxnLst/>
                <a:rect l="l" t="t" r="r" b="b"/>
                <a:pathLst>
                  <a:path w="806" h="1025" extrusionOk="0">
                    <a:moveTo>
                      <a:pt x="806" y="0"/>
                    </a:moveTo>
                    <a:lnTo>
                      <a:pt x="306" y="240"/>
                    </a:lnTo>
                    <a:cubicBezTo>
                      <a:pt x="306" y="263"/>
                      <a:pt x="197" y="741"/>
                      <a:pt x="197" y="741"/>
                    </a:cubicBezTo>
                    <a:cubicBezTo>
                      <a:pt x="197" y="741"/>
                      <a:pt x="0" y="893"/>
                      <a:pt x="132" y="1002"/>
                    </a:cubicBezTo>
                    <a:cubicBezTo>
                      <a:pt x="150" y="1018"/>
                      <a:pt x="173" y="1024"/>
                      <a:pt x="198" y="1024"/>
                    </a:cubicBezTo>
                    <a:cubicBezTo>
                      <a:pt x="348" y="1024"/>
                      <a:pt x="588" y="785"/>
                      <a:pt x="588" y="785"/>
                    </a:cubicBezTo>
                    <a:lnTo>
                      <a:pt x="806" y="0"/>
                    </a:ln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8"/>
              <p:cNvSpPr/>
              <p:nvPr/>
            </p:nvSpPr>
            <p:spPr>
              <a:xfrm>
                <a:off x="7036326" y="3163474"/>
                <a:ext cx="531462" cy="650321"/>
              </a:xfrm>
              <a:custGeom>
                <a:avLst/>
                <a:gdLst/>
                <a:ahLst/>
                <a:cxnLst/>
                <a:rect l="l" t="t" r="r" b="b"/>
                <a:pathLst>
                  <a:path w="4520" h="5531" extrusionOk="0">
                    <a:moveTo>
                      <a:pt x="3879" y="1"/>
                    </a:moveTo>
                    <a:cubicBezTo>
                      <a:pt x="3758" y="1"/>
                      <a:pt x="3606" y="19"/>
                      <a:pt x="3442" y="48"/>
                    </a:cubicBezTo>
                    <a:cubicBezTo>
                      <a:pt x="2924" y="141"/>
                      <a:pt x="2282" y="346"/>
                      <a:pt x="2117" y="428"/>
                    </a:cubicBezTo>
                    <a:cubicBezTo>
                      <a:pt x="2029" y="475"/>
                      <a:pt x="1947" y="533"/>
                      <a:pt x="1875" y="601"/>
                    </a:cubicBezTo>
                    <a:cubicBezTo>
                      <a:pt x="1854" y="519"/>
                      <a:pt x="1832" y="458"/>
                      <a:pt x="1811" y="428"/>
                    </a:cubicBezTo>
                    <a:lnTo>
                      <a:pt x="788" y="995"/>
                    </a:lnTo>
                    <a:lnTo>
                      <a:pt x="727" y="1329"/>
                    </a:lnTo>
                    <a:cubicBezTo>
                      <a:pt x="542" y="2353"/>
                      <a:pt x="1" y="5382"/>
                      <a:pt x="92" y="5437"/>
                    </a:cubicBezTo>
                    <a:cubicBezTo>
                      <a:pt x="157" y="5476"/>
                      <a:pt x="293" y="5530"/>
                      <a:pt x="405" y="5530"/>
                    </a:cubicBezTo>
                    <a:cubicBezTo>
                      <a:pt x="480" y="5530"/>
                      <a:pt x="544" y="5506"/>
                      <a:pt x="570" y="5437"/>
                    </a:cubicBezTo>
                    <a:cubicBezTo>
                      <a:pt x="630" y="5279"/>
                      <a:pt x="1798" y="2315"/>
                      <a:pt x="2017" y="1758"/>
                    </a:cubicBezTo>
                    <a:lnTo>
                      <a:pt x="2203" y="1691"/>
                    </a:lnTo>
                    <a:cubicBezTo>
                      <a:pt x="2203" y="1691"/>
                      <a:pt x="2734" y="1380"/>
                      <a:pt x="3243" y="1019"/>
                    </a:cubicBezTo>
                    <a:cubicBezTo>
                      <a:pt x="3298" y="980"/>
                      <a:pt x="3353" y="941"/>
                      <a:pt x="3407" y="901"/>
                    </a:cubicBezTo>
                    <a:lnTo>
                      <a:pt x="3407" y="901"/>
                    </a:lnTo>
                    <a:cubicBezTo>
                      <a:pt x="3366" y="1128"/>
                      <a:pt x="3322" y="1410"/>
                      <a:pt x="3287" y="1678"/>
                    </a:cubicBezTo>
                    <a:cubicBezTo>
                      <a:pt x="3224" y="2174"/>
                      <a:pt x="3192" y="2629"/>
                      <a:pt x="3283" y="2629"/>
                    </a:cubicBezTo>
                    <a:cubicBezTo>
                      <a:pt x="3286" y="2629"/>
                      <a:pt x="3289" y="2629"/>
                      <a:pt x="3292" y="2628"/>
                    </a:cubicBezTo>
                    <a:cubicBezTo>
                      <a:pt x="3510" y="2562"/>
                      <a:pt x="3532" y="2605"/>
                      <a:pt x="3575" y="2562"/>
                    </a:cubicBezTo>
                    <a:cubicBezTo>
                      <a:pt x="3618" y="2519"/>
                      <a:pt x="4519" y="141"/>
                      <a:pt x="4134" y="66"/>
                    </a:cubicBezTo>
                    <a:cubicBezTo>
                      <a:pt x="4095" y="20"/>
                      <a:pt x="4003" y="1"/>
                      <a:pt x="38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8"/>
              <p:cNvSpPr/>
              <p:nvPr/>
            </p:nvSpPr>
            <p:spPr>
              <a:xfrm>
                <a:off x="7121927" y="3169118"/>
                <a:ext cx="319230" cy="150852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1283" extrusionOk="0">
                    <a:moveTo>
                      <a:pt x="2714" y="0"/>
                    </a:moveTo>
                    <a:lnTo>
                      <a:pt x="2714" y="0"/>
                    </a:lnTo>
                    <a:cubicBezTo>
                      <a:pt x="2196" y="93"/>
                      <a:pt x="1554" y="298"/>
                      <a:pt x="1389" y="382"/>
                    </a:cubicBezTo>
                    <a:cubicBezTo>
                      <a:pt x="1301" y="428"/>
                      <a:pt x="1220" y="486"/>
                      <a:pt x="1147" y="553"/>
                    </a:cubicBezTo>
                    <a:cubicBezTo>
                      <a:pt x="1126" y="471"/>
                      <a:pt x="1105" y="410"/>
                      <a:pt x="1085" y="382"/>
                    </a:cubicBezTo>
                    <a:lnTo>
                      <a:pt x="62" y="947"/>
                    </a:lnTo>
                    <a:lnTo>
                      <a:pt x="1" y="1283"/>
                    </a:lnTo>
                    <a:cubicBezTo>
                      <a:pt x="108" y="1201"/>
                      <a:pt x="303" y="1081"/>
                      <a:pt x="627" y="969"/>
                    </a:cubicBezTo>
                    <a:cubicBezTo>
                      <a:pt x="1182" y="777"/>
                      <a:pt x="2655" y="188"/>
                      <a:pt x="27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8"/>
              <p:cNvSpPr/>
              <p:nvPr/>
            </p:nvSpPr>
            <p:spPr>
              <a:xfrm>
                <a:off x="7118753" y="2871516"/>
                <a:ext cx="275255" cy="414108"/>
              </a:xfrm>
              <a:custGeom>
                <a:avLst/>
                <a:gdLst/>
                <a:ahLst/>
                <a:cxnLst/>
                <a:rect l="l" t="t" r="r" b="b"/>
                <a:pathLst>
                  <a:path w="2341" h="3522" extrusionOk="0">
                    <a:moveTo>
                      <a:pt x="2065" y="0"/>
                    </a:moveTo>
                    <a:cubicBezTo>
                      <a:pt x="2016" y="0"/>
                      <a:pt x="1960" y="18"/>
                      <a:pt x="1894" y="59"/>
                    </a:cubicBezTo>
                    <a:lnTo>
                      <a:pt x="1089" y="387"/>
                    </a:lnTo>
                    <a:cubicBezTo>
                      <a:pt x="1089" y="387"/>
                      <a:pt x="593" y="181"/>
                      <a:pt x="284" y="181"/>
                    </a:cubicBezTo>
                    <a:cubicBezTo>
                      <a:pt x="154" y="181"/>
                      <a:pt x="57" y="218"/>
                      <a:pt x="44" y="321"/>
                    </a:cubicBezTo>
                    <a:cubicBezTo>
                      <a:pt x="1" y="669"/>
                      <a:pt x="218" y="1584"/>
                      <a:pt x="218" y="1693"/>
                    </a:cubicBezTo>
                    <a:cubicBezTo>
                      <a:pt x="218" y="1802"/>
                      <a:pt x="44" y="3500"/>
                      <a:pt x="130" y="3521"/>
                    </a:cubicBezTo>
                    <a:cubicBezTo>
                      <a:pt x="132" y="3522"/>
                      <a:pt x="135" y="3522"/>
                      <a:pt x="138" y="3522"/>
                    </a:cubicBezTo>
                    <a:cubicBezTo>
                      <a:pt x="291" y="3522"/>
                      <a:pt x="1982" y="3016"/>
                      <a:pt x="1960" y="2825"/>
                    </a:cubicBezTo>
                    <a:cubicBezTo>
                      <a:pt x="1938" y="2628"/>
                      <a:pt x="2221" y="931"/>
                      <a:pt x="2287" y="604"/>
                    </a:cubicBezTo>
                    <a:cubicBezTo>
                      <a:pt x="2340" y="339"/>
                      <a:pt x="2278" y="0"/>
                      <a:pt x="20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8"/>
              <p:cNvSpPr/>
              <p:nvPr/>
            </p:nvSpPr>
            <p:spPr>
              <a:xfrm>
                <a:off x="7193301" y="2739235"/>
                <a:ext cx="184365" cy="372721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170" extrusionOk="0">
                    <a:moveTo>
                      <a:pt x="1329" y="875"/>
                    </a:moveTo>
                    <a:cubicBezTo>
                      <a:pt x="1329" y="988"/>
                      <a:pt x="1323" y="1103"/>
                      <a:pt x="1308" y="1215"/>
                    </a:cubicBezTo>
                    <a:cubicBezTo>
                      <a:pt x="1290" y="1339"/>
                      <a:pt x="1265" y="1461"/>
                      <a:pt x="1229" y="1580"/>
                    </a:cubicBezTo>
                    <a:cubicBezTo>
                      <a:pt x="1199" y="1680"/>
                      <a:pt x="1164" y="1780"/>
                      <a:pt x="1143" y="1883"/>
                    </a:cubicBezTo>
                    <a:cubicBezTo>
                      <a:pt x="1137" y="1862"/>
                      <a:pt x="1132" y="1840"/>
                      <a:pt x="1131" y="1817"/>
                    </a:cubicBezTo>
                    <a:cubicBezTo>
                      <a:pt x="1152" y="1606"/>
                      <a:pt x="1208" y="1400"/>
                      <a:pt x="1260" y="1194"/>
                    </a:cubicBezTo>
                    <a:cubicBezTo>
                      <a:pt x="1287" y="1090"/>
                      <a:pt x="1311" y="982"/>
                      <a:pt x="1329" y="875"/>
                    </a:cubicBezTo>
                    <a:close/>
                    <a:moveTo>
                      <a:pt x="761" y="1"/>
                    </a:moveTo>
                    <a:cubicBezTo>
                      <a:pt x="668" y="1"/>
                      <a:pt x="576" y="15"/>
                      <a:pt x="487" y="44"/>
                    </a:cubicBezTo>
                    <a:cubicBezTo>
                      <a:pt x="379" y="76"/>
                      <a:pt x="281" y="131"/>
                      <a:pt x="197" y="206"/>
                    </a:cubicBezTo>
                    <a:cubicBezTo>
                      <a:pt x="115" y="279"/>
                      <a:pt x="56" y="374"/>
                      <a:pt x="29" y="480"/>
                    </a:cubicBezTo>
                    <a:cubicBezTo>
                      <a:pt x="0" y="584"/>
                      <a:pt x="8" y="696"/>
                      <a:pt x="51" y="796"/>
                    </a:cubicBezTo>
                    <a:cubicBezTo>
                      <a:pt x="62" y="818"/>
                      <a:pt x="75" y="841"/>
                      <a:pt x="90" y="862"/>
                    </a:cubicBezTo>
                    <a:cubicBezTo>
                      <a:pt x="91" y="863"/>
                      <a:pt x="93" y="865"/>
                      <a:pt x="94" y="866"/>
                    </a:cubicBezTo>
                    <a:cubicBezTo>
                      <a:pt x="84" y="950"/>
                      <a:pt x="82" y="1033"/>
                      <a:pt x="91" y="1118"/>
                    </a:cubicBezTo>
                    <a:cubicBezTo>
                      <a:pt x="96" y="1158"/>
                      <a:pt x="105" y="1199"/>
                      <a:pt x="120" y="1237"/>
                    </a:cubicBezTo>
                    <a:cubicBezTo>
                      <a:pt x="133" y="1275"/>
                      <a:pt x="151" y="1310"/>
                      <a:pt x="170" y="1346"/>
                    </a:cubicBezTo>
                    <a:cubicBezTo>
                      <a:pt x="190" y="1382"/>
                      <a:pt x="211" y="1418"/>
                      <a:pt x="227" y="1455"/>
                    </a:cubicBezTo>
                    <a:cubicBezTo>
                      <a:pt x="243" y="1491"/>
                      <a:pt x="257" y="1528"/>
                      <a:pt x="266" y="1567"/>
                    </a:cubicBezTo>
                    <a:cubicBezTo>
                      <a:pt x="284" y="1644"/>
                      <a:pt x="293" y="1725"/>
                      <a:pt x="290" y="1806"/>
                    </a:cubicBezTo>
                    <a:cubicBezTo>
                      <a:pt x="288" y="1967"/>
                      <a:pt x="258" y="2125"/>
                      <a:pt x="248" y="2284"/>
                    </a:cubicBezTo>
                    <a:cubicBezTo>
                      <a:pt x="236" y="2435"/>
                      <a:pt x="240" y="2591"/>
                      <a:pt x="297" y="2733"/>
                    </a:cubicBezTo>
                    <a:cubicBezTo>
                      <a:pt x="349" y="2864"/>
                      <a:pt x="446" y="2975"/>
                      <a:pt x="570" y="3045"/>
                    </a:cubicBezTo>
                    <a:cubicBezTo>
                      <a:pt x="695" y="3115"/>
                      <a:pt x="835" y="3158"/>
                      <a:pt x="980" y="3167"/>
                    </a:cubicBezTo>
                    <a:cubicBezTo>
                      <a:pt x="1002" y="3169"/>
                      <a:pt x="1025" y="3170"/>
                      <a:pt x="1047" y="3170"/>
                    </a:cubicBezTo>
                    <a:cubicBezTo>
                      <a:pt x="1182" y="3170"/>
                      <a:pt x="1317" y="3137"/>
                      <a:pt x="1422" y="3049"/>
                    </a:cubicBezTo>
                    <a:cubicBezTo>
                      <a:pt x="1477" y="3004"/>
                      <a:pt x="1517" y="2945"/>
                      <a:pt x="1541" y="2878"/>
                    </a:cubicBezTo>
                    <a:cubicBezTo>
                      <a:pt x="1563" y="2805"/>
                      <a:pt x="1568" y="2727"/>
                      <a:pt x="1551" y="2653"/>
                    </a:cubicBezTo>
                    <a:cubicBezTo>
                      <a:pt x="1520" y="2493"/>
                      <a:pt x="1423" y="2360"/>
                      <a:pt x="1331" y="2231"/>
                    </a:cubicBezTo>
                    <a:cubicBezTo>
                      <a:pt x="1268" y="2146"/>
                      <a:pt x="1205" y="2055"/>
                      <a:pt x="1167" y="1956"/>
                    </a:cubicBezTo>
                    <a:cubicBezTo>
                      <a:pt x="1183" y="1837"/>
                      <a:pt x="1225" y="1722"/>
                      <a:pt x="1259" y="1607"/>
                    </a:cubicBezTo>
                    <a:cubicBezTo>
                      <a:pt x="1331" y="1370"/>
                      <a:pt x="1363" y="1124"/>
                      <a:pt x="1360" y="877"/>
                    </a:cubicBezTo>
                    <a:cubicBezTo>
                      <a:pt x="1359" y="811"/>
                      <a:pt x="1354" y="745"/>
                      <a:pt x="1348" y="680"/>
                    </a:cubicBezTo>
                    <a:cubicBezTo>
                      <a:pt x="1351" y="602"/>
                      <a:pt x="1347" y="525"/>
                      <a:pt x="1335" y="449"/>
                    </a:cubicBezTo>
                    <a:cubicBezTo>
                      <a:pt x="1316" y="332"/>
                      <a:pt x="1266" y="220"/>
                      <a:pt x="1177" y="141"/>
                    </a:cubicBezTo>
                    <a:cubicBezTo>
                      <a:pt x="1086" y="64"/>
                      <a:pt x="974" y="16"/>
                      <a:pt x="855" y="6"/>
                    </a:cubicBezTo>
                    <a:cubicBezTo>
                      <a:pt x="824" y="2"/>
                      <a:pt x="792" y="1"/>
                      <a:pt x="7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8"/>
              <p:cNvSpPr/>
              <p:nvPr/>
            </p:nvSpPr>
            <p:spPr>
              <a:xfrm>
                <a:off x="7128042" y="2984513"/>
                <a:ext cx="25985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1805" extrusionOk="0">
                    <a:moveTo>
                      <a:pt x="11" y="1"/>
                    </a:moveTo>
                    <a:cubicBezTo>
                      <a:pt x="6" y="1"/>
                      <a:pt x="1" y="5"/>
                      <a:pt x="1" y="12"/>
                    </a:cubicBezTo>
                    <a:cubicBezTo>
                      <a:pt x="2" y="37"/>
                      <a:pt x="7" y="63"/>
                      <a:pt x="14" y="88"/>
                    </a:cubicBezTo>
                    <a:cubicBezTo>
                      <a:pt x="20" y="113"/>
                      <a:pt x="26" y="140"/>
                      <a:pt x="32" y="167"/>
                    </a:cubicBezTo>
                    <a:cubicBezTo>
                      <a:pt x="44" y="219"/>
                      <a:pt x="54" y="273"/>
                      <a:pt x="65" y="325"/>
                    </a:cubicBezTo>
                    <a:cubicBezTo>
                      <a:pt x="83" y="431"/>
                      <a:pt x="99" y="535"/>
                      <a:pt x="114" y="641"/>
                    </a:cubicBezTo>
                    <a:cubicBezTo>
                      <a:pt x="118" y="672"/>
                      <a:pt x="123" y="702"/>
                      <a:pt x="126" y="732"/>
                    </a:cubicBezTo>
                    <a:cubicBezTo>
                      <a:pt x="129" y="754"/>
                      <a:pt x="132" y="775"/>
                      <a:pt x="136" y="798"/>
                    </a:cubicBezTo>
                    <a:cubicBezTo>
                      <a:pt x="127" y="825"/>
                      <a:pt x="123" y="853"/>
                      <a:pt x="121" y="881"/>
                    </a:cubicBezTo>
                    <a:cubicBezTo>
                      <a:pt x="116" y="956"/>
                      <a:pt x="110" y="1029"/>
                      <a:pt x="104" y="1103"/>
                    </a:cubicBezTo>
                    <a:cubicBezTo>
                      <a:pt x="92" y="1251"/>
                      <a:pt x="80" y="1399"/>
                      <a:pt x="69" y="1546"/>
                    </a:cubicBezTo>
                    <a:cubicBezTo>
                      <a:pt x="66" y="1588"/>
                      <a:pt x="63" y="1630"/>
                      <a:pt x="60" y="1672"/>
                    </a:cubicBezTo>
                    <a:cubicBezTo>
                      <a:pt x="59" y="1691"/>
                      <a:pt x="57" y="1712"/>
                      <a:pt x="56" y="1731"/>
                    </a:cubicBezTo>
                    <a:cubicBezTo>
                      <a:pt x="53" y="1752"/>
                      <a:pt x="53" y="1774"/>
                      <a:pt x="53" y="1795"/>
                    </a:cubicBezTo>
                    <a:cubicBezTo>
                      <a:pt x="54" y="1801"/>
                      <a:pt x="58" y="1804"/>
                      <a:pt x="62" y="1804"/>
                    </a:cubicBezTo>
                    <a:cubicBezTo>
                      <a:pt x="65" y="1804"/>
                      <a:pt x="69" y="1802"/>
                      <a:pt x="71" y="1798"/>
                    </a:cubicBezTo>
                    <a:cubicBezTo>
                      <a:pt x="77" y="1764"/>
                      <a:pt x="80" y="1728"/>
                      <a:pt x="81" y="1692"/>
                    </a:cubicBezTo>
                    <a:cubicBezTo>
                      <a:pt x="84" y="1658"/>
                      <a:pt x="87" y="1622"/>
                      <a:pt x="90" y="1588"/>
                    </a:cubicBezTo>
                    <a:cubicBezTo>
                      <a:pt x="98" y="1516"/>
                      <a:pt x="104" y="1445"/>
                      <a:pt x="110" y="1373"/>
                    </a:cubicBezTo>
                    <a:cubicBezTo>
                      <a:pt x="121" y="1232"/>
                      <a:pt x="133" y="1090"/>
                      <a:pt x="144" y="948"/>
                    </a:cubicBezTo>
                    <a:cubicBezTo>
                      <a:pt x="145" y="911"/>
                      <a:pt x="150" y="872"/>
                      <a:pt x="156" y="835"/>
                    </a:cubicBezTo>
                    <a:cubicBezTo>
                      <a:pt x="159" y="802"/>
                      <a:pt x="178" y="774"/>
                      <a:pt x="208" y="760"/>
                    </a:cubicBezTo>
                    <a:cubicBezTo>
                      <a:pt x="221" y="753"/>
                      <a:pt x="212" y="735"/>
                      <a:pt x="199" y="735"/>
                    </a:cubicBezTo>
                    <a:cubicBezTo>
                      <a:pt x="199" y="735"/>
                      <a:pt x="198" y="735"/>
                      <a:pt x="198" y="735"/>
                    </a:cubicBezTo>
                    <a:cubicBezTo>
                      <a:pt x="178" y="740"/>
                      <a:pt x="163" y="750"/>
                      <a:pt x="153" y="765"/>
                    </a:cubicBezTo>
                    <a:cubicBezTo>
                      <a:pt x="153" y="756"/>
                      <a:pt x="153" y="745"/>
                      <a:pt x="151" y="737"/>
                    </a:cubicBezTo>
                    <a:cubicBezTo>
                      <a:pt x="148" y="711"/>
                      <a:pt x="145" y="684"/>
                      <a:pt x="142" y="658"/>
                    </a:cubicBezTo>
                    <a:cubicBezTo>
                      <a:pt x="138" y="605"/>
                      <a:pt x="130" y="552"/>
                      <a:pt x="123" y="499"/>
                    </a:cubicBezTo>
                    <a:cubicBezTo>
                      <a:pt x="108" y="394"/>
                      <a:pt x="89" y="288"/>
                      <a:pt x="66" y="183"/>
                    </a:cubicBezTo>
                    <a:cubicBezTo>
                      <a:pt x="60" y="152"/>
                      <a:pt x="53" y="122"/>
                      <a:pt x="47" y="92"/>
                    </a:cubicBezTo>
                    <a:cubicBezTo>
                      <a:pt x="41" y="63"/>
                      <a:pt x="32" y="34"/>
                      <a:pt x="20" y="6"/>
                    </a:cubicBezTo>
                    <a:cubicBezTo>
                      <a:pt x="18" y="2"/>
                      <a:pt x="15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8"/>
              <p:cNvSpPr/>
              <p:nvPr/>
            </p:nvSpPr>
            <p:spPr>
              <a:xfrm>
                <a:off x="7336048" y="2868576"/>
                <a:ext cx="36920" cy="1493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127" extrusionOk="0">
                    <a:moveTo>
                      <a:pt x="196" y="1"/>
                    </a:moveTo>
                    <a:cubicBezTo>
                      <a:pt x="187" y="1"/>
                      <a:pt x="178" y="1"/>
                      <a:pt x="169" y="3"/>
                    </a:cubicBezTo>
                    <a:cubicBezTo>
                      <a:pt x="102" y="15"/>
                      <a:pt x="52" y="61"/>
                      <a:pt x="8" y="111"/>
                    </a:cubicBezTo>
                    <a:cubicBezTo>
                      <a:pt x="1" y="117"/>
                      <a:pt x="7" y="127"/>
                      <a:pt x="14" y="127"/>
                    </a:cubicBezTo>
                    <a:cubicBezTo>
                      <a:pt x="17" y="127"/>
                      <a:pt x="19" y="126"/>
                      <a:pt x="21" y="124"/>
                    </a:cubicBezTo>
                    <a:cubicBezTo>
                      <a:pt x="63" y="88"/>
                      <a:pt x="109" y="49"/>
                      <a:pt x="164" y="37"/>
                    </a:cubicBezTo>
                    <a:cubicBezTo>
                      <a:pt x="174" y="35"/>
                      <a:pt x="184" y="34"/>
                      <a:pt x="194" y="34"/>
                    </a:cubicBezTo>
                    <a:cubicBezTo>
                      <a:pt x="209" y="34"/>
                      <a:pt x="225" y="37"/>
                      <a:pt x="239" y="42"/>
                    </a:cubicBezTo>
                    <a:cubicBezTo>
                      <a:pt x="249" y="46"/>
                      <a:pt x="260" y="52"/>
                      <a:pt x="267" y="60"/>
                    </a:cubicBezTo>
                    <a:cubicBezTo>
                      <a:pt x="276" y="69"/>
                      <a:pt x="282" y="79"/>
                      <a:pt x="294" y="84"/>
                    </a:cubicBezTo>
                    <a:cubicBezTo>
                      <a:pt x="295" y="84"/>
                      <a:pt x="296" y="84"/>
                      <a:pt x="296" y="84"/>
                    </a:cubicBezTo>
                    <a:cubicBezTo>
                      <a:pt x="302" y="84"/>
                      <a:pt x="308" y="80"/>
                      <a:pt x="310" y="75"/>
                    </a:cubicBezTo>
                    <a:cubicBezTo>
                      <a:pt x="313" y="46"/>
                      <a:pt x="279" y="24"/>
                      <a:pt x="257" y="14"/>
                    </a:cubicBezTo>
                    <a:cubicBezTo>
                      <a:pt x="238" y="5"/>
                      <a:pt x="217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8"/>
              <p:cNvSpPr/>
              <p:nvPr/>
            </p:nvSpPr>
            <p:spPr>
              <a:xfrm>
                <a:off x="7129335" y="2889271"/>
                <a:ext cx="90772" cy="17401"/>
              </a:xfrm>
              <a:custGeom>
                <a:avLst/>
                <a:gdLst/>
                <a:ahLst/>
                <a:cxnLst/>
                <a:rect l="l" t="t" r="r" b="b"/>
                <a:pathLst>
                  <a:path w="772" h="148" extrusionOk="0">
                    <a:moveTo>
                      <a:pt x="220" y="1"/>
                    </a:moveTo>
                    <a:cubicBezTo>
                      <a:pt x="198" y="1"/>
                      <a:pt x="177" y="2"/>
                      <a:pt x="155" y="5"/>
                    </a:cubicBezTo>
                    <a:cubicBezTo>
                      <a:pt x="103" y="12"/>
                      <a:pt x="45" y="24"/>
                      <a:pt x="6" y="60"/>
                    </a:cubicBezTo>
                    <a:cubicBezTo>
                      <a:pt x="1" y="65"/>
                      <a:pt x="5" y="75"/>
                      <a:pt x="13" y="75"/>
                    </a:cubicBezTo>
                    <a:cubicBezTo>
                      <a:pt x="14" y="75"/>
                      <a:pt x="14" y="75"/>
                      <a:pt x="15" y="75"/>
                    </a:cubicBezTo>
                    <a:cubicBezTo>
                      <a:pt x="58" y="60"/>
                      <a:pt x="103" y="46"/>
                      <a:pt x="148" y="37"/>
                    </a:cubicBezTo>
                    <a:cubicBezTo>
                      <a:pt x="172" y="34"/>
                      <a:pt x="197" y="33"/>
                      <a:pt x="221" y="33"/>
                    </a:cubicBezTo>
                    <a:cubicBezTo>
                      <a:pt x="245" y="33"/>
                      <a:pt x="269" y="34"/>
                      <a:pt x="292" y="37"/>
                    </a:cubicBezTo>
                    <a:cubicBezTo>
                      <a:pt x="395" y="48"/>
                      <a:pt x="492" y="82"/>
                      <a:pt x="589" y="112"/>
                    </a:cubicBezTo>
                    <a:cubicBezTo>
                      <a:pt x="644" y="128"/>
                      <a:pt x="700" y="148"/>
                      <a:pt x="758" y="148"/>
                    </a:cubicBezTo>
                    <a:cubicBezTo>
                      <a:pt x="760" y="148"/>
                      <a:pt x="762" y="148"/>
                      <a:pt x="764" y="148"/>
                    </a:cubicBezTo>
                    <a:cubicBezTo>
                      <a:pt x="768" y="146"/>
                      <a:pt x="771" y="140"/>
                      <a:pt x="767" y="137"/>
                    </a:cubicBezTo>
                    <a:cubicBezTo>
                      <a:pt x="716" y="118"/>
                      <a:pt x="664" y="102"/>
                      <a:pt x="612" y="88"/>
                    </a:cubicBezTo>
                    <a:cubicBezTo>
                      <a:pt x="559" y="72"/>
                      <a:pt x="507" y="54"/>
                      <a:pt x="453" y="39"/>
                    </a:cubicBezTo>
                    <a:cubicBezTo>
                      <a:pt x="377" y="17"/>
                      <a:pt x="299" y="1"/>
                      <a:pt x="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8"/>
              <p:cNvSpPr/>
              <p:nvPr/>
            </p:nvSpPr>
            <p:spPr>
              <a:xfrm>
                <a:off x="7128042" y="3176408"/>
                <a:ext cx="225401" cy="111934"/>
              </a:xfrm>
              <a:custGeom>
                <a:avLst/>
                <a:gdLst/>
                <a:ahLst/>
                <a:cxnLst/>
                <a:rect l="l" t="t" r="r" b="b"/>
                <a:pathLst>
                  <a:path w="1917" h="952" extrusionOk="0">
                    <a:moveTo>
                      <a:pt x="1900" y="1"/>
                    </a:moveTo>
                    <a:cubicBezTo>
                      <a:pt x="1885" y="1"/>
                      <a:pt x="1882" y="22"/>
                      <a:pt x="1880" y="32"/>
                    </a:cubicBezTo>
                    <a:cubicBezTo>
                      <a:pt x="1877" y="47"/>
                      <a:pt x="1874" y="62"/>
                      <a:pt x="1872" y="75"/>
                    </a:cubicBezTo>
                    <a:cubicBezTo>
                      <a:pt x="1868" y="102"/>
                      <a:pt x="1866" y="127"/>
                      <a:pt x="1868" y="154"/>
                    </a:cubicBezTo>
                    <a:cubicBezTo>
                      <a:pt x="1844" y="159"/>
                      <a:pt x="1820" y="163"/>
                      <a:pt x="1796" y="168"/>
                    </a:cubicBezTo>
                    <a:cubicBezTo>
                      <a:pt x="1780" y="172"/>
                      <a:pt x="1783" y="199"/>
                      <a:pt x="1799" y="199"/>
                    </a:cubicBezTo>
                    <a:cubicBezTo>
                      <a:pt x="1800" y="199"/>
                      <a:pt x="1800" y="199"/>
                      <a:pt x="1801" y="199"/>
                    </a:cubicBezTo>
                    <a:cubicBezTo>
                      <a:pt x="1823" y="196"/>
                      <a:pt x="1845" y="193"/>
                      <a:pt x="1868" y="190"/>
                    </a:cubicBezTo>
                    <a:lnTo>
                      <a:pt x="1868" y="190"/>
                    </a:lnTo>
                    <a:cubicBezTo>
                      <a:pt x="1865" y="244"/>
                      <a:pt x="1820" y="286"/>
                      <a:pt x="1777" y="312"/>
                    </a:cubicBezTo>
                    <a:cubicBezTo>
                      <a:pt x="1717" y="342"/>
                      <a:pt x="1657" y="371"/>
                      <a:pt x="1596" y="394"/>
                    </a:cubicBezTo>
                    <a:cubicBezTo>
                      <a:pt x="1470" y="448"/>
                      <a:pt x="1341" y="500"/>
                      <a:pt x="1213" y="549"/>
                    </a:cubicBezTo>
                    <a:cubicBezTo>
                      <a:pt x="955" y="649"/>
                      <a:pt x="693" y="740"/>
                      <a:pt x="429" y="824"/>
                    </a:cubicBezTo>
                    <a:cubicBezTo>
                      <a:pt x="354" y="846"/>
                      <a:pt x="281" y="870"/>
                      <a:pt x="206" y="891"/>
                    </a:cubicBezTo>
                    <a:cubicBezTo>
                      <a:pt x="172" y="901"/>
                      <a:pt x="133" y="918"/>
                      <a:pt x="98" y="918"/>
                    </a:cubicBezTo>
                    <a:cubicBezTo>
                      <a:pt x="68" y="918"/>
                      <a:pt x="31" y="897"/>
                      <a:pt x="38" y="863"/>
                    </a:cubicBezTo>
                    <a:lnTo>
                      <a:pt x="47" y="855"/>
                    </a:lnTo>
                    <a:cubicBezTo>
                      <a:pt x="53" y="851"/>
                      <a:pt x="60" y="846"/>
                      <a:pt x="66" y="843"/>
                    </a:cubicBezTo>
                    <a:cubicBezTo>
                      <a:pt x="69" y="842"/>
                      <a:pt x="74" y="840"/>
                      <a:pt x="77" y="839"/>
                    </a:cubicBezTo>
                    <a:lnTo>
                      <a:pt x="81" y="836"/>
                    </a:lnTo>
                    <a:lnTo>
                      <a:pt x="84" y="836"/>
                    </a:lnTo>
                    <a:cubicBezTo>
                      <a:pt x="89" y="834"/>
                      <a:pt x="93" y="834"/>
                      <a:pt x="96" y="833"/>
                    </a:cubicBezTo>
                    <a:cubicBezTo>
                      <a:pt x="101" y="830"/>
                      <a:pt x="105" y="827"/>
                      <a:pt x="108" y="824"/>
                    </a:cubicBezTo>
                    <a:cubicBezTo>
                      <a:pt x="113" y="819"/>
                      <a:pt x="111" y="810"/>
                      <a:pt x="104" y="809"/>
                    </a:cubicBezTo>
                    <a:cubicBezTo>
                      <a:pt x="100" y="808"/>
                      <a:pt x="97" y="807"/>
                      <a:pt x="94" y="807"/>
                    </a:cubicBezTo>
                    <a:cubicBezTo>
                      <a:pt x="93" y="807"/>
                      <a:pt x="91" y="807"/>
                      <a:pt x="90" y="807"/>
                    </a:cubicBezTo>
                    <a:cubicBezTo>
                      <a:pt x="86" y="807"/>
                      <a:pt x="81" y="809"/>
                      <a:pt x="77" y="810"/>
                    </a:cubicBezTo>
                    <a:cubicBezTo>
                      <a:pt x="60" y="815"/>
                      <a:pt x="45" y="824"/>
                      <a:pt x="33" y="834"/>
                    </a:cubicBezTo>
                    <a:lnTo>
                      <a:pt x="31" y="834"/>
                    </a:lnTo>
                    <a:cubicBezTo>
                      <a:pt x="31" y="782"/>
                      <a:pt x="29" y="728"/>
                      <a:pt x="29" y="676"/>
                    </a:cubicBezTo>
                    <a:cubicBezTo>
                      <a:pt x="29" y="645"/>
                      <a:pt x="31" y="615"/>
                      <a:pt x="32" y="584"/>
                    </a:cubicBezTo>
                    <a:cubicBezTo>
                      <a:pt x="32" y="569"/>
                      <a:pt x="33" y="554"/>
                      <a:pt x="33" y="538"/>
                    </a:cubicBezTo>
                    <a:cubicBezTo>
                      <a:pt x="36" y="523"/>
                      <a:pt x="35" y="508"/>
                      <a:pt x="32" y="493"/>
                    </a:cubicBezTo>
                    <a:cubicBezTo>
                      <a:pt x="30" y="489"/>
                      <a:pt x="27" y="488"/>
                      <a:pt x="23" y="488"/>
                    </a:cubicBezTo>
                    <a:cubicBezTo>
                      <a:pt x="21" y="488"/>
                      <a:pt x="18" y="489"/>
                      <a:pt x="17" y="491"/>
                    </a:cubicBezTo>
                    <a:cubicBezTo>
                      <a:pt x="11" y="503"/>
                      <a:pt x="8" y="517"/>
                      <a:pt x="8" y="530"/>
                    </a:cubicBezTo>
                    <a:cubicBezTo>
                      <a:pt x="5" y="547"/>
                      <a:pt x="5" y="563"/>
                      <a:pt x="4" y="579"/>
                    </a:cubicBezTo>
                    <a:cubicBezTo>
                      <a:pt x="2" y="611"/>
                      <a:pt x="2" y="642"/>
                      <a:pt x="2" y="673"/>
                    </a:cubicBezTo>
                    <a:cubicBezTo>
                      <a:pt x="1" y="736"/>
                      <a:pt x="4" y="799"/>
                      <a:pt x="11" y="863"/>
                    </a:cubicBezTo>
                    <a:cubicBezTo>
                      <a:pt x="11" y="864"/>
                      <a:pt x="11" y="866"/>
                      <a:pt x="14" y="869"/>
                    </a:cubicBezTo>
                    <a:cubicBezTo>
                      <a:pt x="10" y="889"/>
                      <a:pt x="19" y="912"/>
                      <a:pt x="35" y="927"/>
                    </a:cubicBezTo>
                    <a:cubicBezTo>
                      <a:pt x="54" y="943"/>
                      <a:pt x="77" y="951"/>
                      <a:pt x="101" y="951"/>
                    </a:cubicBezTo>
                    <a:cubicBezTo>
                      <a:pt x="108" y="951"/>
                      <a:pt x="115" y="950"/>
                      <a:pt x="121" y="949"/>
                    </a:cubicBezTo>
                    <a:cubicBezTo>
                      <a:pt x="156" y="943"/>
                      <a:pt x="192" y="934"/>
                      <a:pt x="224" y="924"/>
                    </a:cubicBezTo>
                    <a:lnTo>
                      <a:pt x="333" y="891"/>
                    </a:lnTo>
                    <a:cubicBezTo>
                      <a:pt x="475" y="849"/>
                      <a:pt x="617" y="804"/>
                      <a:pt x="757" y="757"/>
                    </a:cubicBezTo>
                    <a:cubicBezTo>
                      <a:pt x="1037" y="661"/>
                      <a:pt x="1313" y="555"/>
                      <a:pt x="1586" y="441"/>
                    </a:cubicBezTo>
                    <a:cubicBezTo>
                      <a:pt x="1623" y="424"/>
                      <a:pt x="1662" y="408"/>
                      <a:pt x="1701" y="391"/>
                    </a:cubicBezTo>
                    <a:cubicBezTo>
                      <a:pt x="1735" y="377"/>
                      <a:pt x="1769" y="360"/>
                      <a:pt x="1802" y="341"/>
                    </a:cubicBezTo>
                    <a:cubicBezTo>
                      <a:pt x="1863" y="303"/>
                      <a:pt x="1911" y="241"/>
                      <a:pt x="1900" y="166"/>
                    </a:cubicBezTo>
                    <a:cubicBezTo>
                      <a:pt x="1900" y="160"/>
                      <a:pt x="1896" y="156"/>
                      <a:pt x="1890" y="154"/>
                    </a:cubicBezTo>
                    <a:cubicBezTo>
                      <a:pt x="1893" y="130"/>
                      <a:pt x="1896" y="107"/>
                      <a:pt x="1899" y="83"/>
                    </a:cubicBezTo>
                    <a:cubicBezTo>
                      <a:pt x="1902" y="66"/>
                      <a:pt x="1905" y="51"/>
                      <a:pt x="1908" y="37"/>
                    </a:cubicBezTo>
                    <a:cubicBezTo>
                      <a:pt x="1911" y="28"/>
                      <a:pt x="1917" y="4"/>
                      <a:pt x="1902" y="1"/>
                    </a:cubicBezTo>
                    <a:cubicBezTo>
                      <a:pt x="1901" y="1"/>
                      <a:pt x="1901" y="1"/>
                      <a:pt x="19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8"/>
              <p:cNvSpPr/>
              <p:nvPr/>
            </p:nvSpPr>
            <p:spPr>
              <a:xfrm>
                <a:off x="7181543" y="3330912"/>
                <a:ext cx="162966" cy="264314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2248" extrusionOk="0">
                    <a:moveTo>
                      <a:pt x="1364" y="0"/>
                    </a:moveTo>
                    <a:cubicBezTo>
                      <a:pt x="1363" y="0"/>
                      <a:pt x="1363" y="0"/>
                      <a:pt x="1362" y="0"/>
                    </a:cubicBezTo>
                    <a:cubicBezTo>
                      <a:pt x="1341" y="8"/>
                      <a:pt x="1320" y="18"/>
                      <a:pt x="1302" y="32"/>
                    </a:cubicBezTo>
                    <a:cubicBezTo>
                      <a:pt x="1283" y="44"/>
                      <a:pt x="1264" y="56"/>
                      <a:pt x="1243" y="66"/>
                    </a:cubicBezTo>
                    <a:cubicBezTo>
                      <a:pt x="1204" y="90"/>
                      <a:pt x="1164" y="112"/>
                      <a:pt x="1123" y="133"/>
                    </a:cubicBezTo>
                    <a:cubicBezTo>
                      <a:pt x="1043" y="176"/>
                      <a:pt x="961" y="217"/>
                      <a:pt x="879" y="255"/>
                    </a:cubicBezTo>
                    <a:lnTo>
                      <a:pt x="809" y="288"/>
                    </a:lnTo>
                    <a:cubicBezTo>
                      <a:pt x="795" y="294"/>
                      <a:pt x="782" y="300"/>
                      <a:pt x="768" y="306"/>
                    </a:cubicBezTo>
                    <a:cubicBezTo>
                      <a:pt x="764" y="301"/>
                      <a:pt x="759" y="299"/>
                      <a:pt x="754" y="299"/>
                    </a:cubicBezTo>
                    <a:cubicBezTo>
                      <a:pt x="746" y="299"/>
                      <a:pt x="738" y="304"/>
                      <a:pt x="736" y="312"/>
                    </a:cubicBezTo>
                    <a:cubicBezTo>
                      <a:pt x="660" y="569"/>
                      <a:pt x="576" y="822"/>
                      <a:pt x="485" y="1074"/>
                    </a:cubicBezTo>
                    <a:cubicBezTo>
                      <a:pt x="393" y="1325"/>
                      <a:pt x="294" y="1572"/>
                      <a:pt x="187" y="1818"/>
                    </a:cubicBezTo>
                    <a:cubicBezTo>
                      <a:pt x="157" y="1885"/>
                      <a:pt x="127" y="1954"/>
                      <a:pt x="97" y="2021"/>
                    </a:cubicBezTo>
                    <a:cubicBezTo>
                      <a:pt x="66" y="2090"/>
                      <a:pt x="36" y="2161"/>
                      <a:pt x="5" y="2230"/>
                    </a:cubicBezTo>
                    <a:cubicBezTo>
                      <a:pt x="1" y="2239"/>
                      <a:pt x="9" y="2248"/>
                      <a:pt x="16" y="2248"/>
                    </a:cubicBezTo>
                    <a:cubicBezTo>
                      <a:pt x="19" y="2248"/>
                      <a:pt x="23" y="2246"/>
                      <a:pt x="24" y="2242"/>
                    </a:cubicBezTo>
                    <a:cubicBezTo>
                      <a:pt x="54" y="2182"/>
                      <a:pt x="86" y="2122"/>
                      <a:pt x="114" y="2061"/>
                    </a:cubicBezTo>
                    <a:cubicBezTo>
                      <a:pt x="142" y="2000"/>
                      <a:pt x="170" y="1939"/>
                      <a:pt x="197" y="1878"/>
                    </a:cubicBezTo>
                    <a:cubicBezTo>
                      <a:pt x="253" y="1756"/>
                      <a:pt x="305" y="1632"/>
                      <a:pt x="355" y="1508"/>
                    </a:cubicBezTo>
                    <a:cubicBezTo>
                      <a:pt x="455" y="1259"/>
                      <a:pt x="549" y="1007"/>
                      <a:pt x="634" y="754"/>
                    </a:cubicBezTo>
                    <a:cubicBezTo>
                      <a:pt x="680" y="616"/>
                      <a:pt x="724" y="479"/>
                      <a:pt x="765" y="342"/>
                    </a:cubicBezTo>
                    <a:cubicBezTo>
                      <a:pt x="780" y="336"/>
                      <a:pt x="797" y="330"/>
                      <a:pt x="812" y="323"/>
                    </a:cubicBezTo>
                    <a:cubicBezTo>
                      <a:pt x="834" y="314"/>
                      <a:pt x="856" y="305"/>
                      <a:pt x="877" y="294"/>
                    </a:cubicBezTo>
                    <a:cubicBezTo>
                      <a:pt x="919" y="276"/>
                      <a:pt x="961" y="255"/>
                      <a:pt x="1001" y="236"/>
                    </a:cubicBezTo>
                    <a:cubicBezTo>
                      <a:pt x="1085" y="194"/>
                      <a:pt x="1167" y="151"/>
                      <a:pt x="1247" y="105"/>
                    </a:cubicBezTo>
                    <a:lnTo>
                      <a:pt x="1313" y="66"/>
                    </a:lnTo>
                    <a:cubicBezTo>
                      <a:pt x="1337" y="56"/>
                      <a:pt x="1359" y="39"/>
                      <a:pt x="1377" y="20"/>
                    </a:cubicBezTo>
                    <a:cubicBezTo>
                      <a:pt x="1385" y="11"/>
                      <a:pt x="1374" y="0"/>
                      <a:pt x="13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8"/>
              <p:cNvSpPr/>
              <p:nvPr/>
            </p:nvSpPr>
            <p:spPr>
              <a:xfrm>
                <a:off x="7272905" y="3237433"/>
                <a:ext cx="66198" cy="49618"/>
              </a:xfrm>
              <a:custGeom>
                <a:avLst/>
                <a:gdLst/>
                <a:ahLst/>
                <a:cxnLst/>
                <a:rect l="l" t="t" r="r" b="b"/>
                <a:pathLst>
                  <a:path w="563" h="422" extrusionOk="0">
                    <a:moveTo>
                      <a:pt x="516" y="0"/>
                    </a:moveTo>
                    <a:cubicBezTo>
                      <a:pt x="509" y="0"/>
                      <a:pt x="502" y="5"/>
                      <a:pt x="503" y="14"/>
                    </a:cubicBezTo>
                    <a:cubicBezTo>
                      <a:pt x="506" y="39"/>
                      <a:pt x="512" y="65"/>
                      <a:pt x="519" y="90"/>
                    </a:cubicBezTo>
                    <a:cubicBezTo>
                      <a:pt x="525" y="114"/>
                      <a:pt x="527" y="139"/>
                      <a:pt x="524" y="163"/>
                    </a:cubicBezTo>
                    <a:cubicBezTo>
                      <a:pt x="516" y="217"/>
                      <a:pt x="476" y="245"/>
                      <a:pt x="430" y="268"/>
                    </a:cubicBezTo>
                    <a:cubicBezTo>
                      <a:pt x="375" y="293"/>
                      <a:pt x="318" y="318"/>
                      <a:pt x="261" y="344"/>
                    </a:cubicBezTo>
                    <a:cubicBezTo>
                      <a:pt x="233" y="356"/>
                      <a:pt x="206" y="369"/>
                      <a:pt x="178" y="379"/>
                    </a:cubicBezTo>
                    <a:cubicBezTo>
                      <a:pt x="162" y="387"/>
                      <a:pt x="145" y="390"/>
                      <a:pt x="128" y="390"/>
                    </a:cubicBezTo>
                    <a:cubicBezTo>
                      <a:pt x="116" y="390"/>
                      <a:pt x="105" y="388"/>
                      <a:pt x="94" y="385"/>
                    </a:cubicBezTo>
                    <a:cubicBezTo>
                      <a:pt x="33" y="363"/>
                      <a:pt x="27" y="282"/>
                      <a:pt x="23" y="229"/>
                    </a:cubicBezTo>
                    <a:cubicBezTo>
                      <a:pt x="22" y="221"/>
                      <a:pt x="17" y="218"/>
                      <a:pt x="12" y="218"/>
                    </a:cubicBezTo>
                    <a:cubicBezTo>
                      <a:pt x="6" y="218"/>
                      <a:pt x="1" y="221"/>
                      <a:pt x="0" y="229"/>
                    </a:cubicBezTo>
                    <a:cubicBezTo>
                      <a:pt x="0" y="288"/>
                      <a:pt x="3" y="356"/>
                      <a:pt x="53" y="397"/>
                    </a:cubicBezTo>
                    <a:cubicBezTo>
                      <a:pt x="74" y="415"/>
                      <a:pt x="99" y="422"/>
                      <a:pt x="125" y="422"/>
                    </a:cubicBezTo>
                    <a:cubicBezTo>
                      <a:pt x="159" y="422"/>
                      <a:pt x="195" y="410"/>
                      <a:pt x="227" y="396"/>
                    </a:cubicBezTo>
                    <a:cubicBezTo>
                      <a:pt x="294" y="366"/>
                      <a:pt x="361" y="335"/>
                      <a:pt x="428" y="305"/>
                    </a:cubicBezTo>
                    <a:cubicBezTo>
                      <a:pt x="481" y="282"/>
                      <a:pt x="530" y="254"/>
                      <a:pt x="551" y="198"/>
                    </a:cubicBezTo>
                    <a:cubicBezTo>
                      <a:pt x="560" y="166"/>
                      <a:pt x="563" y="133"/>
                      <a:pt x="557" y="102"/>
                    </a:cubicBezTo>
                    <a:cubicBezTo>
                      <a:pt x="554" y="69"/>
                      <a:pt x="545" y="36"/>
                      <a:pt x="528" y="7"/>
                    </a:cubicBezTo>
                    <a:cubicBezTo>
                      <a:pt x="526" y="2"/>
                      <a:pt x="521" y="0"/>
                      <a:pt x="5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8"/>
              <p:cNvSpPr/>
              <p:nvPr/>
            </p:nvSpPr>
            <p:spPr>
              <a:xfrm>
                <a:off x="7148149" y="3283055"/>
                <a:ext cx="74311" cy="59141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03" extrusionOk="0">
                    <a:moveTo>
                      <a:pt x="581" y="0"/>
                    </a:moveTo>
                    <a:cubicBezTo>
                      <a:pt x="576" y="0"/>
                      <a:pt x="571" y="4"/>
                      <a:pt x="569" y="9"/>
                    </a:cubicBezTo>
                    <a:cubicBezTo>
                      <a:pt x="566" y="27"/>
                      <a:pt x="568" y="47"/>
                      <a:pt x="571" y="66"/>
                    </a:cubicBezTo>
                    <a:cubicBezTo>
                      <a:pt x="572" y="87"/>
                      <a:pt x="575" y="108"/>
                      <a:pt x="578" y="130"/>
                    </a:cubicBezTo>
                    <a:cubicBezTo>
                      <a:pt x="583" y="169"/>
                      <a:pt x="587" y="208"/>
                      <a:pt x="592" y="248"/>
                    </a:cubicBezTo>
                    <a:cubicBezTo>
                      <a:pt x="596" y="279"/>
                      <a:pt x="601" y="318"/>
                      <a:pt x="580" y="345"/>
                    </a:cubicBezTo>
                    <a:cubicBezTo>
                      <a:pt x="557" y="366"/>
                      <a:pt x="531" y="381"/>
                      <a:pt x="501" y="388"/>
                    </a:cubicBezTo>
                    <a:cubicBezTo>
                      <a:pt x="428" y="413"/>
                      <a:pt x="353" y="434"/>
                      <a:pt x="277" y="452"/>
                    </a:cubicBezTo>
                    <a:cubicBezTo>
                      <a:pt x="247" y="459"/>
                      <a:pt x="210" y="470"/>
                      <a:pt x="176" y="470"/>
                    </a:cubicBezTo>
                    <a:cubicBezTo>
                      <a:pt x="145" y="470"/>
                      <a:pt x="116" y="461"/>
                      <a:pt x="97" y="431"/>
                    </a:cubicBezTo>
                    <a:cubicBezTo>
                      <a:pt x="55" y="372"/>
                      <a:pt x="68" y="290"/>
                      <a:pt x="28" y="229"/>
                    </a:cubicBezTo>
                    <a:cubicBezTo>
                      <a:pt x="25" y="224"/>
                      <a:pt x="21" y="223"/>
                      <a:pt x="18" y="223"/>
                    </a:cubicBezTo>
                    <a:cubicBezTo>
                      <a:pt x="9" y="223"/>
                      <a:pt x="0" y="232"/>
                      <a:pt x="6" y="242"/>
                    </a:cubicBezTo>
                    <a:cubicBezTo>
                      <a:pt x="43" y="303"/>
                      <a:pt x="28" y="379"/>
                      <a:pt x="64" y="442"/>
                    </a:cubicBezTo>
                    <a:cubicBezTo>
                      <a:pt x="80" y="472"/>
                      <a:pt x="109" y="492"/>
                      <a:pt x="141" y="500"/>
                    </a:cubicBezTo>
                    <a:cubicBezTo>
                      <a:pt x="154" y="502"/>
                      <a:pt x="167" y="503"/>
                      <a:pt x="180" y="503"/>
                    </a:cubicBezTo>
                    <a:cubicBezTo>
                      <a:pt x="204" y="503"/>
                      <a:pt x="228" y="499"/>
                      <a:pt x="252" y="492"/>
                    </a:cubicBezTo>
                    <a:cubicBezTo>
                      <a:pt x="334" y="476"/>
                      <a:pt x="416" y="454"/>
                      <a:pt x="496" y="427"/>
                    </a:cubicBezTo>
                    <a:cubicBezTo>
                      <a:pt x="529" y="418"/>
                      <a:pt x="560" y="403"/>
                      <a:pt x="589" y="384"/>
                    </a:cubicBezTo>
                    <a:cubicBezTo>
                      <a:pt x="617" y="361"/>
                      <a:pt x="632" y="325"/>
                      <a:pt x="630" y="290"/>
                    </a:cubicBezTo>
                    <a:cubicBezTo>
                      <a:pt x="627" y="243"/>
                      <a:pt x="623" y="197"/>
                      <a:pt x="616" y="151"/>
                    </a:cubicBezTo>
                    <a:cubicBezTo>
                      <a:pt x="613" y="126"/>
                      <a:pt x="610" y="100"/>
                      <a:pt x="605" y="76"/>
                    </a:cubicBezTo>
                    <a:cubicBezTo>
                      <a:pt x="604" y="53"/>
                      <a:pt x="599" y="29"/>
                      <a:pt x="592" y="6"/>
                    </a:cubicBezTo>
                    <a:cubicBezTo>
                      <a:pt x="589" y="2"/>
                      <a:pt x="585" y="0"/>
                      <a:pt x="5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8"/>
              <p:cNvSpPr/>
              <p:nvPr/>
            </p:nvSpPr>
            <p:spPr>
              <a:xfrm>
                <a:off x="7356861" y="2577676"/>
                <a:ext cx="66785" cy="84773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21" extrusionOk="0">
                    <a:moveTo>
                      <a:pt x="309" y="1"/>
                    </a:moveTo>
                    <a:cubicBezTo>
                      <a:pt x="269" y="1"/>
                      <a:pt x="239" y="10"/>
                      <a:pt x="239" y="33"/>
                    </a:cubicBezTo>
                    <a:cubicBezTo>
                      <a:pt x="239" y="99"/>
                      <a:pt x="87" y="251"/>
                      <a:pt x="87" y="273"/>
                    </a:cubicBezTo>
                    <a:cubicBezTo>
                      <a:pt x="87" y="275"/>
                      <a:pt x="87" y="276"/>
                      <a:pt x="86" y="276"/>
                    </a:cubicBezTo>
                    <a:cubicBezTo>
                      <a:pt x="80" y="276"/>
                      <a:pt x="44" y="185"/>
                      <a:pt x="44" y="185"/>
                    </a:cubicBezTo>
                    <a:cubicBezTo>
                      <a:pt x="19" y="224"/>
                      <a:pt x="4" y="269"/>
                      <a:pt x="1" y="316"/>
                    </a:cubicBezTo>
                    <a:cubicBezTo>
                      <a:pt x="1" y="381"/>
                      <a:pt x="130" y="686"/>
                      <a:pt x="130" y="686"/>
                    </a:cubicBezTo>
                    <a:lnTo>
                      <a:pt x="354" y="721"/>
                    </a:lnTo>
                    <a:cubicBezTo>
                      <a:pt x="354" y="721"/>
                      <a:pt x="567" y="142"/>
                      <a:pt x="523" y="76"/>
                    </a:cubicBezTo>
                    <a:cubicBezTo>
                      <a:pt x="494" y="34"/>
                      <a:pt x="383" y="1"/>
                      <a:pt x="309" y="1"/>
                    </a:cubicBez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8"/>
              <p:cNvSpPr/>
              <p:nvPr/>
            </p:nvSpPr>
            <p:spPr>
              <a:xfrm>
                <a:off x="7047967" y="3778079"/>
                <a:ext cx="44445" cy="11405"/>
              </a:xfrm>
              <a:custGeom>
                <a:avLst/>
                <a:gdLst/>
                <a:ahLst/>
                <a:cxnLst/>
                <a:rect l="l" t="t" r="r" b="b"/>
                <a:pathLst>
                  <a:path w="378" h="97" extrusionOk="0">
                    <a:moveTo>
                      <a:pt x="9" y="1"/>
                    </a:moveTo>
                    <a:cubicBezTo>
                      <a:pt x="7" y="1"/>
                      <a:pt x="4" y="2"/>
                      <a:pt x="2" y="4"/>
                    </a:cubicBezTo>
                    <a:cubicBezTo>
                      <a:pt x="0" y="9"/>
                      <a:pt x="0" y="13"/>
                      <a:pt x="5" y="16"/>
                    </a:cubicBezTo>
                    <a:cubicBezTo>
                      <a:pt x="94" y="55"/>
                      <a:pt x="188" y="81"/>
                      <a:pt x="285" y="92"/>
                    </a:cubicBezTo>
                    <a:cubicBezTo>
                      <a:pt x="313" y="95"/>
                      <a:pt x="340" y="97"/>
                      <a:pt x="367" y="97"/>
                    </a:cubicBezTo>
                    <a:cubicBezTo>
                      <a:pt x="377" y="97"/>
                      <a:pt x="377" y="82"/>
                      <a:pt x="367" y="82"/>
                    </a:cubicBezTo>
                    <a:cubicBezTo>
                      <a:pt x="319" y="81"/>
                      <a:pt x="273" y="76"/>
                      <a:pt x="225" y="67"/>
                    </a:cubicBezTo>
                    <a:cubicBezTo>
                      <a:pt x="179" y="58"/>
                      <a:pt x="133" y="46"/>
                      <a:pt x="87" y="31"/>
                    </a:cubicBezTo>
                    <a:cubicBezTo>
                      <a:pt x="61" y="22"/>
                      <a:pt x="38" y="12"/>
                      <a:pt x="12" y="1"/>
                    </a:cubicBezTo>
                    <a:cubicBezTo>
                      <a:pt x="11" y="1"/>
                      <a:pt x="10" y="1"/>
                      <a:pt x="9" y="1"/>
                    </a:cubicBezTo>
                    <a:close/>
                  </a:path>
                </a:pathLst>
              </a:custGeom>
              <a:solidFill>
                <a:srgbClr val="FAE2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8"/>
              <p:cNvSpPr/>
              <p:nvPr/>
            </p:nvSpPr>
            <p:spPr>
              <a:xfrm>
                <a:off x="7436112" y="3228615"/>
                <a:ext cx="45386" cy="41035"/>
              </a:xfrm>
              <a:custGeom>
                <a:avLst/>
                <a:gdLst/>
                <a:ahLst/>
                <a:cxnLst/>
                <a:rect l="l" t="t" r="r" b="b"/>
                <a:pathLst>
                  <a:path w="386" h="349" extrusionOk="0">
                    <a:moveTo>
                      <a:pt x="373" y="0"/>
                    </a:moveTo>
                    <a:cubicBezTo>
                      <a:pt x="371" y="0"/>
                      <a:pt x="369" y="1"/>
                      <a:pt x="368" y="4"/>
                    </a:cubicBezTo>
                    <a:cubicBezTo>
                      <a:pt x="333" y="59"/>
                      <a:pt x="293" y="110"/>
                      <a:pt x="248" y="156"/>
                    </a:cubicBezTo>
                    <a:cubicBezTo>
                      <a:pt x="177" y="228"/>
                      <a:pt x="96" y="289"/>
                      <a:pt x="5" y="334"/>
                    </a:cubicBezTo>
                    <a:cubicBezTo>
                      <a:pt x="2" y="337"/>
                      <a:pt x="1" y="341"/>
                      <a:pt x="2" y="346"/>
                    </a:cubicBezTo>
                    <a:cubicBezTo>
                      <a:pt x="4" y="347"/>
                      <a:pt x="6" y="349"/>
                      <a:pt x="9" y="349"/>
                    </a:cubicBezTo>
                    <a:cubicBezTo>
                      <a:pt x="11" y="349"/>
                      <a:pt x="12" y="348"/>
                      <a:pt x="14" y="347"/>
                    </a:cubicBezTo>
                    <a:lnTo>
                      <a:pt x="14" y="349"/>
                    </a:lnTo>
                    <a:cubicBezTo>
                      <a:pt x="163" y="271"/>
                      <a:pt x="290" y="155"/>
                      <a:pt x="381" y="13"/>
                    </a:cubicBezTo>
                    <a:cubicBezTo>
                      <a:pt x="385" y="7"/>
                      <a:pt x="379" y="0"/>
                      <a:pt x="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8"/>
              <p:cNvSpPr/>
              <p:nvPr/>
            </p:nvSpPr>
            <p:spPr>
              <a:xfrm>
                <a:off x="7436936" y="3257657"/>
                <a:ext cx="29513" cy="19048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62" extrusionOk="0">
                    <a:moveTo>
                      <a:pt x="239" y="1"/>
                    </a:moveTo>
                    <a:cubicBezTo>
                      <a:pt x="237" y="1"/>
                      <a:pt x="234" y="2"/>
                      <a:pt x="232" y="5"/>
                    </a:cubicBezTo>
                    <a:cubicBezTo>
                      <a:pt x="213" y="34"/>
                      <a:pt x="189" y="61"/>
                      <a:pt x="162" y="82"/>
                    </a:cubicBezTo>
                    <a:cubicBezTo>
                      <a:pt x="134" y="105"/>
                      <a:pt x="103" y="121"/>
                      <a:pt x="68" y="133"/>
                    </a:cubicBezTo>
                    <a:cubicBezTo>
                      <a:pt x="49" y="139"/>
                      <a:pt x="29" y="143"/>
                      <a:pt x="10" y="146"/>
                    </a:cubicBezTo>
                    <a:cubicBezTo>
                      <a:pt x="1" y="149"/>
                      <a:pt x="3" y="162"/>
                      <a:pt x="11" y="162"/>
                    </a:cubicBezTo>
                    <a:cubicBezTo>
                      <a:pt x="12" y="162"/>
                      <a:pt x="12" y="161"/>
                      <a:pt x="13" y="161"/>
                    </a:cubicBezTo>
                    <a:lnTo>
                      <a:pt x="15" y="161"/>
                    </a:lnTo>
                    <a:cubicBezTo>
                      <a:pt x="50" y="157"/>
                      <a:pt x="86" y="145"/>
                      <a:pt x="119" y="128"/>
                    </a:cubicBezTo>
                    <a:cubicBezTo>
                      <a:pt x="152" y="110"/>
                      <a:pt x="182" y="88"/>
                      <a:pt x="207" y="61"/>
                    </a:cubicBezTo>
                    <a:cubicBezTo>
                      <a:pt x="222" y="46"/>
                      <a:pt x="235" y="30"/>
                      <a:pt x="247" y="12"/>
                    </a:cubicBezTo>
                    <a:cubicBezTo>
                      <a:pt x="250" y="6"/>
                      <a:pt x="245" y="1"/>
                      <a:pt x="2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8"/>
              <p:cNvSpPr/>
              <p:nvPr/>
            </p:nvSpPr>
            <p:spPr>
              <a:xfrm>
                <a:off x="7006342" y="2826952"/>
                <a:ext cx="58672" cy="7137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607" extrusionOk="0">
                    <a:moveTo>
                      <a:pt x="353" y="1"/>
                    </a:moveTo>
                    <a:cubicBezTo>
                      <a:pt x="243" y="188"/>
                      <a:pt x="0" y="607"/>
                      <a:pt x="47" y="607"/>
                    </a:cubicBezTo>
                    <a:cubicBezTo>
                      <a:pt x="48" y="607"/>
                      <a:pt x="49" y="606"/>
                      <a:pt x="50" y="606"/>
                    </a:cubicBezTo>
                    <a:cubicBezTo>
                      <a:pt x="117" y="589"/>
                      <a:pt x="303" y="559"/>
                      <a:pt x="448" y="559"/>
                    </a:cubicBezTo>
                    <a:cubicBezTo>
                      <a:pt x="466" y="559"/>
                      <a:pt x="483" y="559"/>
                      <a:pt x="499" y="560"/>
                    </a:cubicBezTo>
                    <a:lnTo>
                      <a:pt x="238" y="526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8"/>
              <p:cNvSpPr/>
              <p:nvPr/>
            </p:nvSpPr>
            <p:spPr>
              <a:xfrm>
                <a:off x="7355802" y="2577088"/>
                <a:ext cx="58908" cy="77836"/>
              </a:xfrm>
              <a:custGeom>
                <a:avLst/>
                <a:gdLst/>
                <a:ahLst/>
                <a:cxnLst/>
                <a:rect l="l" t="t" r="r" b="b"/>
                <a:pathLst>
                  <a:path w="501" h="662" extrusionOk="0">
                    <a:moveTo>
                      <a:pt x="327" y="1"/>
                    </a:moveTo>
                    <a:cubicBezTo>
                      <a:pt x="300" y="1"/>
                      <a:pt x="273" y="5"/>
                      <a:pt x="248" y="14"/>
                    </a:cubicBezTo>
                    <a:cubicBezTo>
                      <a:pt x="244" y="17"/>
                      <a:pt x="241" y="22"/>
                      <a:pt x="242" y="26"/>
                    </a:cubicBezTo>
                    <a:cubicBezTo>
                      <a:pt x="242" y="28"/>
                      <a:pt x="242" y="31"/>
                      <a:pt x="242" y="32"/>
                    </a:cubicBezTo>
                    <a:cubicBezTo>
                      <a:pt x="248" y="55"/>
                      <a:pt x="242" y="77"/>
                      <a:pt x="227" y="95"/>
                    </a:cubicBezTo>
                    <a:cubicBezTo>
                      <a:pt x="212" y="114"/>
                      <a:pt x="196" y="134"/>
                      <a:pt x="180" y="151"/>
                    </a:cubicBezTo>
                    <a:cubicBezTo>
                      <a:pt x="151" y="187"/>
                      <a:pt x="120" y="222"/>
                      <a:pt x="93" y="259"/>
                    </a:cubicBezTo>
                    <a:cubicBezTo>
                      <a:pt x="89" y="242"/>
                      <a:pt x="81" y="226"/>
                      <a:pt x="71" y="213"/>
                    </a:cubicBezTo>
                    <a:cubicBezTo>
                      <a:pt x="65" y="205"/>
                      <a:pt x="56" y="200"/>
                      <a:pt x="47" y="200"/>
                    </a:cubicBezTo>
                    <a:cubicBezTo>
                      <a:pt x="41" y="200"/>
                      <a:pt x="35" y="202"/>
                      <a:pt x="29" y="207"/>
                    </a:cubicBezTo>
                    <a:cubicBezTo>
                      <a:pt x="16" y="219"/>
                      <a:pt x="8" y="235"/>
                      <a:pt x="7" y="251"/>
                    </a:cubicBezTo>
                    <a:cubicBezTo>
                      <a:pt x="1" y="296"/>
                      <a:pt x="5" y="341"/>
                      <a:pt x="19" y="383"/>
                    </a:cubicBezTo>
                    <a:cubicBezTo>
                      <a:pt x="31" y="426"/>
                      <a:pt x="45" y="469"/>
                      <a:pt x="60" y="512"/>
                    </a:cubicBezTo>
                    <a:cubicBezTo>
                      <a:pt x="68" y="538"/>
                      <a:pt x="78" y="563"/>
                      <a:pt x="87" y="588"/>
                    </a:cubicBezTo>
                    <a:cubicBezTo>
                      <a:pt x="90" y="600"/>
                      <a:pt x="95" y="612"/>
                      <a:pt x="101" y="624"/>
                    </a:cubicBezTo>
                    <a:cubicBezTo>
                      <a:pt x="107" y="636"/>
                      <a:pt x="114" y="648"/>
                      <a:pt x="120" y="660"/>
                    </a:cubicBezTo>
                    <a:cubicBezTo>
                      <a:pt x="120" y="661"/>
                      <a:pt x="121" y="661"/>
                      <a:pt x="122" y="661"/>
                    </a:cubicBezTo>
                    <a:cubicBezTo>
                      <a:pt x="124" y="661"/>
                      <a:pt x="127" y="659"/>
                      <a:pt x="126" y="657"/>
                    </a:cubicBezTo>
                    <a:cubicBezTo>
                      <a:pt x="125" y="648"/>
                      <a:pt x="125" y="638"/>
                      <a:pt x="123" y="630"/>
                    </a:cubicBezTo>
                    <a:cubicBezTo>
                      <a:pt x="120" y="621"/>
                      <a:pt x="119" y="609"/>
                      <a:pt x="114" y="599"/>
                    </a:cubicBezTo>
                    <a:cubicBezTo>
                      <a:pt x="108" y="579"/>
                      <a:pt x="102" y="562"/>
                      <a:pt x="96" y="544"/>
                    </a:cubicBezTo>
                    <a:cubicBezTo>
                      <a:pt x="84" y="506"/>
                      <a:pt x="71" y="469"/>
                      <a:pt x="59" y="432"/>
                    </a:cubicBezTo>
                    <a:cubicBezTo>
                      <a:pt x="47" y="396"/>
                      <a:pt x="38" y="359"/>
                      <a:pt x="31" y="321"/>
                    </a:cubicBezTo>
                    <a:cubicBezTo>
                      <a:pt x="28" y="304"/>
                      <a:pt x="28" y="286"/>
                      <a:pt x="29" y="268"/>
                    </a:cubicBezTo>
                    <a:cubicBezTo>
                      <a:pt x="29" y="259"/>
                      <a:pt x="32" y="226"/>
                      <a:pt x="45" y="225"/>
                    </a:cubicBezTo>
                    <a:cubicBezTo>
                      <a:pt x="46" y="224"/>
                      <a:pt x="46" y="224"/>
                      <a:pt x="47" y="224"/>
                    </a:cubicBezTo>
                    <a:cubicBezTo>
                      <a:pt x="58" y="224"/>
                      <a:pt x="66" y="262"/>
                      <a:pt x="69" y="269"/>
                    </a:cubicBezTo>
                    <a:cubicBezTo>
                      <a:pt x="74" y="290"/>
                      <a:pt x="80" y="311"/>
                      <a:pt x="87" y="330"/>
                    </a:cubicBezTo>
                    <a:cubicBezTo>
                      <a:pt x="89" y="333"/>
                      <a:pt x="92" y="335"/>
                      <a:pt x="95" y="335"/>
                    </a:cubicBezTo>
                    <a:cubicBezTo>
                      <a:pt x="99" y="335"/>
                      <a:pt x="102" y="332"/>
                      <a:pt x="104" y="327"/>
                    </a:cubicBezTo>
                    <a:cubicBezTo>
                      <a:pt x="105" y="313"/>
                      <a:pt x="104" y="298"/>
                      <a:pt x="99" y="283"/>
                    </a:cubicBezTo>
                    <a:cubicBezTo>
                      <a:pt x="101" y="281"/>
                      <a:pt x="101" y="281"/>
                      <a:pt x="101" y="280"/>
                    </a:cubicBezTo>
                    <a:cubicBezTo>
                      <a:pt x="120" y="260"/>
                      <a:pt x="138" y="238"/>
                      <a:pt x="156" y="217"/>
                    </a:cubicBezTo>
                    <a:cubicBezTo>
                      <a:pt x="172" y="195"/>
                      <a:pt x="193" y="172"/>
                      <a:pt x="211" y="150"/>
                    </a:cubicBezTo>
                    <a:cubicBezTo>
                      <a:pt x="238" y="119"/>
                      <a:pt x="280" y="75"/>
                      <a:pt x="266" y="32"/>
                    </a:cubicBezTo>
                    <a:cubicBezTo>
                      <a:pt x="283" y="29"/>
                      <a:pt x="299" y="28"/>
                      <a:pt x="315" y="26"/>
                    </a:cubicBezTo>
                    <a:cubicBezTo>
                      <a:pt x="336" y="26"/>
                      <a:pt x="357" y="28"/>
                      <a:pt x="378" y="31"/>
                    </a:cubicBezTo>
                    <a:cubicBezTo>
                      <a:pt x="397" y="35"/>
                      <a:pt x="417" y="41"/>
                      <a:pt x="436" y="49"/>
                    </a:cubicBezTo>
                    <a:cubicBezTo>
                      <a:pt x="447" y="53"/>
                      <a:pt x="456" y="58"/>
                      <a:pt x="466" y="62"/>
                    </a:cubicBezTo>
                    <a:cubicBezTo>
                      <a:pt x="473" y="66"/>
                      <a:pt x="484" y="71"/>
                      <a:pt x="493" y="72"/>
                    </a:cubicBezTo>
                    <a:cubicBezTo>
                      <a:pt x="497" y="71"/>
                      <a:pt x="500" y="66"/>
                      <a:pt x="497" y="62"/>
                    </a:cubicBezTo>
                    <a:cubicBezTo>
                      <a:pt x="490" y="43"/>
                      <a:pt x="462" y="32"/>
                      <a:pt x="445" y="25"/>
                    </a:cubicBezTo>
                    <a:cubicBezTo>
                      <a:pt x="424" y="16"/>
                      <a:pt x="402" y="10"/>
                      <a:pt x="380" y="7"/>
                    </a:cubicBezTo>
                    <a:cubicBezTo>
                      <a:pt x="362" y="3"/>
                      <a:pt x="345" y="1"/>
                      <a:pt x="32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8"/>
              <p:cNvSpPr/>
              <p:nvPr/>
            </p:nvSpPr>
            <p:spPr>
              <a:xfrm>
                <a:off x="7869058" y="2344274"/>
                <a:ext cx="724763" cy="574836"/>
              </a:xfrm>
              <a:custGeom>
                <a:avLst/>
                <a:gdLst/>
                <a:ahLst/>
                <a:cxnLst/>
                <a:rect l="l" t="t" r="r" b="b"/>
                <a:pathLst>
                  <a:path w="6164" h="4889" extrusionOk="0">
                    <a:moveTo>
                      <a:pt x="3081" y="1"/>
                    </a:moveTo>
                    <a:cubicBezTo>
                      <a:pt x="1380" y="1"/>
                      <a:pt x="0" y="1094"/>
                      <a:pt x="0" y="2445"/>
                    </a:cubicBezTo>
                    <a:cubicBezTo>
                      <a:pt x="0" y="3794"/>
                      <a:pt x="1380" y="4889"/>
                      <a:pt x="3081" y="4889"/>
                    </a:cubicBezTo>
                    <a:cubicBezTo>
                      <a:pt x="4783" y="4889"/>
                      <a:pt x="6164" y="3794"/>
                      <a:pt x="6164" y="2445"/>
                    </a:cubicBezTo>
                    <a:cubicBezTo>
                      <a:pt x="6164" y="1094"/>
                      <a:pt x="4783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8"/>
              <p:cNvSpPr/>
              <p:nvPr/>
            </p:nvSpPr>
            <p:spPr>
              <a:xfrm>
                <a:off x="7540292" y="2902440"/>
                <a:ext cx="75016" cy="59259"/>
              </a:xfrm>
              <a:custGeom>
                <a:avLst/>
                <a:gdLst/>
                <a:ahLst/>
                <a:cxnLst/>
                <a:rect l="l" t="t" r="r" b="b"/>
                <a:pathLst>
                  <a:path w="638" h="504" extrusionOk="0">
                    <a:moveTo>
                      <a:pt x="350" y="0"/>
                    </a:moveTo>
                    <a:cubicBezTo>
                      <a:pt x="333" y="0"/>
                      <a:pt x="315" y="2"/>
                      <a:pt x="297" y="4"/>
                    </a:cubicBezTo>
                    <a:cubicBezTo>
                      <a:pt x="235" y="13"/>
                      <a:pt x="176" y="42"/>
                      <a:pt x="129" y="84"/>
                    </a:cubicBezTo>
                    <a:cubicBezTo>
                      <a:pt x="114" y="97"/>
                      <a:pt x="100" y="110"/>
                      <a:pt x="88" y="127"/>
                    </a:cubicBezTo>
                    <a:cubicBezTo>
                      <a:pt x="88" y="122"/>
                      <a:pt x="84" y="116"/>
                      <a:pt x="79" y="116"/>
                    </a:cubicBezTo>
                    <a:cubicBezTo>
                      <a:pt x="78" y="116"/>
                      <a:pt x="76" y="117"/>
                      <a:pt x="75" y="118"/>
                    </a:cubicBezTo>
                    <a:cubicBezTo>
                      <a:pt x="27" y="155"/>
                      <a:pt x="0" y="215"/>
                      <a:pt x="5" y="276"/>
                    </a:cubicBezTo>
                    <a:cubicBezTo>
                      <a:pt x="9" y="331"/>
                      <a:pt x="35" y="385"/>
                      <a:pt x="75" y="425"/>
                    </a:cubicBezTo>
                    <a:cubicBezTo>
                      <a:pt x="117" y="465"/>
                      <a:pt x="169" y="492"/>
                      <a:pt x="227" y="501"/>
                    </a:cubicBezTo>
                    <a:cubicBezTo>
                      <a:pt x="241" y="503"/>
                      <a:pt x="254" y="503"/>
                      <a:pt x="268" y="503"/>
                    </a:cubicBezTo>
                    <a:cubicBezTo>
                      <a:pt x="318" y="503"/>
                      <a:pt x="368" y="492"/>
                      <a:pt x="415" y="471"/>
                    </a:cubicBezTo>
                    <a:cubicBezTo>
                      <a:pt x="528" y="419"/>
                      <a:pt x="637" y="301"/>
                      <a:pt x="609" y="167"/>
                    </a:cubicBezTo>
                    <a:cubicBezTo>
                      <a:pt x="592" y="106"/>
                      <a:pt x="548" y="55"/>
                      <a:pt x="490" y="31"/>
                    </a:cubicBezTo>
                    <a:cubicBezTo>
                      <a:pt x="446" y="11"/>
                      <a:pt x="398" y="0"/>
                      <a:pt x="3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8"/>
              <p:cNvSpPr/>
              <p:nvPr/>
            </p:nvSpPr>
            <p:spPr>
              <a:xfrm>
                <a:off x="7658699" y="2853055"/>
                <a:ext cx="65492" cy="74544"/>
              </a:xfrm>
              <a:custGeom>
                <a:avLst/>
                <a:gdLst/>
                <a:ahLst/>
                <a:cxnLst/>
                <a:rect l="l" t="t" r="r" b="b"/>
                <a:pathLst>
                  <a:path w="557" h="634" extrusionOk="0">
                    <a:moveTo>
                      <a:pt x="292" y="0"/>
                    </a:moveTo>
                    <a:cubicBezTo>
                      <a:pt x="265" y="0"/>
                      <a:pt x="238" y="5"/>
                      <a:pt x="212" y="14"/>
                    </a:cubicBezTo>
                    <a:cubicBezTo>
                      <a:pt x="152" y="37"/>
                      <a:pt x="104" y="86"/>
                      <a:pt x="82" y="146"/>
                    </a:cubicBezTo>
                    <a:cubicBezTo>
                      <a:pt x="78" y="161"/>
                      <a:pt x="75" y="174"/>
                      <a:pt x="75" y="189"/>
                    </a:cubicBezTo>
                    <a:cubicBezTo>
                      <a:pt x="73" y="192"/>
                      <a:pt x="70" y="195"/>
                      <a:pt x="69" y="198"/>
                    </a:cubicBezTo>
                    <a:cubicBezTo>
                      <a:pt x="39" y="241"/>
                      <a:pt x="18" y="290"/>
                      <a:pt x="10" y="342"/>
                    </a:cubicBezTo>
                    <a:cubicBezTo>
                      <a:pt x="0" y="407"/>
                      <a:pt x="9" y="471"/>
                      <a:pt x="37" y="527"/>
                    </a:cubicBezTo>
                    <a:cubicBezTo>
                      <a:pt x="69" y="592"/>
                      <a:pt x="131" y="632"/>
                      <a:pt x="201" y="633"/>
                    </a:cubicBezTo>
                    <a:cubicBezTo>
                      <a:pt x="274" y="633"/>
                      <a:pt x="346" y="599"/>
                      <a:pt x="403" y="556"/>
                    </a:cubicBezTo>
                    <a:cubicBezTo>
                      <a:pt x="458" y="514"/>
                      <a:pt x="501" y="459"/>
                      <a:pt x="526" y="395"/>
                    </a:cubicBezTo>
                    <a:cubicBezTo>
                      <a:pt x="553" y="326"/>
                      <a:pt x="556" y="250"/>
                      <a:pt x="532" y="180"/>
                    </a:cubicBezTo>
                    <a:cubicBezTo>
                      <a:pt x="510" y="114"/>
                      <a:pt x="464" y="61"/>
                      <a:pt x="403" y="28"/>
                    </a:cubicBezTo>
                    <a:cubicBezTo>
                      <a:pt x="368" y="10"/>
                      <a:pt x="330" y="0"/>
                      <a:pt x="2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8"/>
              <p:cNvSpPr/>
              <p:nvPr/>
            </p:nvSpPr>
            <p:spPr>
              <a:xfrm>
                <a:off x="7757705" y="2748054"/>
                <a:ext cx="109702" cy="12087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1028" extrusionOk="0">
                    <a:moveTo>
                      <a:pt x="457" y="1"/>
                    </a:moveTo>
                    <a:cubicBezTo>
                      <a:pt x="417" y="1"/>
                      <a:pt x="376" y="7"/>
                      <a:pt x="336" y="19"/>
                    </a:cubicBezTo>
                    <a:cubicBezTo>
                      <a:pt x="242" y="47"/>
                      <a:pt x="162" y="110"/>
                      <a:pt x="114" y="195"/>
                    </a:cubicBezTo>
                    <a:cubicBezTo>
                      <a:pt x="108" y="204"/>
                      <a:pt x="103" y="214"/>
                      <a:pt x="99" y="224"/>
                    </a:cubicBezTo>
                    <a:cubicBezTo>
                      <a:pt x="59" y="290"/>
                      <a:pt x="30" y="365"/>
                      <a:pt x="18" y="441"/>
                    </a:cubicBezTo>
                    <a:cubicBezTo>
                      <a:pt x="1" y="545"/>
                      <a:pt x="15" y="651"/>
                      <a:pt x="59" y="746"/>
                    </a:cubicBezTo>
                    <a:cubicBezTo>
                      <a:pt x="100" y="837"/>
                      <a:pt x="168" y="913"/>
                      <a:pt x="254" y="966"/>
                    </a:cubicBezTo>
                    <a:cubicBezTo>
                      <a:pt x="324" y="1006"/>
                      <a:pt x="404" y="1027"/>
                      <a:pt x="485" y="1027"/>
                    </a:cubicBezTo>
                    <a:cubicBezTo>
                      <a:pt x="507" y="1027"/>
                      <a:pt x="530" y="1025"/>
                      <a:pt x="552" y="1022"/>
                    </a:cubicBezTo>
                    <a:cubicBezTo>
                      <a:pt x="655" y="1006"/>
                      <a:pt x="749" y="951"/>
                      <a:pt x="813" y="867"/>
                    </a:cubicBezTo>
                    <a:cubicBezTo>
                      <a:pt x="876" y="784"/>
                      <a:pt x="915" y="684"/>
                      <a:pt x="922" y="579"/>
                    </a:cubicBezTo>
                    <a:cubicBezTo>
                      <a:pt x="933" y="469"/>
                      <a:pt x="912" y="359"/>
                      <a:pt x="862" y="260"/>
                    </a:cubicBezTo>
                    <a:cubicBezTo>
                      <a:pt x="813" y="165"/>
                      <a:pt x="734" y="87"/>
                      <a:pt x="637" y="43"/>
                    </a:cubicBezTo>
                    <a:cubicBezTo>
                      <a:pt x="581" y="15"/>
                      <a:pt x="519" y="1"/>
                      <a:pt x="4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8"/>
              <p:cNvSpPr/>
              <p:nvPr/>
            </p:nvSpPr>
            <p:spPr>
              <a:xfrm>
                <a:off x="8100346" y="2439987"/>
                <a:ext cx="311705" cy="384361"/>
              </a:xfrm>
              <a:custGeom>
                <a:avLst/>
                <a:gdLst/>
                <a:ahLst/>
                <a:cxnLst/>
                <a:rect l="l" t="t" r="r" b="b"/>
                <a:pathLst>
                  <a:path w="2651" h="3269" extrusionOk="0">
                    <a:moveTo>
                      <a:pt x="1517" y="189"/>
                    </a:moveTo>
                    <a:cubicBezTo>
                      <a:pt x="2039" y="189"/>
                      <a:pt x="2464" y="596"/>
                      <a:pt x="2464" y="1097"/>
                    </a:cubicBezTo>
                    <a:cubicBezTo>
                      <a:pt x="2464" y="1598"/>
                      <a:pt x="2039" y="2005"/>
                      <a:pt x="1517" y="2005"/>
                    </a:cubicBezTo>
                    <a:cubicBezTo>
                      <a:pt x="995" y="2005"/>
                      <a:pt x="571" y="1598"/>
                      <a:pt x="571" y="1097"/>
                    </a:cubicBezTo>
                    <a:cubicBezTo>
                      <a:pt x="571" y="596"/>
                      <a:pt x="996" y="189"/>
                      <a:pt x="1517" y="189"/>
                    </a:cubicBezTo>
                    <a:close/>
                    <a:moveTo>
                      <a:pt x="1517" y="1"/>
                    </a:moveTo>
                    <a:cubicBezTo>
                      <a:pt x="892" y="1"/>
                      <a:pt x="384" y="493"/>
                      <a:pt x="384" y="1097"/>
                    </a:cubicBezTo>
                    <a:cubicBezTo>
                      <a:pt x="387" y="1452"/>
                      <a:pt x="561" y="1784"/>
                      <a:pt x="855" y="1986"/>
                    </a:cubicBezTo>
                    <a:lnTo>
                      <a:pt x="467" y="2549"/>
                    </a:lnTo>
                    <a:lnTo>
                      <a:pt x="190" y="2363"/>
                    </a:lnTo>
                    <a:cubicBezTo>
                      <a:pt x="171" y="2350"/>
                      <a:pt x="153" y="2345"/>
                      <a:pt x="136" y="2345"/>
                    </a:cubicBezTo>
                    <a:cubicBezTo>
                      <a:pt x="56" y="2345"/>
                      <a:pt x="1" y="2460"/>
                      <a:pt x="85" y="2518"/>
                    </a:cubicBezTo>
                    <a:lnTo>
                      <a:pt x="361" y="2703"/>
                    </a:lnTo>
                    <a:lnTo>
                      <a:pt x="75" y="3120"/>
                    </a:lnTo>
                    <a:cubicBezTo>
                      <a:pt x="24" y="3194"/>
                      <a:pt x="88" y="3268"/>
                      <a:pt x="154" y="3268"/>
                    </a:cubicBezTo>
                    <a:cubicBezTo>
                      <a:pt x="181" y="3268"/>
                      <a:pt x="208" y="3256"/>
                      <a:pt x="228" y="3226"/>
                    </a:cubicBezTo>
                    <a:lnTo>
                      <a:pt x="516" y="2807"/>
                    </a:lnTo>
                    <a:lnTo>
                      <a:pt x="880" y="3052"/>
                    </a:lnTo>
                    <a:cubicBezTo>
                      <a:pt x="898" y="3064"/>
                      <a:pt x="917" y="3069"/>
                      <a:pt x="934" y="3069"/>
                    </a:cubicBezTo>
                    <a:cubicBezTo>
                      <a:pt x="1014" y="3069"/>
                      <a:pt x="1069" y="2954"/>
                      <a:pt x="985" y="2897"/>
                    </a:cubicBezTo>
                    <a:lnTo>
                      <a:pt x="622" y="2654"/>
                    </a:lnTo>
                    <a:lnTo>
                      <a:pt x="1017" y="2079"/>
                    </a:lnTo>
                    <a:cubicBezTo>
                      <a:pt x="1172" y="2154"/>
                      <a:pt x="1344" y="2193"/>
                      <a:pt x="1517" y="2193"/>
                    </a:cubicBezTo>
                    <a:cubicBezTo>
                      <a:pt x="2142" y="2193"/>
                      <a:pt x="2650" y="1701"/>
                      <a:pt x="2650" y="1097"/>
                    </a:cubicBezTo>
                    <a:cubicBezTo>
                      <a:pt x="2650" y="493"/>
                      <a:pt x="2142" y="1"/>
                      <a:pt x="1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8"/>
              <p:cNvSpPr/>
              <p:nvPr/>
            </p:nvSpPr>
            <p:spPr>
              <a:xfrm>
                <a:off x="6160323" y="1145165"/>
                <a:ext cx="17872" cy="15638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33" extrusionOk="0">
                    <a:moveTo>
                      <a:pt x="58" y="0"/>
                    </a:moveTo>
                    <a:cubicBezTo>
                      <a:pt x="45" y="0"/>
                      <a:pt x="32" y="5"/>
                      <a:pt x="23" y="14"/>
                    </a:cubicBezTo>
                    <a:cubicBezTo>
                      <a:pt x="1" y="36"/>
                      <a:pt x="7" y="78"/>
                      <a:pt x="37" y="106"/>
                    </a:cubicBezTo>
                    <a:cubicBezTo>
                      <a:pt x="54" y="124"/>
                      <a:pt x="75" y="132"/>
                      <a:pt x="94" y="132"/>
                    </a:cubicBezTo>
                    <a:cubicBezTo>
                      <a:pt x="108" y="132"/>
                      <a:pt x="120" y="128"/>
                      <a:pt x="129" y="118"/>
                    </a:cubicBezTo>
                    <a:cubicBezTo>
                      <a:pt x="151" y="97"/>
                      <a:pt x="145" y="56"/>
                      <a:pt x="116" y="26"/>
                    </a:cubicBezTo>
                    <a:cubicBezTo>
                      <a:pt x="99" y="9"/>
                      <a:pt x="78" y="0"/>
                      <a:pt x="58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8"/>
              <p:cNvSpPr/>
              <p:nvPr/>
            </p:nvSpPr>
            <p:spPr>
              <a:xfrm>
                <a:off x="6198068" y="1148810"/>
                <a:ext cx="9877" cy="9994"/>
              </a:xfrm>
              <a:custGeom>
                <a:avLst/>
                <a:gdLst/>
                <a:ahLst/>
                <a:cxnLst/>
                <a:rect l="l" t="t" r="r" b="b"/>
                <a:pathLst>
                  <a:path w="84" h="85" extrusionOk="0">
                    <a:moveTo>
                      <a:pt x="42" y="1"/>
                    </a:moveTo>
                    <a:cubicBezTo>
                      <a:pt x="18" y="1"/>
                      <a:pt x="0" y="20"/>
                      <a:pt x="0" y="42"/>
                    </a:cubicBezTo>
                    <a:cubicBezTo>
                      <a:pt x="0" y="66"/>
                      <a:pt x="18" y="84"/>
                      <a:pt x="42" y="84"/>
                    </a:cubicBezTo>
                    <a:cubicBezTo>
                      <a:pt x="66" y="84"/>
                      <a:pt x="84" y="66"/>
                      <a:pt x="84" y="42"/>
                    </a:cubicBezTo>
                    <a:cubicBezTo>
                      <a:pt x="84" y="20"/>
                      <a:pt x="66" y="1"/>
                      <a:pt x="42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38"/>
              <p:cNvSpPr/>
              <p:nvPr/>
            </p:nvSpPr>
            <p:spPr>
              <a:xfrm>
                <a:off x="6192071" y="1133407"/>
                <a:ext cx="29395" cy="1540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1" extrusionOk="0">
                    <a:moveTo>
                      <a:pt x="89" y="1"/>
                    </a:moveTo>
                    <a:cubicBezTo>
                      <a:pt x="62" y="1"/>
                      <a:pt x="33" y="8"/>
                      <a:pt x="1" y="27"/>
                    </a:cubicBezTo>
                    <a:cubicBezTo>
                      <a:pt x="1" y="27"/>
                      <a:pt x="2" y="27"/>
                      <a:pt x="5" y="27"/>
                    </a:cubicBezTo>
                    <a:cubicBezTo>
                      <a:pt x="29" y="27"/>
                      <a:pt x="154" y="32"/>
                      <a:pt x="230" y="130"/>
                    </a:cubicBezTo>
                    <a:lnTo>
                      <a:pt x="250" y="97"/>
                    </a:lnTo>
                    <a:cubicBezTo>
                      <a:pt x="250" y="97"/>
                      <a:pt x="187" y="1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38"/>
              <p:cNvSpPr/>
              <p:nvPr/>
            </p:nvSpPr>
            <p:spPr>
              <a:xfrm>
                <a:off x="6190190" y="1145047"/>
                <a:ext cx="24692" cy="11523"/>
              </a:xfrm>
              <a:custGeom>
                <a:avLst/>
                <a:gdLst/>
                <a:ahLst/>
                <a:cxnLst/>
                <a:rect l="l" t="t" r="r" b="b"/>
                <a:pathLst>
                  <a:path w="210" h="98" extrusionOk="0">
                    <a:moveTo>
                      <a:pt x="39" y="1"/>
                    </a:moveTo>
                    <a:cubicBezTo>
                      <a:pt x="23" y="1"/>
                      <a:pt x="12" y="3"/>
                      <a:pt x="11" y="3"/>
                    </a:cubicBezTo>
                    <a:cubicBezTo>
                      <a:pt x="2" y="4"/>
                      <a:pt x="0" y="16"/>
                      <a:pt x="8" y="21"/>
                    </a:cubicBezTo>
                    <a:lnTo>
                      <a:pt x="14" y="21"/>
                    </a:lnTo>
                    <a:cubicBezTo>
                      <a:pt x="14" y="21"/>
                      <a:pt x="23" y="19"/>
                      <a:pt x="37" y="19"/>
                    </a:cubicBezTo>
                    <a:cubicBezTo>
                      <a:pt x="70" y="19"/>
                      <a:pt x="134" y="29"/>
                      <a:pt x="190" y="94"/>
                    </a:cubicBezTo>
                    <a:cubicBezTo>
                      <a:pt x="192" y="96"/>
                      <a:pt x="194" y="97"/>
                      <a:pt x="196" y="97"/>
                    </a:cubicBezTo>
                    <a:cubicBezTo>
                      <a:pt x="203" y="97"/>
                      <a:pt x="210" y="89"/>
                      <a:pt x="203" y="82"/>
                    </a:cubicBezTo>
                    <a:cubicBezTo>
                      <a:pt x="144" y="12"/>
                      <a:pt x="77" y="1"/>
                      <a:pt x="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38"/>
              <p:cNvSpPr/>
              <p:nvPr/>
            </p:nvSpPr>
            <p:spPr>
              <a:xfrm>
                <a:off x="6234872" y="1179734"/>
                <a:ext cx="6467" cy="7407"/>
              </a:xfrm>
              <a:custGeom>
                <a:avLst/>
                <a:gdLst/>
                <a:ahLst/>
                <a:cxnLst/>
                <a:rect l="l" t="t" r="r" b="b"/>
                <a:pathLst>
                  <a:path w="55" h="63" extrusionOk="0">
                    <a:moveTo>
                      <a:pt x="27" y="0"/>
                    </a:moveTo>
                    <a:cubicBezTo>
                      <a:pt x="13" y="0"/>
                      <a:pt x="1" y="15"/>
                      <a:pt x="1" y="31"/>
                    </a:cubicBezTo>
                    <a:cubicBezTo>
                      <a:pt x="1" y="48"/>
                      <a:pt x="13" y="63"/>
                      <a:pt x="27" y="63"/>
                    </a:cubicBezTo>
                    <a:cubicBezTo>
                      <a:pt x="42" y="63"/>
                      <a:pt x="54" y="48"/>
                      <a:pt x="54" y="31"/>
                    </a:cubicBezTo>
                    <a:cubicBezTo>
                      <a:pt x="54" y="15"/>
                      <a:pt x="42" y="0"/>
                      <a:pt x="27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8"/>
              <p:cNvSpPr/>
              <p:nvPr/>
            </p:nvSpPr>
            <p:spPr>
              <a:xfrm>
                <a:off x="6240986" y="1167976"/>
                <a:ext cx="11758" cy="13992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19" extrusionOk="0">
                    <a:moveTo>
                      <a:pt x="19" y="0"/>
                    </a:moveTo>
                    <a:lnTo>
                      <a:pt x="1" y="18"/>
                    </a:lnTo>
                    <a:cubicBezTo>
                      <a:pt x="56" y="41"/>
                      <a:pt x="53" y="118"/>
                      <a:pt x="53" y="118"/>
                    </a:cubicBezTo>
                    <a:cubicBezTo>
                      <a:pt x="99" y="24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8"/>
              <p:cNvSpPr/>
              <p:nvPr/>
            </p:nvSpPr>
            <p:spPr>
              <a:xfrm>
                <a:off x="6234872" y="1175384"/>
                <a:ext cx="8583" cy="13874"/>
              </a:xfrm>
              <a:custGeom>
                <a:avLst/>
                <a:gdLst/>
                <a:ahLst/>
                <a:cxnLst/>
                <a:rect l="l" t="t" r="r" b="b"/>
                <a:pathLst>
                  <a:path w="73" h="118" extrusionOk="0">
                    <a:moveTo>
                      <a:pt x="8" y="1"/>
                    </a:moveTo>
                    <a:cubicBezTo>
                      <a:pt x="5" y="1"/>
                      <a:pt x="3" y="2"/>
                      <a:pt x="2" y="4"/>
                    </a:cubicBezTo>
                    <a:cubicBezTo>
                      <a:pt x="1" y="7"/>
                      <a:pt x="1" y="10"/>
                      <a:pt x="4" y="12"/>
                    </a:cubicBezTo>
                    <a:cubicBezTo>
                      <a:pt x="39" y="33"/>
                      <a:pt x="60" y="70"/>
                      <a:pt x="59" y="112"/>
                    </a:cubicBezTo>
                    <a:cubicBezTo>
                      <a:pt x="57" y="113"/>
                      <a:pt x="57" y="113"/>
                      <a:pt x="59" y="115"/>
                    </a:cubicBezTo>
                    <a:cubicBezTo>
                      <a:pt x="59" y="116"/>
                      <a:pt x="60" y="118"/>
                      <a:pt x="63" y="118"/>
                    </a:cubicBezTo>
                    <a:cubicBezTo>
                      <a:pt x="66" y="116"/>
                      <a:pt x="69" y="115"/>
                      <a:pt x="69" y="110"/>
                    </a:cubicBezTo>
                    <a:cubicBezTo>
                      <a:pt x="72" y="65"/>
                      <a:pt x="50" y="22"/>
                      <a:pt x="11" y="1"/>
                    </a:cubicBezTo>
                    <a:cubicBezTo>
                      <a:pt x="10" y="1"/>
                      <a:pt x="9" y="1"/>
                      <a:pt x="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1" name="Google Shape;1381;p38"/>
            <p:cNvGrpSpPr/>
            <p:nvPr/>
          </p:nvGrpSpPr>
          <p:grpSpPr>
            <a:xfrm>
              <a:off x="5502091" y="3882413"/>
              <a:ext cx="498110" cy="658627"/>
              <a:chOff x="5502091" y="3882413"/>
              <a:chExt cx="498110" cy="658627"/>
            </a:xfrm>
          </p:grpSpPr>
          <p:sp>
            <p:nvSpPr>
              <p:cNvPr id="1382" name="Google Shape;1382;p38"/>
              <p:cNvSpPr/>
              <p:nvPr/>
            </p:nvSpPr>
            <p:spPr>
              <a:xfrm rot="520759">
                <a:off x="5614580" y="3986755"/>
                <a:ext cx="64776" cy="200247"/>
              </a:xfrm>
              <a:custGeom>
                <a:avLst/>
                <a:gdLst/>
                <a:ahLst/>
                <a:cxnLst/>
                <a:rect l="l" t="t" r="r" b="b"/>
                <a:pathLst>
                  <a:path w="723" h="2235" extrusionOk="0">
                    <a:moveTo>
                      <a:pt x="121" y="1"/>
                    </a:moveTo>
                    <a:cubicBezTo>
                      <a:pt x="100" y="208"/>
                      <a:pt x="80" y="414"/>
                      <a:pt x="59" y="620"/>
                    </a:cubicBezTo>
                    <a:cubicBezTo>
                      <a:pt x="29" y="915"/>
                      <a:pt x="0" y="1215"/>
                      <a:pt x="54" y="1507"/>
                    </a:cubicBezTo>
                    <a:cubicBezTo>
                      <a:pt x="109" y="1798"/>
                      <a:pt x="261" y="2084"/>
                      <a:pt x="516" y="2235"/>
                    </a:cubicBezTo>
                    <a:cubicBezTo>
                      <a:pt x="572" y="2156"/>
                      <a:pt x="682" y="1886"/>
                      <a:pt x="689" y="1790"/>
                    </a:cubicBezTo>
                    <a:cubicBezTo>
                      <a:pt x="722" y="1386"/>
                      <a:pt x="636" y="1067"/>
                      <a:pt x="493" y="688"/>
                    </a:cubicBezTo>
                    <a:cubicBezTo>
                      <a:pt x="400" y="448"/>
                      <a:pt x="252" y="222"/>
                      <a:pt x="12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8"/>
              <p:cNvSpPr/>
              <p:nvPr/>
            </p:nvSpPr>
            <p:spPr>
              <a:xfrm rot="520759">
                <a:off x="5510964" y="4149272"/>
                <a:ext cx="157595" cy="129556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446" extrusionOk="0">
                    <a:moveTo>
                      <a:pt x="1" y="1"/>
                    </a:moveTo>
                    <a:lnTo>
                      <a:pt x="358" y="509"/>
                    </a:lnTo>
                    <a:cubicBezTo>
                      <a:pt x="528" y="751"/>
                      <a:pt x="701" y="998"/>
                      <a:pt x="934" y="1183"/>
                    </a:cubicBezTo>
                    <a:cubicBezTo>
                      <a:pt x="1127" y="1337"/>
                      <a:pt x="1371" y="1445"/>
                      <a:pt x="1615" y="1445"/>
                    </a:cubicBezTo>
                    <a:cubicBezTo>
                      <a:pt x="1663" y="1445"/>
                      <a:pt x="1711" y="1441"/>
                      <a:pt x="1759" y="1432"/>
                    </a:cubicBezTo>
                    <a:cubicBezTo>
                      <a:pt x="1699" y="875"/>
                      <a:pt x="1183" y="523"/>
                      <a:pt x="731" y="278"/>
                    </a:cubicBezTo>
                    <a:cubicBezTo>
                      <a:pt x="505" y="156"/>
                      <a:pt x="244" y="80"/>
                      <a:pt x="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8"/>
              <p:cNvSpPr/>
              <p:nvPr/>
            </p:nvSpPr>
            <p:spPr>
              <a:xfrm rot="520759">
                <a:off x="5537161" y="4303312"/>
                <a:ext cx="183398" cy="94076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1050" extrusionOk="0">
                    <a:moveTo>
                      <a:pt x="1" y="1"/>
                    </a:moveTo>
                    <a:lnTo>
                      <a:pt x="468" y="411"/>
                    </a:lnTo>
                    <a:cubicBezTo>
                      <a:pt x="690" y="606"/>
                      <a:pt x="917" y="804"/>
                      <a:pt x="1185" y="930"/>
                    </a:cubicBezTo>
                    <a:cubicBezTo>
                      <a:pt x="1345" y="1004"/>
                      <a:pt x="1523" y="1050"/>
                      <a:pt x="1697" y="1050"/>
                    </a:cubicBezTo>
                    <a:cubicBezTo>
                      <a:pt x="1817" y="1050"/>
                      <a:pt x="1936" y="1028"/>
                      <a:pt x="2047" y="979"/>
                    </a:cubicBezTo>
                    <a:cubicBezTo>
                      <a:pt x="1857" y="451"/>
                      <a:pt x="1273" y="230"/>
                      <a:pt x="776" y="99"/>
                    </a:cubicBezTo>
                    <a:cubicBezTo>
                      <a:pt x="527" y="33"/>
                      <a:pt x="256" y="21"/>
                      <a:pt x="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8"/>
              <p:cNvSpPr/>
              <p:nvPr/>
            </p:nvSpPr>
            <p:spPr>
              <a:xfrm rot="520759">
                <a:off x="5627077" y="4448150"/>
                <a:ext cx="199346" cy="65495"/>
              </a:xfrm>
              <a:custGeom>
                <a:avLst/>
                <a:gdLst/>
                <a:ahLst/>
                <a:cxnLst/>
                <a:rect l="l" t="t" r="r" b="b"/>
                <a:pathLst>
                  <a:path w="2225" h="731" extrusionOk="0">
                    <a:moveTo>
                      <a:pt x="766" y="0"/>
                    </a:moveTo>
                    <a:cubicBezTo>
                      <a:pt x="512" y="0"/>
                      <a:pt x="251" y="53"/>
                      <a:pt x="1" y="94"/>
                    </a:cubicBezTo>
                    <a:lnTo>
                      <a:pt x="554" y="379"/>
                    </a:lnTo>
                    <a:cubicBezTo>
                      <a:pt x="818" y="515"/>
                      <a:pt x="1086" y="652"/>
                      <a:pt x="1377" y="707"/>
                    </a:cubicBezTo>
                    <a:cubicBezTo>
                      <a:pt x="1458" y="722"/>
                      <a:pt x="1542" y="731"/>
                      <a:pt x="1625" y="731"/>
                    </a:cubicBezTo>
                    <a:cubicBezTo>
                      <a:pt x="1841" y="731"/>
                      <a:pt x="2055" y="675"/>
                      <a:pt x="2224" y="543"/>
                    </a:cubicBezTo>
                    <a:cubicBezTo>
                      <a:pt x="1911" y="78"/>
                      <a:pt x="1292" y="6"/>
                      <a:pt x="776" y="0"/>
                    </a:cubicBezTo>
                    <a:cubicBezTo>
                      <a:pt x="773" y="0"/>
                      <a:pt x="769" y="0"/>
                      <a:pt x="766" y="0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8"/>
              <p:cNvSpPr/>
              <p:nvPr/>
            </p:nvSpPr>
            <p:spPr>
              <a:xfrm rot="520759">
                <a:off x="5670724" y="4082479"/>
                <a:ext cx="74990" cy="200157"/>
              </a:xfrm>
              <a:custGeom>
                <a:avLst/>
                <a:gdLst/>
                <a:ahLst/>
                <a:cxnLst/>
                <a:rect l="l" t="t" r="r" b="b"/>
                <a:pathLst>
                  <a:path w="837" h="2234" extrusionOk="0">
                    <a:moveTo>
                      <a:pt x="721" y="1"/>
                    </a:moveTo>
                    <a:cubicBezTo>
                      <a:pt x="588" y="220"/>
                      <a:pt x="439" y="447"/>
                      <a:pt x="348" y="687"/>
                    </a:cubicBezTo>
                    <a:cubicBezTo>
                      <a:pt x="163" y="1167"/>
                      <a:pt x="0" y="1769"/>
                      <a:pt x="316" y="2233"/>
                    </a:cubicBezTo>
                    <a:cubicBezTo>
                      <a:pt x="573" y="2084"/>
                      <a:pt x="727" y="1798"/>
                      <a:pt x="782" y="1505"/>
                    </a:cubicBezTo>
                    <a:cubicBezTo>
                      <a:pt x="837" y="1215"/>
                      <a:pt x="809" y="915"/>
                      <a:pt x="780" y="620"/>
                    </a:cubicBezTo>
                    <a:cubicBezTo>
                      <a:pt x="761" y="414"/>
                      <a:pt x="741" y="207"/>
                      <a:pt x="72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8"/>
              <p:cNvSpPr/>
              <p:nvPr/>
            </p:nvSpPr>
            <p:spPr>
              <a:xfrm rot="520759">
                <a:off x="5728907" y="4197307"/>
                <a:ext cx="64059" cy="202397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259" extrusionOk="0">
                    <a:moveTo>
                      <a:pt x="223" y="1"/>
                    </a:moveTo>
                    <a:cubicBezTo>
                      <a:pt x="154" y="248"/>
                      <a:pt x="72" y="506"/>
                      <a:pt x="48" y="763"/>
                    </a:cubicBezTo>
                    <a:cubicBezTo>
                      <a:pt x="0" y="1276"/>
                      <a:pt x="8" y="1899"/>
                      <a:pt x="439" y="2259"/>
                    </a:cubicBezTo>
                    <a:cubicBezTo>
                      <a:pt x="645" y="2045"/>
                      <a:pt x="715" y="1729"/>
                      <a:pt x="689" y="1434"/>
                    </a:cubicBezTo>
                    <a:cubicBezTo>
                      <a:pt x="664" y="1137"/>
                      <a:pt x="555" y="857"/>
                      <a:pt x="448" y="581"/>
                    </a:cubicBezTo>
                    <a:lnTo>
                      <a:pt x="223" y="1"/>
                    </a:ln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8"/>
              <p:cNvSpPr/>
              <p:nvPr/>
            </p:nvSpPr>
            <p:spPr>
              <a:xfrm rot="520759">
                <a:off x="5793533" y="4302352"/>
                <a:ext cx="105183" cy="179371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200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2" y="256"/>
                      <a:pt x="55" y="526"/>
                      <a:pt x="132" y="770"/>
                    </a:cubicBezTo>
                    <a:cubicBezTo>
                      <a:pt x="284" y="1262"/>
                      <a:pt x="530" y="1835"/>
                      <a:pt x="1065" y="2002"/>
                    </a:cubicBezTo>
                    <a:cubicBezTo>
                      <a:pt x="1174" y="1728"/>
                      <a:pt x="1117" y="1409"/>
                      <a:pt x="980" y="1145"/>
                    </a:cubicBezTo>
                    <a:cubicBezTo>
                      <a:pt x="844" y="882"/>
                      <a:pt x="636" y="664"/>
                      <a:pt x="431" y="45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8"/>
              <p:cNvSpPr/>
              <p:nvPr/>
            </p:nvSpPr>
            <p:spPr>
              <a:xfrm rot="520759">
                <a:off x="5605319" y="4073538"/>
                <a:ext cx="363570" cy="442604"/>
              </a:xfrm>
              <a:custGeom>
                <a:avLst/>
                <a:gdLst/>
                <a:ahLst/>
                <a:cxnLst/>
                <a:rect l="l" t="t" r="r" b="b"/>
                <a:pathLst>
                  <a:path w="4058" h="4940" extrusionOk="0">
                    <a:moveTo>
                      <a:pt x="42" y="1"/>
                    </a:moveTo>
                    <a:cubicBezTo>
                      <a:pt x="22" y="1"/>
                      <a:pt x="0" y="15"/>
                      <a:pt x="1" y="42"/>
                    </a:cubicBezTo>
                    <a:cubicBezTo>
                      <a:pt x="26" y="598"/>
                      <a:pt x="170" y="1250"/>
                      <a:pt x="404" y="1878"/>
                    </a:cubicBezTo>
                    <a:cubicBezTo>
                      <a:pt x="639" y="2514"/>
                      <a:pt x="944" y="3056"/>
                      <a:pt x="1261" y="3403"/>
                    </a:cubicBezTo>
                    <a:cubicBezTo>
                      <a:pt x="1907" y="4111"/>
                      <a:pt x="3004" y="4729"/>
                      <a:pt x="3993" y="4938"/>
                    </a:cubicBezTo>
                    <a:cubicBezTo>
                      <a:pt x="3995" y="4939"/>
                      <a:pt x="3997" y="4939"/>
                      <a:pt x="4000" y="4939"/>
                    </a:cubicBezTo>
                    <a:lnTo>
                      <a:pt x="4002" y="4939"/>
                    </a:lnTo>
                    <a:cubicBezTo>
                      <a:pt x="4050" y="4939"/>
                      <a:pt x="4057" y="4869"/>
                      <a:pt x="4009" y="4859"/>
                    </a:cubicBezTo>
                    <a:cubicBezTo>
                      <a:pt x="3037" y="4654"/>
                      <a:pt x="1956" y="4046"/>
                      <a:pt x="1321" y="3349"/>
                    </a:cubicBezTo>
                    <a:cubicBezTo>
                      <a:pt x="689" y="2656"/>
                      <a:pt x="134" y="1171"/>
                      <a:pt x="82" y="39"/>
                    </a:cubicBezTo>
                    <a:cubicBezTo>
                      <a:pt x="81" y="13"/>
                      <a:pt x="62" y="1"/>
                      <a:pt x="42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8"/>
              <p:cNvSpPr/>
              <p:nvPr/>
            </p:nvSpPr>
            <p:spPr>
              <a:xfrm rot="520759">
                <a:off x="5566413" y="4143397"/>
                <a:ext cx="147650" cy="163333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823" extrusionOk="0">
                    <a:moveTo>
                      <a:pt x="1602" y="0"/>
                    </a:moveTo>
                    <a:cubicBezTo>
                      <a:pt x="1584" y="0"/>
                      <a:pt x="1566" y="11"/>
                      <a:pt x="1563" y="35"/>
                    </a:cubicBezTo>
                    <a:cubicBezTo>
                      <a:pt x="1478" y="584"/>
                      <a:pt x="1454" y="1103"/>
                      <a:pt x="1429" y="1653"/>
                    </a:cubicBezTo>
                    <a:lnTo>
                      <a:pt x="1426" y="1717"/>
                    </a:lnTo>
                    <a:cubicBezTo>
                      <a:pt x="908" y="1435"/>
                      <a:pt x="454" y="1052"/>
                      <a:pt x="88" y="591"/>
                    </a:cubicBezTo>
                    <a:cubicBezTo>
                      <a:pt x="79" y="580"/>
                      <a:pt x="68" y="575"/>
                      <a:pt x="58" y="575"/>
                    </a:cubicBezTo>
                    <a:cubicBezTo>
                      <a:pt x="28" y="575"/>
                      <a:pt x="0" y="610"/>
                      <a:pt x="24" y="642"/>
                    </a:cubicBezTo>
                    <a:cubicBezTo>
                      <a:pt x="410" y="1128"/>
                      <a:pt x="893" y="1529"/>
                      <a:pt x="1444" y="1818"/>
                    </a:cubicBezTo>
                    <a:cubicBezTo>
                      <a:pt x="1450" y="1821"/>
                      <a:pt x="1456" y="1823"/>
                      <a:pt x="1462" y="1823"/>
                    </a:cubicBezTo>
                    <a:cubicBezTo>
                      <a:pt x="1469" y="1823"/>
                      <a:pt x="1477" y="1821"/>
                      <a:pt x="1483" y="1818"/>
                    </a:cubicBezTo>
                    <a:cubicBezTo>
                      <a:pt x="1494" y="1811"/>
                      <a:pt x="1502" y="1799"/>
                      <a:pt x="1502" y="1784"/>
                    </a:cubicBezTo>
                    <a:lnTo>
                      <a:pt x="1508" y="1656"/>
                    </a:lnTo>
                    <a:cubicBezTo>
                      <a:pt x="1533" y="1110"/>
                      <a:pt x="1559" y="591"/>
                      <a:pt x="1642" y="47"/>
                    </a:cubicBezTo>
                    <a:cubicBezTo>
                      <a:pt x="1647" y="17"/>
                      <a:pt x="1624" y="0"/>
                      <a:pt x="1602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8"/>
              <p:cNvSpPr/>
              <p:nvPr/>
            </p:nvSpPr>
            <p:spPr>
              <a:xfrm rot="520759">
                <a:off x="5596062" y="4274513"/>
                <a:ext cx="173991" cy="140397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567" extrusionOk="0">
                    <a:moveTo>
                      <a:pt x="1654" y="1"/>
                    </a:moveTo>
                    <a:cubicBezTo>
                      <a:pt x="1652" y="1"/>
                      <a:pt x="1651" y="1"/>
                      <a:pt x="1649" y="1"/>
                    </a:cubicBezTo>
                    <a:cubicBezTo>
                      <a:pt x="1627" y="1"/>
                      <a:pt x="1610" y="20"/>
                      <a:pt x="1612" y="43"/>
                    </a:cubicBezTo>
                    <a:lnTo>
                      <a:pt x="1613" y="74"/>
                    </a:lnTo>
                    <a:cubicBezTo>
                      <a:pt x="1647" y="542"/>
                      <a:pt x="1683" y="1027"/>
                      <a:pt x="1834" y="1477"/>
                    </a:cubicBezTo>
                    <a:cubicBezTo>
                      <a:pt x="1194" y="1385"/>
                      <a:pt x="590" y="1125"/>
                      <a:pt x="85" y="724"/>
                    </a:cubicBezTo>
                    <a:cubicBezTo>
                      <a:pt x="76" y="717"/>
                      <a:pt x="67" y="714"/>
                      <a:pt x="59" y="714"/>
                    </a:cubicBezTo>
                    <a:cubicBezTo>
                      <a:pt x="26" y="714"/>
                      <a:pt x="1" y="760"/>
                      <a:pt x="34" y="787"/>
                    </a:cubicBezTo>
                    <a:cubicBezTo>
                      <a:pt x="569" y="1212"/>
                      <a:pt x="1211" y="1480"/>
                      <a:pt x="1889" y="1565"/>
                    </a:cubicBezTo>
                    <a:lnTo>
                      <a:pt x="1893" y="1565"/>
                    </a:lnTo>
                    <a:lnTo>
                      <a:pt x="1895" y="1567"/>
                    </a:lnTo>
                    <a:cubicBezTo>
                      <a:pt x="1922" y="1565"/>
                      <a:pt x="1941" y="1538"/>
                      <a:pt x="1932" y="1512"/>
                    </a:cubicBezTo>
                    <a:cubicBezTo>
                      <a:pt x="1765" y="1055"/>
                      <a:pt x="1729" y="553"/>
                      <a:pt x="1694" y="68"/>
                    </a:cubicBezTo>
                    <a:lnTo>
                      <a:pt x="1691" y="38"/>
                    </a:lnTo>
                    <a:cubicBezTo>
                      <a:pt x="1691" y="18"/>
                      <a:pt x="1674" y="1"/>
                      <a:pt x="1654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8"/>
              <p:cNvSpPr/>
              <p:nvPr/>
            </p:nvSpPr>
            <p:spPr>
              <a:xfrm rot="520759">
                <a:off x="5812638" y="4361315"/>
                <a:ext cx="73825" cy="144787"/>
              </a:xfrm>
              <a:custGeom>
                <a:avLst/>
                <a:gdLst/>
                <a:ahLst/>
                <a:cxnLst/>
                <a:rect l="l" t="t" r="r" b="b"/>
                <a:pathLst>
                  <a:path w="824" h="1616" extrusionOk="0">
                    <a:moveTo>
                      <a:pt x="56" y="0"/>
                    </a:moveTo>
                    <a:cubicBezTo>
                      <a:pt x="28" y="0"/>
                      <a:pt x="0" y="32"/>
                      <a:pt x="21" y="62"/>
                    </a:cubicBezTo>
                    <a:cubicBezTo>
                      <a:pt x="318" y="510"/>
                      <a:pt x="657" y="1015"/>
                      <a:pt x="740" y="1582"/>
                    </a:cubicBezTo>
                    <a:cubicBezTo>
                      <a:pt x="743" y="1601"/>
                      <a:pt x="760" y="1616"/>
                      <a:pt x="780" y="1616"/>
                    </a:cubicBezTo>
                    <a:lnTo>
                      <a:pt x="786" y="1616"/>
                    </a:lnTo>
                    <a:cubicBezTo>
                      <a:pt x="807" y="1613"/>
                      <a:pt x="824" y="1592"/>
                      <a:pt x="819" y="1570"/>
                    </a:cubicBezTo>
                    <a:cubicBezTo>
                      <a:pt x="733" y="985"/>
                      <a:pt x="390" y="472"/>
                      <a:pt x="89" y="19"/>
                    </a:cubicBezTo>
                    <a:cubicBezTo>
                      <a:pt x="80" y="6"/>
                      <a:pt x="68" y="0"/>
                      <a:pt x="56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8"/>
              <p:cNvSpPr/>
              <p:nvPr/>
            </p:nvSpPr>
            <p:spPr>
              <a:xfrm rot="520759">
                <a:off x="5709803" y="4484029"/>
                <a:ext cx="155534" cy="25087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280" extrusionOk="0">
                    <a:moveTo>
                      <a:pt x="54" y="1"/>
                    </a:moveTo>
                    <a:cubicBezTo>
                      <a:pt x="21" y="1"/>
                      <a:pt x="0" y="70"/>
                      <a:pt x="40" y="78"/>
                    </a:cubicBezTo>
                    <a:cubicBezTo>
                      <a:pt x="537" y="260"/>
                      <a:pt x="826" y="278"/>
                      <a:pt x="1008" y="278"/>
                    </a:cubicBezTo>
                    <a:cubicBezTo>
                      <a:pt x="1035" y="278"/>
                      <a:pt x="1058" y="278"/>
                      <a:pt x="1081" y="280"/>
                    </a:cubicBezTo>
                    <a:cubicBezTo>
                      <a:pt x="1272" y="277"/>
                      <a:pt x="1522" y="193"/>
                      <a:pt x="1694" y="117"/>
                    </a:cubicBezTo>
                    <a:cubicBezTo>
                      <a:pt x="1735" y="98"/>
                      <a:pt x="1716" y="40"/>
                      <a:pt x="1679" y="40"/>
                    </a:cubicBezTo>
                    <a:cubicBezTo>
                      <a:pt x="1673" y="40"/>
                      <a:pt x="1667" y="41"/>
                      <a:pt x="1661" y="44"/>
                    </a:cubicBezTo>
                    <a:cubicBezTo>
                      <a:pt x="1497" y="117"/>
                      <a:pt x="1261" y="196"/>
                      <a:pt x="1079" y="199"/>
                    </a:cubicBezTo>
                    <a:cubicBezTo>
                      <a:pt x="1056" y="200"/>
                      <a:pt x="1031" y="200"/>
                      <a:pt x="1005" y="200"/>
                    </a:cubicBezTo>
                    <a:cubicBezTo>
                      <a:pt x="822" y="200"/>
                      <a:pt x="551" y="181"/>
                      <a:pt x="67" y="4"/>
                    </a:cubicBezTo>
                    <a:cubicBezTo>
                      <a:pt x="63" y="2"/>
                      <a:pt x="58" y="1"/>
                      <a:pt x="54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8"/>
              <p:cNvSpPr/>
              <p:nvPr/>
            </p:nvSpPr>
            <p:spPr>
              <a:xfrm rot="520759">
                <a:off x="5736184" y="3886321"/>
                <a:ext cx="65314" cy="178206"/>
              </a:xfrm>
              <a:custGeom>
                <a:avLst/>
                <a:gdLst/>
                <a:ahLst/>
                <a:cxnLst/>
                <a:rect l="l" t="t" r="r" b="b"/>
                <a:pathLst>
                  <a:path w="729" h="1989" extrusionOk="0">
                    <a:moveTo>
                      <a:pt x="596" y="0"/>
                    </a:moveTo>
                    <a:cubicBezTo>
                      <a:pt x="558" y="0"/>
                      <a:pt x="523" y="26"/>
                      <a:pt x="512" y="65"/>
                    </a:cubicBezTo>
                    <a:lnTo>
                      <a:pt x="13" y="1868"/>
                    </a:lnTo>
                    <a:cubicBezTo>
                      <a:pt x="1" y="1914"/>
                      <a:pt x="27" y="1963"/>
                      <a:pt x="74" y="1975"/>
                    </a:cubicBezTo>
                    <a:lnTo>
                      <a:pt x="108" y="1985"/>
                    </a:lnTo>
                    <a:cubicBezTo>
                      <a:pt x="115" y="1987"/>
                      <a:pt x="123" y="1988"/>
                      <a:pt x="130" y="1988"/>
                    </a:cubicBezTo>
                    <a:cubicBezTo>
                      <a:pt x="169" y="1988"/>
                      <a:pt x="204" y="1963"/>
                      <a:pt x="215" y="1924"/>
                    </a:cubicBezTo>
                    <a:lnTo>
                      <a:pt x="715" y="120"/>
                    </a:lnTo>
                    <a:cubicBezTo>
                      <a:pt x="728" y="74"/>
                      <a:pt x="702" y="26"/>
                      <a:pt x="655" y="13"/>
                    </a:cubicBezTo>
                    <a:lnTo>
                      <a:pt x="619" y="4"/>
                    </a:lnTo>
                    <a:cubicBezTo>
                      <a:pt x="612" y="1"/>
                      <a:pt x="604" y="0"/>
                      <a:pt x="5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8"/>
              <p:cNvSpPr/>
              <p:nvPr/>
            </p:nvSpPr>
            <p:spPr>
              <a:xfrm rot="520759">
                <a:off x="5695337" y="3911766"/>
                <a:ext cx="147023" cy="127226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420" extrusionOk="0">
                    <a:moveTo>
                      <a:pt x="1520" y="1"/>
                    </a:moveTo>
                    <a:cubicBezTo>
                      <a:pt x="1500" y="1"/>
                      <a:pt x="1480" y="8"/>
                      <a:pt x="1463" y="22"/>
                    </a:cubicBezTo>
                    <a:lnTo>
                      <a:pt x="41" y="1239"/>
                    </a:lnTo>
                    <a:cubicBezTo>
                      <a:pt x="3" y="1271"/>
                      <a:pt x="0" y="1326"/>
                      <a:pt x="32" y="1361"/>
                    </a:cubicBezTo>
                    <a:lnTo>
                      <a:pt x="54" y="1390"/>
                    </a:lnTo>
                    <a:cubicBezTo>
                      <a:pt x="71" y="1409"/>
                      <a:pt x="96" y="1420"/>
                      <a:pt x="120" y="1420"/>
                    </a:cubicBezTo>
                    <a:cubicBezTo>
                      <a:pt x="140" y="1420"/>
                      <a:pt x="160" y="1413"/>
                      <a:pt x="176" y="1399"/>
                    </a:cubicBezTo>
                    <a:lnTo>
                      <a:pt x="1599" y="182"/>
                    </a:lnTo>
                    <a:cubicBezTo>
                      <a:pt x="1636" y="151"/>
                      <a:pt x="1641" y="95"/>
                      <a:pt x="1609" y="58"/>
                    </a:cubicBezTo>
                    <a:lnTo>
                      <a:pt x="1585" y="31"/>
                    </a:lnTo>
                    <a:cubicBezTo>
                      <a:pt x="1568" y="11"/>
                      <a:pt x="1544" y="1"/>
                      <a:pt x="15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8"/>
              <p:cNvSpPr/>
              <p:nvPr/>
            </p:nvSpPr>
            <p:spPr>
              <a:xfrm rot="520759">
                <a:off x="5678487" y="3944999"/>
                <a:ext cx="180620" cy="60836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679" extrusionOk="0">
                    <a:moveTo>
                      <a:pt x="1910" y="1"/>
                    </a:moveTo>
                    <a:cubicBezTo>
                      <a:pt x="1903" y="1"/>
                      <a:pt x="1896" y="1"/>
                      <a:pt x="1888" y="3"/>
                    </a:cubicBezTo>
                    <a:lnTo>
                      <a:pt x="75" y="472"/>
                    </a:lnTo>
                    <a:cubicBezTo>
                      <a:pt x="29" y="483"/>
                      <a:pt x="0" y="531"/>
                      <a:pt x="12" y="579"/>
                    </a:cubicBezTo>
                    <a:lnTo>
                      <a:pt x="23" y="613"/>
                    </a:lnTo>
                    <a:cubicBezTo>
                      <a:pt x="33" y="652"/>
                      <a:pt x="67" y="679"/>
                      <a:pt x="107" y="679"/>
                    </a:cubicBezTo>
                    <a:cubicBezTo>
                      <a:pt x="114" y="679"/>
                      <a:pt x="121" y="678"/>
                      <a:pt x="129" y="676"/>
                    </a:cubicBezTo>
                    <a:lnTo>
                      <a:pt x="1940" y="206"/>
                    </a:lnTo>
                    <a:cubicBezTo>
                      <a:pt x="1987" y="194"/>
                      <a:pt x="2015" y="146"/>
                      <a:pt x="2003" y="100"/>
                    </a:cubicBezTo>
                    <a:lnTo>
                      <a:pt x="1994" y="66"/>
                    </a:lnTo>
                    <a:cubicBezTo>
                      <a:pt x="1984" y="26"/>
                      <a:pt x="1949" y="1"/>
                      <a:pt x="19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8"/>
              <p:cNvSpPr/>
              <p:nvPr/>
            </p:nvSpPr>
            <p:spPr>
              <a:xfrm rot="520759">
                <a:off x="5678851" y="3943573"/>
                <a:ext cx="179993" cy="63613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710" extrusionOk="0">
                    <a:moveTo>
                      <a:pt x="106" y="1"/>
                    </a:moveTo>
                    <a:cubicBezTo>
                      <a:pt x="67" y="1"/>
                      <a:pt x="33" y="26"/>
                      <a:pt x="23" y="64"/>
                    </a:cubicBezTo>
                    <a:lnTo>
                      <a:pt x="13" y="100"/>
                    </a:lnTo>
                    <a:cubicBezTo>
                      <a:pt x="1" y="146"/>
                      <a:pt x="28" y="194"/>
                      <a:pt x="74" y="207"/>
                    </a:cubicBezTo>
                    <a:lnTo>
                      <a:pt x="1878" y="707"/>
                    </a:lnTo>
                    <a:cubicBezTo>
                      <a:pt x="1886" y="709"/>
                      <a:pt x="1893" y="710"/>
                      <a:pt x="1901" y="710"/>
                    </a:cubicBezTo>
                    <a:cubicBezTo>
                      <a:pt x="1939" y="710"/>
                      <a:pt x="1974" y="684"/>
                      <a:pt x="1986" y="646"/>
                    </a:cubicBezTo>
                    <a:lnTo>
                      <a:pt x="1995" y="611"/>
                    </a:lnTo>
                    <a:cubicBezTo>
                      <a:pt x="2008" y="565"/>
                      <a:pt x="1981" y="517"/>
                      <a:pt x="1934" y="504"/>
                    </a:cubicBezTo>
                    <a:lnTo>
                      <a:pt x="131" y="4"/>
                    </a:lnTo>
                    <a:cubicBezTo>
                      <a:pt x="122" y="2"/>
                      <a:pt x="114" y="1"/>
                      <a:pt x="1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8"/>
              <p:cNvSpPr/>
              <p:nvPr/>
            </p:nvSpPr>
            <p:spPr>
              <a:xfrm rot="520759">
                <a:off x="5700258" y="3906659"/>
                <a:ext cx="137168" cy="13753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535" extrusionOk="0">
                    <a:moveTo>
                      <a:pt x="122" y="0"/>
                    </a:moveTo>
                    <a:cubicBezTo>
                      <a:pt x="100" y="0"/>
                      <a:pt x="77" y="9"/>
                      <a:pt x="60" y="26"/>
                    </a:cubicBezTo>
                    <a:lnTo>
                      <a:pt x="35" y="51"/>
                    </a:lnTo>
                    <a:cubicBezTo>
                      <a:pt x="1" y="84"/>
                      <a:pt x="1" y="139"/>
                      <a:pt x="35" y="173"/>
                    </a:cubicBezTo>
                    <a:lnTo>
                      <a:pt x="1347" y="1509"/>
                    </a:lnTo>
                    <a:cubicBezTo>
                      <a:pt x="1364" y="1526"/>
                      <a:pt x="1387" y="1535"/>
                      <a:pt x="1410" y="1535"/>
                    </a:cubicBezTo>
                    <a:cubicBezTo>
                      <a:pt x="1432" y="1535"/>
                      <a:pt x="1454" y="1526"/>
                      <a:pt x="1471" y="1509"/>
                    </a:cubicBezTo>
                    <a:lnTo>
                      <a:pt x="1496" y="1484"/>
                    </a:lnTo>
                    <a:cubicBezTo>
                      <a:pt x="1530" y="1450"/>
                      <a:pt x="1530" y="1395"/>
                      <a:pt x="1496" y="1362"/>
                    </a:cubicBezTo>
                    <a:lnTo>
                      <a:pt x="184" y="26"/>
                    </a:lnTo>
                    <a:cubicBezTo>
                      <a:pt x="167" y="9"/>
                      <a:pt x="144" y="0"/>
                      <a:pt x="1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8"/>
              <p:cNvSpPr/>
              <p:nvPr/>
            </p:nvSpPr>
            <p:spPr>
              <a:xfrm rot="520759">
                <a:off x="5733766" y="3886935"/>
                <a:ext cx="69973" cy="176952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75" extrusionOk="0">
                    <a:moveTo>
                      <a:pt x="132" y="1"/>
                    </a:moveTo>
                    <a:cubicBezTo>
                      <a:pt x="123" y="1"/>
                      <a:pt x="115" y="2"/>
                      <a:pt x="107" y="4"/>
                    </a:cubicBezTo>
                    <a:lnTo>
                      <a:pt x="72" y="15"/>
                    </a:lnTo>
                    <a:cubicBezTo>
                      <a:pt x="26" y="30"/>
                      <a:pt x="1" y="79"/>
                      <a:pt x="14" y="123"/>
                    </a:cubicBezTo>
                    <a:lnTo>
                      <a:pt x="566" y="1913"/>
                    </a:lnTo>
                    <a:cubicBezTo>
                      <a:pt x="578" y="1951"/>
                      <a:pt x="613" y="1975"/>
                      <a:pt x="650" y="1975"/>
                    </a:cubicBezTo>
                    <a:cubicBezTo>
                      <a:pt x="659" y="1975"/>
                      <a:pt x="667" y="1973"/>
                      <a:pt x="675" y="1971"/>
                    </a:cubicBezTo>
                    <a:lnTo>
                      <a:pt x="711" y="1961"/>
                    </a:lnTo>
                    <a:cubicBezTo>
                      <a:pt x="755" y="1946"/>
                      <a:pt x="781" y="1898"/>
                      <a:pt x="767" y="1852"/>
                    </a:cubicBezTo>
                    <a:lnTo>
                      <a:pt x="216" y="62"/>
                    </a:lnTo>
                    <a:cubicBezTo>
                      <a:pt x="203" y="24"/>
                      <a:pt x="169" y="1"/>
                      <a:pt x="1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8"/>
              <p:cNvSpPr/>
              <p:nvPr/>
            </p:nvSpPr>
            <p:spPr>
              <a:xfrm rot="520759">
                <a:off x="5743714" y="3956745"/>
                <a:ext cx="42109" cy="35480"/>
              </a:xfrm>
              <a:custGeom>
                <a:avLst/>
                <a:gdLst/>
                <a:ahLst/>
                <a:cxnLst/>
                <a:rect l="l" t="t" r="r" b="b"/>
                <a:pathLst>
                  <a:path w="470" h="396" extrusionOk="0">
                    <a:moveTo>
                      <a:pt x="249" y="1"/>
                    </a:moveTo>
                    <a:cubicBezTo>
                      <a:pt x="105" y="1"/>
                      <a:pt x="0" y="160"/>
                      <a:pt x="79" y="296"/>
                    </a:cubicBezTo>
                    <a:cubicBezTo>
                      <a:pt x="117" y="364"/>
                      <a:pt x="183" y="396"/>
                      <a:pt x="249" y="396"/>
                    </a:cubicBezTo>
                    <a:cubicBezTo>
                      <a:pt x="333" y="396"/>
                      <a:pt x="415" y="345"/>
                      <a:pt x="441" y="250"/>
                    </a:cubicBezTo>
                    <a:cubicBezTo>
                      <a:pt x="469" y="146"/>
                      <a:pt x="408" y="37"/>
                      <a:pt x="304" y="8"/>
                    </a:cubicBezTo>
                    <a:cubicBezTo>
                      <a:pt x="285" y="3"/>
                      <a:pt x="267" y="1"/>
                      <a:pt x="249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8"/>
              <p:cNvSpPr/>
              <p:nvPr/>
            </p:nvSpPr>
            <p:spPr>
              <a:xfrm rot="520759">
                <a:off x="5764977" y="4152431"/>
                <a:ext cx="44259" cy="12086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349" extrusionOk="0">
                    <a:moveTo>
                      <a:pt x="405" y="0"/>
                    </a:moveTo>
                    <a:cubicBezTo>
                      <a:pt x="379" y="0"/>
                      <a:pt x="355" y="17"/>
                      <a:pt x="348" y="43"/>
                    </a:cubicBezTo>
                    <a:lnTo>
                      <a:pt x="8" y="1267"/>
                    </a:lnTo>
                    <a:cubicBezTo>
                      <a:pt x="0" y="1298"/>
                      <a:pt x="18" y="1331"/>
                      <a:pt x="50" y="1340"/>
                    </a:cubicBezTo>
                    <a:lnTo>
                      <a:pt x="73" y="1346"/>
                    </a:lnTo>
                    <a:cubicBezTo>
                      <a:pt x="79" y="1348"/>
                      <a:pt x="84" y="1348"/>
                      <a:pt x="90" y="1348"/>
                    </a:cubicBezTo>
                    <a:cubicBezTo>
                      <a:pt x="115" y="1348"/>
                      <a:pt x="139" y="1332"/>
                      <a:pt x="147" y="1306"/>
                    </a:cubicBezTo>
                    <a:lnTo>
                      <a:pt x="485" y="82"/>
                    </a:lnTo>
                    <a:cubicBezTo>
                      <a:pt x="494" y="50"/>
                      <a:pt x="475" y="17"/>
                      <a:pt x="443" y="8"/>
                    </a:cubicBezTo>
                    <a:lnTo>
                      <a:pt x="421" y="3"/>
                    </a:lnTo>
                    <a:cubicBezTo>
                      <a:pt x="415" y="1"/>
                      <a:pt x="410" y="0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8"/>
              <p:cNvSpPr/>
              <p:nvPr/>
            </p:nvSpPr>
            <p:spPr>
              <a:xfrm rot="520759">
                <a:off x="5737211" y="4169627"/>
                <a:ext cx="99718" cy="86371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964" extrusionOk="0">
                    <a:moveTo>
                      <a:pt x="1032" y="0"/>
                    </a:moveTo>
                    <a:cubicBezTo>
                      <a:pt x="1018" y="0"/>
                      <a:pt x="1004" y="5"/>
                      <a:pt x="993" y="15"/>
                    </a:cubicBezTo>
                    <a:lnTo>
                      <a:pt x="27" y="841"/>
                    </a:lnTo>
                    <a:cubicBezTo>
                      <a:pt x="3" y="862"/>
                      <a:pt x="0" y="899"/>
                      <a:pt x="21" y="924"/>
                    </a:cubicBezTo>
                    <a:lnTo>
                      <a:pt x="38" y="942"/>
                    </a:lnTo>
                    <a:cubicBezTo>
                      <a:pt x="49" y="956"/>
                      <a:pt x="66" y="964"/>
                      <a:pt x="83" y="964"/>
                    </a:cubicBezTo>
                    <a:cubicBezTo>
                      <a:pt x="96" y="964"/>
                      <a:pt x="110" y="959"/>
                      <a:pt x="121" y="950"/>
                    </a:cubicBezTo>
                    <a:lnTo>
                      <a:pt x="1086" y="122"/>
                    </a:lnTo>
                    <a:cubicBezTo>
                      <a:pt x="1110" y="101"/>
                      <a:pt x="1113" y="64"/>
                      <a:pt x="1092" y="40"/>
                    </a:cubicBezTo>
                    <a:lnTo>
                      <a:pt x="1075" y="21"/>
                    </a:lnTo>
                    <a:cubicBezTo>
                      <a:pt x="1064" y="7"/>
                      <a:pt x="1048" y="0"/>
                      <a:pt x="10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8"/>
              <p:cNvSpPr/>
              <p:nvPr/>
            </p:nvSpPr>
            <p:spPr>
              <a:xfrm rot="520759">
                <a:off x="5725838" y="4192123"/>
                <a:ext cx="122564" cy="41304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461" extrusionOk="0">
                    <a:moveTo>
                      <a:pt x="1297" y="0"/>
                    </a:moveTo>
                    <a:cubicBezTo>
                      <a:pt x="1292" y="0"/>
                      <a:pt x="1287" y="1"/>
                      <a:pt x="1281" y="2"/>
                    </a:cubicBezTo>
                    <a:lnTo>
                      <a:pt x="51" y="320"/>
                    </a:lnTo>
                    <a:cubicBezTo>
                      <a:pt x="20" y="329"/>
                      <a:pt x="0" y="360"/>
                      <a:pt x="8" y="393"/>
                    </a:cubicBezTo>
                    <a:lnTo>
                      <a:pt x="15" y="417"/>
                    </a:lnTo>
                    <a:cubicBezTo>
                      <a:pt x="22" y="443"/>
                      <a:pt x="46" y="460"/>
                      <a:pt x="73" y="460"/>
                    </a:cubicBezTo>
                    <a:cubicBezTo>
                      <a:pt x="77" y="460"/>
                      <a:pt x="82" y="460"/>
                      <a:pt x="87" y="459"/>
                    </a:cubicBezTo>
                    <a:lnTo>
                      <a:pt x="1317" y="141"/>
                    </a:lnTo>
                    <a:cubicBezTo>
                      <a:pt x="1349" y="132"/>
                      <a:pt x="1368" y="99"/>
                      <a:pt x="1359" y="68"/>
                    </a:cubicBezTo>
                    <a:lnTo>
                      <a:pt x="1353" y="44"/>
                    </a:lnTo>
                    <a:cubicBezTo>
                      <a:pt x="1347" y="18"/>
                      <a:pt x="1323" y="0"/>
                      <a:pt x="1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8"/>
              <p:cNvSpPr/>
              <p:nvPr/>
            </p:nvSpPr>
            <p:spPr>
              <a:xfrm rot="520759">
                <a:off x="5726107" y="4191137"/>
                <a:ext cx="122026" cy="43275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483" extrusionOk="0">
                    <a:moveTo>
                      <a:pt x="71" y="1"/>
                    </a:moveTo>
                    <a:cubicBezTo>
                      <a:pt x="46" y="1"/>
                      <a:pt x="23" y="19"/>
                      <a:pt x="15" y="45"/>
                    </a:cubicBezTo>
                    <a:lnTo>
                      <a:pt x="8" y="69"/>
                    </a:lnTo>
                    <a:cubicBezTo>
                      <a:pt x="0" y="100"/>
                      <a:pt x="18" y="131"/>
                      <a:pt x="50" y="140"/>
                    </a:cubicBezTo>
                    <a:lnTo>
                      <a:pt x="1274" y="480"/>
                    </a:lnTo>
                    <a:cubicBezTo>
                      <a:pt x="1279" y="482"/>
                      <a:pt x="1284" y="482"/>
                      <a:pt x="1290" y="482"/>
                    </a:cubicBezTo>
                    <a:cubicBezTo>
                      <a:pt x="1315" y="482"/>
                      <a:pt x="1340" y="464"/>
                      <a:pt x="1347" y="438"/>
                    </a:cubicBezTo>
                    <a:lnTo>
                      <a:pt x="1353" y="415"/>
                    </a:lnTo>
                    <a:cubicBezTo>
                      <a:pt x="1362" y="383"/>
                      <a:pt x="1343" y="350"/>
                      <a:pt x="1311" y="343"/>
                    </a:cubicBezTo>
                    <a:lnTo>
                      <a:pt x="87" y="3"/>
                    </a:lnTo>
                    <a:cubicBezTo>
                      <a:pt x="82" y="1"/>
                      <a:pt x="77" y="1"/>
                      <a:pt x="7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8"/>
              <p:cNvSpPr/>
              <p:nvPr/>
            </p:nvSpPr>
            <p:spPr>
              <a:xfrm rot="520759">
                <a:off x="5740553" y="4165956"/>
                <a:ext cx="93088" cy="93359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2" extrusionOk="0">
                    <a:moveTo>
                      <a:pt x="83" y="0"/>
                    </a:moveTo>
                    <a:cubicBezTo>
                      <a:pt x="68" y="0"/>
                      <a:pt x="53" y="6"/>
                      <a:pt x="42" y="17"/>
                    </a:cubicBezTo>
                    <a:lnTo>
                      <a:pt x="24" y="35"/>
                    </a:lnTo>
                    <a:cubicBezTo>
                      <a:pt x="1" y="57"/>
                      <a:pt x="1" y="95"/>
                      <a:pt x="24" y="118"/>
                    </a:cubicBezTo>
                    <a:lnTo>
                      <a:pt x="915" y="1024"/>
                    </a:lnTo>
                    <a:cubicBezTo>
                      <a:pt x="926" y="1036"/>
                      <a:pt x="941" y="1042"/>
                      <a:pt x="957" y="1042"/>
                    </a:cubicBezTo>
                    <a:cubicBezTo>
                      <a:pt x="971" y="1042"/>
                      <a:pt x="986" y="1036"/>
                      <a:pt x="998" y="1025"/>
                    </a:cubicBezTo>
                    <a:lnTo>
                      <a:pt x="1015" y="1007"/>
                    </a:lnTo>
                    <a:cubicBezTo>
                      <a:pt x="1038" y="985"/>
                      <a:pt x="1038" y="948"/>
                      <a:pt x="1016" y="924"/>
                    </a:cubicBezTo>
                    <a:lnTo>
                      <a:pt x="126" y="19"/>
                    </a:lnTo>
                    <a:cubicBezTo>
                      <a:pt x="114" y="6"/>
                      <a:pt x="98" y="0"/>
                      <a:pt x="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8"/>
              <p:cNvSpPr/>
              <p:nvPr/>
            </p:nvSpPr>
            <p:spPr>
              <a:xfrm rot="520759">
                <a:off x="5763288" y="4152708"/>
                <a:ext cx="47753" cy="120148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341" extrusionOk="0">
                    <a:moveTo>
                      <a:pt x="91" y="1"/>
                    </a:moveTo>
                    <a:cubicBezTo>
                      <a:pt x="85" y="1"/>
                      <a:pt x="79" y="2"/>
                      <a:pt x="73" y="4"/>
                    </a:cubicBezTo>
                    <a:lnTo>
                      <a:pt x="49" y="11"/>
                    </a:lnTo>
                    <a:cubicBezTo>
                      <a:pt x="18" y="20"/>
                      <a:pt x="0" y="53"/>
                      <a:pt x="10" y="85"/>
                    </a:cubicBezTo>
                    <a:lnTo>
                      <a:pt x="385" y="1298"/>
                    </a:lnTo>
                    <a:cubicBezTo>
                      <a:pt x="393" y="1324"/>
                      <a:pt x="417" y="1341"/>
                      <a:pt x="443" y="1341"/>
                    </a:cubicBezTo>
                    <a:cubicBezTo>
                      <a:pt x="448" y="1341"/>
                      <a:pt x="454" y="1340"/>
                      <a:pt x="459" y="1339"/>
                    </a:cubicBezTo>
                    <a:lnTo>
                      <a:pt x="483" y="1331"/>
                    </a:lnTo>
                    <a:cubicBezTo>
                      <a:pt x="514" y="1321"/>
                      <a:pt x="532" y="1288"/>
                      <a:pt x="522" y="1257"/>
                    </a:cubicBezTo>
                    <a:lnTo>
                      <a:pt x="148" y="43"/>
                    </a:lnTo>
                    <a:cubicBezTo>
                      <a:pt x="139" y="18"/>
                      <a:pt x="116" y="1"/>
                      <a:pt x="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8"/>
              <p:cNvSpPr/>
              <p:nvPr/>
            </p:nvSpPr>
            <p:spPr>
              <a:xfrm rot="520759">
                <a:off x="5770169" y="4200039"/>
                <a:ext cx="28491" cy="2410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9" extrusionOk="0">
                    <a:moveTo>
                      <a:pt x="167" y="1"/>
                    </a:moveTo>
                    <a:cubicBezTo>
                      <a:pt x="70" y="1"/>
                      <a:pt x="1" y="109"/>
                      <a:pt x="52" y="200"/>
                    </a:cubicBezTo>
                    <a:cubicBezTo>
                      <a:pt x="78" y="247"/>
                      <a:pt x="123" y="268"/>
                      <a:pt x="168" y="268"/>
                    </a:cubicBezTo>
                    <a:cubicBezTo>
                      <a:pt x="224" y="268"/>
                      <a:pt x="280" y="234"/>
                      <a:pt x="298" y="170"/>
                    </a:cubicBezTo>
                    <a:cubicBezTo>
                      <a:pt x="318" y="99"/>
                      <a:pt x="276" y="26"/>
                      <a:pt x="204" y="6"/>
                    </a:cubicBezTo>
                    <a:cubicBezTo>
                      <a:pt x="192" y="3"/>
                      <a:pt x="179" y="1"/>
                      <a:pt x="167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8"/>
              <p:cNvSpPr/>
              <p:nvPr/>
            </p:nvSpPr>
            <p:spPr>
              <a:xfrm rot="520759">
                <a:off x="5579164" y="4394795"/>
                <a:ext cx="44349" cy="120865"/>
              </a:xfrm>
              <a:custGeom>
                <a:avLst/>
                <a:gdLst/>
                <a:ahLst/>
                <a:cxnLst/>
                <a:rect l="l" t="t" r="r" b="b"/>
                <a:pathLst>
                  <a:path w="495" h="1349" extrusionOk="0">
                    <a:moveTo>
                      <a:pt x="405" y="0"/>
                    </a:moveTo>
                    <a:cubicBezTo>
                      <a:pt x="379" y="0"/>
                      <a:pt x="355" y="17"/>
                      <a:pt x="348" y="43"/>
                    </a:cubicBezTo>
                    <a:lnTo>
                      <a:pt x="8" y="1267"/>
                    </a:lnTo>
                    <a:cubicBezTo>
                      <a:pt x="1" y="1298"/>
                      <a:pt x="19" y="1331"/>
                      <a:pt x="50" y="1340"/>
                    </a:cubicBezTo>
                    <a:lnTo>
                      <a:pt x="74" y="1346"/>
                    </a:lnTo>
                    <a:cubicBezTo>
                      <a:pt x="79" y="1347"/>
                      <a:pt x="85" y="1348"/>
                      <a:pt x="90" y="1348"/>
                    </a:cubicBezTo>
                    <a:cubicBezTo>
                      <a:pt x="116" y="1348"/>
                      <a:pt x="139" y="1331"/>
                      <a:pt x="147" y="1306"/>
                    </a:cubicBezTo>
                    <a:lnTo>
                      <a:pt x="485" y="81"/>
                    </a:lnTo>
                    <a:cubicBezTo>
                      <a:pt x="494" y="50"/>
                      <a:pt x="476" y="17"/>
                      <a:pt x="445" y="8"/>
                    </a:cubicBezTo>
                    <a:lnTo>
                      <a:pt x="421" y="2"/>
                    </a:lnTo>
                    <a:cubicBezTo>
                      <a:pt x="416" y="1"/>
                      <a:pt x="410" y="0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8"/>
              <p:cNvSpPr/>
              <p:nvPr/>
            </p:nvSpPr>
            <p:spPr>
              <a:xfrm rot="520759">
                <a:off x="5551398" y="4411984"/>
                <a:ext cx="99718" cy="86371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964" extrusionOk="0">
                    <a:moveTo>
                      <a:pt x="1031" y="1"/>
                    </a:moveTo>
                    <a:cubicBezTo>
                      <a:pt x="1017" y="1"/>
                      <a:pt x="1004" y="5"/>
                      <a:pt x="994" y="15"/>
                    </a:cubicBezTo>
                    <a:lnTo>
                      <a:pt x="29" y="841"/>
                    </a:lnTo>
                    <a:cubicBezTo>
                      <a:pt x="3" y="862"/>
                      <a:pt x="0" y="899"/>
                      <a:pt x="21" y="924"/>
                    </a:cubicBezTo>
                    <a:lnTo>
                      <a:pt x="38" y="944"/>
                    </a:lnTo>
                    <a:cubicBezTo>
                      <a:pt x="49" y="957"/>
                      <a:pt x="66" y="964"/>
                      <a:pt x="82" y="964"/>
                    </a:cubicBezTo>
                    <a:cubicBezTo>
                      <a:pt x="96" y="964"/>
                      <a:pt x="110" y="959"/>
                      <a:pt x="121" y="950"/>
                    </a:cubicBezTo>
                    <a:lnTo>
                      <a:pt x="1086" y="123"/>
                    </a:lnTo>
                    <a:cubicBezTo>
                      <a:pt x="1111" y="103"/>
                      <a:pt x="1113" y="65"/>
                      <a:pt x="1092" y="40"/>
                    </a:cubicBezTo>
                    <a:lnTo>
                      <a:pt x="1076" y="22"/>
                    </a:lnTo>
                    <a:cubicBezTo>
                      <a:pt x="1064" y="8"/>
                      <a:pt x="1047" y="1"/>
                      <a:pt x="10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8"/>
              <p:cNvSpPr/>
              <p:nvPr/>
            </p:nvSpPr>
            <p:spPr>
              <a:xfrm rot="520759">
                <a:off x="5539224" y="4435536"/>
                <a:ext cx="122564" cy="41393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462" extrusionOk="0">
                    <a:moveTo>
                      <a:pt x="1295" y="1"/>
                    </a:moveTo>
                    <a:cubicBezTo>
                      <a:pt x="1291" y="1"/>
                      <a:pt x="1286" y="2"/>
                      <a:pt x="1281" y="3"/>
                    </a:cubicBezTo>
                    <a:lnTo>
                      <a:pt x="51" y="320"/>
                    </a:lnTo>
                    <a:cubicBezTo>
                      <a:pt x="20" y="329"/>
                      <a:pt x="0" y="361"/>
                      <a:pt x="9" y="393"/>
                    </a:cubicBezTo>
                    <a:lnTo>
                      <a:pt x="15" y="417"/>
                    </a:lnTo>
                    <a:cubicBezTo>
                      <a:pt x="23" y="443"/>
                      <a:pt x="46" y="461"/>
                      <a:pt x="71" y="461"/>
                    </a:cubicBezTo>
                    <a:cubicBezTo>
                      <a:pt x="76" y="461"/>
                      <a:pt x="82" y="460"/>
                      <a:pt x="87" y="459"/>
                    </a:cubicBezTo>
                    <a:lnTo>
                      <a:pt x="1317" y="141"/>
                    </a:lnTo>
                    <a:cubicBezTo>
                      <a:pt x="1348" y="132"/>
                      <a:pt x="1368" y="101"/>
                      <a:pt x="1359" y="70"/>
                    </a:cubicBezTo>
                    <a:lnTo>
                      <a:pt x="1353" y="46"/>
                    </a:lnTo>
                    <a:cubicBezTo>
                      <a:pt x="1346" y="18"/>
                      <a:pt x="1322" y="1"/>
                      <a:pt x="12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8"/>
              <p:cNvSpPr/>
              <p:nvPr/>
            </p:nvSpPr>
            <p:spPr>
              <a:xfrm rot="520759">
                <a:off x="5540288" y="4433590"/>
                <a:ext cx="122116" cy="4318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482" extrusionOk="0">
                    <a:moveTo>
                      <a:pt x="72" y="1"/>
                    </a:moveTo>
                    <a:cubicBezTo>
                      <a:pt x="47" y="1"/>
                      <a:pt x="23" y="18"/>
                      <a:pt x="16" y="44"/>
                    </a:cubicBezTo>
                    <a:lnTo>
                      <a:pt x="8" y="67"/>
                    </a:lnTo>
                    <a:cubicBezTo>
                      <a:pt x="1" y="99"/>
                      <a:pt x="19" y="132"/>
                      <a:pt x="50" y="140"/>
                    </a:cubicBezTo>
                    <a:lnTo>
                      <a:pt x="1274" y="479"/>
                    </a:lnTo>
                    <a:cubicBezTo>
                      <a:pt x="1280" y="481"/>
                      <a:pt x="1285" y="481"/>
                      <a:pt x="1291" y="481"/>
                    </a:cubicBezTo>
                    <a:cubicBezTo>
                      <a:pt x="1316" y="481"/>
                      <a:pt x="1340" y="465"/>
                      <a:pt x="1347" y="439"/>
                    </a:cubicBezTo>
                    <a:lnTo>
                      <a:pt x="1353" y="415"/>
                    </a:lnTo>
                    <a:cubicBezTo>
                      <a:pt x="1362" y="384"/>
                      <a:pt x="1344" y="351"/>
                      <a:pt x="1311" y="342"/>
                    </a:cubicBezTo>
                    <a:lnTo>
                      <a:pt x="89" y="3"/>
                    </a:lnTo>
                    <a:cubicBezTo>
                      <a:pt x="83" y="2"/>
                      <a:pt x="78" y="1"/>
                      <a:pt x="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8"/>
              <p:cNvSpPr/>
              <p:nvPr/>
            </p:nvSpPr>
            <p:spPr>
              <a:xfrm rot="520759">
                <a:off x="5554701" y="4409757"/>
                <a:ext cx="93088" cy="93359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2" extrusionOk="0">
                    <a:moveTo>
                      <a:pt x="82" y="1"/>
                    </a:moveTo>
                    <a:cubicBezTo>
                      <a:pt x="67" y="1"/>
                      <a:pt x="52" y="6"/>
                      <a:pt x="40" y="17"/>
                    </a:cubicBezTo>
                    <a:lnTo>
                      <a:pt x="23" y="35"/>
                    </a:lnTo>
                    <a:cubicBezTo>
                      <a:pt x="0" y="58"/>
                      <a:pt x="0" y="95"/>
                      <a:pt x="23" y="119"/>
                    </a:cubicBezTo>
                    <a:lnTo>
                      <a:pt x="913" y="1024"/>
                    </a:lnTo>
                    <a:cubicBezTo>
                      <a:pt x="925" y="1036"/>
                      <a:pt x="940" y="1042"/>
                      <a:pt x="955" y="1042"/>
                    </a:cubicBezTo>
                    <a:cubicBezTo>
                      <a:pt x="969" y="1042"/>
                      <a:pt x="984" y="1036"/>
                      <a:pt x="996" y="1024"/>
                    </a:cubicBezTo>
                    <a:lnTo>
                      <a:pt x="1014" y="1007"/>
                    </a:lnTo>
                    <a:cubicBezTo>
                      <a:pt x="1038" y="985"/>
                      <a:pt x="1038" y="948"/>
                      <a:pt x="1014" y="924"/>
                    </a:cubicBezTo>
                    <a:lnTo>
                      <a:pt x="124" y="19"/>
                    </a:lnTo>
                    <a:cubicBezTo>
                      <a:pt x="113" y="7"/>
                      <a:pt x="97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8"/>
              <p:cNvSpPr/>
              <p:nvPr/>
            </p:nvSpPr>
            <p:spPr>
              <a:xfrm rot="520759">
                <a:off x="5577462" y="4395153"/>
                <a:ext cx="47753" cy="120148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341" extrusionOk="0">
                    <a:moveTo>
                      <a:pt x="91" y="0"/>
                    </a:moveTo>
                    <a:cubicBezTo>
                      <a:pt x="85" y="0"/>
                      <a:pt x="79" y="1"/>
                      <a:pt x="73" y="3"/>
                    </a:cubicBezTo>
                    <a:lnTo>
                      <a:pt x="49" y="10"/>
                    </a:lnTo>
                    <a:cubicBezTo>
                      <a:pt x="18" y="19"/>
                      <a:pt x="0" y="54"/>
                      <a:pt x="11" y="85"/>
                    </a:cubicBezTo>
                    <a:lnTo>
                      <a:pt x="385" y="1299"/>
                    </a:lnTo>
                    <a:cubicBezTo>
                      <a:pt x="392" y="1324"/>
                      <a:pt x="416" y="1340"/>
                      <a:pt x="441" y="1340"/>
                    </a:cubicBezTo>
                    <a:cubicBezTo>
                      <a:pt x="447" y="1340"/>
                      <a:pt x="453" y="1339"/>
                      <a:pt x="460" y="1337"/>
                    </a:cubicBezTo>
                    <a:lnTo>
                      <a:pt x="483" y="1330"/>
                    </a:lnTo>
                    <a:cubicBezTo>
                      <a:pt x="515" y="1321"/>
                      <a:pt x="533" y="1287"/>
                      <a:pt x="522" y="1255"/>
                    </a:cubicBezTo>
                    <a:lnTo>
                      <a:pt x="148" y="42"/>
                    </a:lnTo>
                    <a:cubicBezTo>
                      <a:pt x="139" y="16"/>
                      <a:pt x="116" y="0"/>
                      <a:pt x="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8"/>
              <p:cNvSpPr/>
              <p:nvPr/>
            </p:nvSpPr>
            <p:spPr>
              <a:xfrm rot="520759">
                <a:off x="5584336" y="4442574"/>
                <a:ext cx="28491" cy="24012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5" name="Google Shape;1415;p38"/>
            <p:cNvGrpSpPr/>
            <p:nvPr/>
          </p:nvGrpSpPr>
          <p:grpSpPr>
            <a:xfrm rot="-4190166">
              <a:off x="7114848" y="4462856"/>
              <a:ext cx="153157" cy="117292"/>
              <a:chOff x="4260630" y="4325608"/>
              <a:chExt cx="336699" cy="257873"/>
            </a:xfrm>
          </p:grpSpPr>
          <p:sp>
            <p:nvSpPr>
              <p:cNvPr id="1416" name="Google Shape;1416;p38"/>
              <p:cNvSpPr/>
              <p:nvPr/>
            </p:nvSpPr>
            <p:spPr>
              <a:xfrm>
                <a:off x="4323972" y="4325608"/>
                <a:ext cx="273356" cy="250459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669" extrusionOk="0">
                    <a:moveTo>
                      <a:pt x="2709" y="1"/>
                    </a:moveTo>
                    <a:cubicBezTo>
                      <a:pt x="2698" y="1"/>
                      <a:pt x="2686" y="2"/>
                      <a:pt x="2675" y="4"/>
                    </a:cubicBezTo>
                    <a:cubicBezTo>
                      <a:pt x="2318" y="79"/>
                      <a:pt x="1962" y="155"/>
                      <a:pt x="1607" y="232"/>
                    </a:cubicBezTo>
                    <a:cubicBezTo>
                      <a:pt x="1191" y="322"/>
                      <a:pt x="750" y="307"/>
                      <a:pt x="419" y="624"/>
                    </a:cubicBezTo>
                    <a:cubicBezTo>
                      <a:pt x="128" y="900"/>
                      <a:pt x="1" y="1336"/>
                      <a:pt x="93" y="1744"/>
                    </a:cubicBezTo>
                    <a:cubicBezTo>
                      <a:pt x="218" y="2291"/>
                      <a:pt x="689" y="2668"/>
                      <a:pt x="1199" y="2668"/>
                    </a:cubicBezTo>
                    <a:cubicBezTo>
                      <a:pt x="1276" y="2668"/>
                      <a:pt x="1354" y="2660"/>
                      <a:pt x="1431" y="2642"/>
                    </a:cubicBezTo>
                    <a:cubicBezTo>
                      <a:pt x="1708" y="2581"/>
                      <a:pt x="1899" y="2435"/>
                      <a:pt x="2045" y="2242"/>
                    </a:cubicBezTo>
                    <a:cubicBezTo>
                      <a:pt x="2209" y="2025"/>
                      <a:pt x="2315" y="1747"/>
                      <a:pt x="2420" y="1462"/>
                    </a:cubicBezTo>
                    <a:lnTo>
                      <a:pt x="2858" y="270"/>
                    </a:lnTo>
                    <a:cubicBezTo>
                      <a:pt x="2861" y="259"/>
                      <a:pt x="2866" y="250"/>
                      <a:pt x="2869" y="240"/>
                    </a:cubicBezTo>
                    <a:cubicBezTo>
                      <a:pt x="2912" y="121"/>
                      <a:pt x="2824" y="1"/>
                      <a:pt x="27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38"/>
              <p:cNvSpPr/>
              <p:nvPr/>
            </p:nvSpPr>
            <p:spPr>
              <a:xfrm>
                <a:off x="4260630" y="4352259"/>
                <a:ext cx="309766" cy="231222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2464" extrusionOk="0">
                    <a:moveTo>
                      <a:pt x="3260" y="1"/>
                    </a:moveTo>
                    <a:cubicBezTo>
                      <a:pt x="3253" y="1"/>
                      <a:pt x="3247" y="4"/>
                      <a:pt x="3241" y="11"/>
                    </a:cubicBezTo>
                    <a:cubicBezTo>
                      <a:pt x="2837" y="405"/>
                      <a:pt x="2412" y="776"/>
                      <a:pt x="1967" y="1123"/>
                    </a:cubicBezTo>
                    <a:cubicBezTo>
                      <a:pt x="1963" y="1128"/>
                      <a:pt x="1955" y="1131"/>
                      <a:pt x="1949" y="1132"/>
                    </a:cubicBezTo>
                    <a:cubicBezTo>
                      <a:pt x="1935" y="1134"/>
                      <a:pt x="1920" y="1141"/>
                      <a:pt x="1908" y="1150"/>
                    </a:cubicBezTo>
                    <a:cubicBezTo>
                      <a:pt x="1589" y="1419"/>
                      <a:pt x="1268" y="1638"/>
                      <a:pt x="929" y="1870"/>
                    </a:cubicBezTo>
                    <a:lnTo>
                      <a:pt x="859" y="1918"/>
                    </a:lnTo>
                    <a:cubicBezTo>
                      <a:pt x="588" y="2090"/>
                      <a:pt x="308" y="2267"/>
                      <a:pt x="24" y="2415"/>
                    </a:cubicBezTo>
                    <a:cubicBezTo>
                      <a:pt x="0" y="2427"/>
                      <a:pt x="9" y="2464"/>
                      <a:pt x="38" y="2464"/>
                    </a:cubicBezTo>
                    <a:cubicBezTo>
                      <a:pt x="41" y="2464"/>
                      <a:pt x="45" y="2464"/>
                      <a:pt x="50" y="2461"/>
                    </a:cubicBezTo>
                    <a:cubicBezTo>
                      <a:pt x="334" y="2313"/>
                      <a:pt x="615" y="2136"/>
                      <a:pt x="888" y="1963"/>
                    </a:cubicBezTo>
                    <a:lnTo>
                      <a:pt x="889" y="1963"/>
                    </a:lnTo>
                    <a:lnTo>
                      <a:pt x="959" y="1914"/>
                    </a:lnTo>
                    <a:cubicBezTo>
                      <a:pt x="1299" y="1681"/>
                      <a:pt x="1620" y="1460"/>
                      <a:pt x="1942" y="1190"/>
                    </a:cubicBezTo>
                    <a:cubicBezTo>
                      <a:pt x="1948" y="1186"/>
                      <a:pt x="1954" y="1184"/>
                      <a:pt x="1961" y="1183"/>
                    </a:cubicBezTo>
                    <a:cubicBezTo>
                      <a:pt x="1976" y="1180"/>
                      <a:pt x="1990" y="1174"/>
                      <a:pt x="2002" y="1164"/>
                    </a:cubicBezTo>
                    <a:cubicBezTo>
                      <a:pt x="2446" y="816"/>
                      <a:pt x="2872" y="443"/>
                      <a:pt x="3278" y="48"/>
                    </a:cubicBezTo>
                    <a:cubicBezTo>
                      <a:pt x="3301" y="30"/>
                      <a:pt x="3281" y="1"/>
                      <a:pt x="3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8"/>
              <p:cNvSpPr/>
              <p:nvPr/>
            </p:nvSpPr>
            <p:spPr>
              <a:xfrm>
                <a:off x="4472241" y="4384258"/>
                <a:ext cx="58181" cy="55553"/>
              </a:xfrm>
              <a:custGeom>
                <a:avLst/>
                <a:gdLst/>
                <a:ahLst/>
                <a:cxnLst/>
                <a:rect l="l" t="t" r="r" b="b"/>
                <a:pathLst>
                  <a:path w="620" h="592" extrusionOk="0">
                    <a:moveTo>
                      <a:pt x="160" y="0"/>
                    </a:moveTo>
                    <a:cubicBezTo>
                      <a:pt x="149" y="0"/>
                      <a:pt x="139" y="6"/>
                      <a:pt x="136" y="20"/>
                    </a:cubicBezTo>
                    <a:lnTo>
                      <a:pt x="5" y="559"/>
                    </a:lnTo>
                    <a:cubicBezTo>
                      <a:pt x="0" y="575"/>
                      <a:pt x="14" y="590"/>
                      <a:pt x="30" y="591"/>
                    </a:cubicBezTo>
                    <a:lnTo>
                      <a:pt x="34" y="590"/>
                    </a:lnTo>
                    <a:lnTo>
                      <a:pt x="588" y="530"/>
                    </a:lnTo>
                    <a:cubicBezTo>
                      <a:pt x="620" y="526"/>
                      <a:pt x="616" y="478"/>
                      <a:pt x="583" y="478"/>
                    </a:cubicBezTo>
                    <a:cubicBezTo>
                      <a:pt x="583" y="478"/>
                      <a:pt x="582" y="478"/>
                      <a:pt x="582" y="478"/>
                    </a:cubicBezTo>
                    <a:lnTo>
                      <a:pt x="66" y="533"/>
                    </a:lnTo>
                    <a:lnTo>
                      <a:pt x="187" y="34"/>
                    </a:lnTo>
                    <a:cubicBezTo>
                      <a:pt x="192" y="13"/>
                      <a:pt x="176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8"/>
              <p:cNvSpPr/>
              <p:nvPr/>
            </p:nvSpPr>
            <p:spPr>
              <a:xfrm>
                <a:off x="4504804" y="4361361"/>
                <a:ext cx="48234" cy="49641"/>
              </a:xfrm>
              <a:custGeom>
                <a:avLst/>
                <a:gdLst/>
                <a:ahLst/>
                <a:cxnLst/>
                <a:rect l="l" t="t" r="r" b="b"/>
                <a:pathLst>
                  <a:path w="514" h="529" extrusionOk="0">
                    <a:moveTo>
                      <a:pt x="122" y="0"/>
                    </a:moveTo>
                    <a:cubicBezTo>
                      <a:pt x="111" y="0"/>
                      <a:pt x="100" y="7"/>
                      <a:pt x="98" y="21"/>
                    </a:cubicBezTo>
                    <a:lnTo>
                      <a:pt x="4" y="497"/>
                    </a:lnTo>
                    <a:cubicBezTo>
                      <a:pt x="1" y="513"/>
                      <a:pt x="14" y="528"/>
                      <a:pt x="30" y="528"/>
                    </a:cubicBezTo>
                    <a:lnTo>
                      <a:pt x="35" y="528"/>
                    </a:lnTo>
                    <a:lnTo>
                      <a:pt x="481" y="440"/>
                    </a:lnTo>
                    <a:cubicBezTo>
                      <a:pt x="513" y="435"/>
                      <a:pt x="507" y="388"/>
                      <a:pt x="476" y="388"/>
                    </a:cubicBezTo>
                    <a:cubicBezTo>
                      <a:pt x="474" y="388"/>
                      <a:pt x="472" y="388"/>
                      <a:pt x="470" y="388"/>
                    </a:cubicBezTo>
                    <a:lnTo>
                      <a:pt x="63" y="469"/>
                    </a:lnTo>
                    <a:lnTo>
                      <a:pt x="150" y="32"/>
                    </a:lnTo>
                    <a:cubicBezTo>
                      <a:pt x="153" y="12"/>
                      <a:pt x="137" y="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8"/>
              <p:cNvSpPr/>
              <p:nvPr/>
            </p:nvSpPr>
            <p:spPr>
              <a:xfrm>
                <a:off x="4434142" y="4389514"/>
                <a:ext cx="79295" cy="79013"/>
              </a:xfrm>
              <a:custGeom>
                <a:avLst/>
                <a:gdLst/>
                <a:ahLst/>
                <a:cxnLst/>
                <a:rect l="l" t="t" r="r" b="b"/>
                <a:pathLst>
                  <a:path w="845" h="842" extrusionOk="0">
                    <a:moveTo>
                      <a:pt x="149" y="0"/>
                    </a:moveTo>
                    <a:cubicBezTo>
                      <a:pt x="138" y="0"/>
                      <a:pt x="128" y="7"/>
                      <a:pt x="124" y="21"/>
                    </a:cubicBezTo>
                    <a:lnTo>
                      <a:pt x="1" y="811"/>
                    </a:lnTo>
                    <a:cubicBezTo>
                      <a:pt x="1" y="819"/>
                      <a:pt x="2" y="826"/>
                      <a:pt x="8" y="832"/>
                    </a:cubicBezTo>
                    <a:cubicBezTo>
                      <a:pt x="12" y="838"/>
                      <a:pt x="20" y="841"/>
                      <a:pt x="27" y="841"/>
                    </a:cubicBezTo>
                    <a:lnTo>
                      <a:pt x="818" y="822"/>
                    </a:lnTo>
                    <a:cubicBezTo>
                      <a:pt x="833" y="822"/>
                      <a:pt x="845" y="810"/>
                      <a:pt x="843" y="795"/>
                    </a:cubicBezTo>
                    <a:cubicBezTo>
                      <a:pt x="843" y="780"/>
                      <a:pt x="831" y="770"/>
                      <a:pt x="816" y="770"/>
                    </a:cubicBezTo>
                    <a:lnTo>
                      <a:pt x="59" y="787"/>
                    </a:lnTo>
                    <a:lnTo>
                      <a:pt x="177" y="30"/>
                    </a:lnTo>
                    <a:cubicBezTo>
                      <a:pt x="178" y="11"/>
                      <a:pt x="164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8"/>
              <p:cNvSpPr/>
              <p:nvPr/>
            </p:nvSpPr>
            <p:spPr>
              <a:xfrm>
                <a:off x="4392570" y="4401713"/>
                <a:ext cx="103506" cy="105382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1123" extrusionOk="0">
                    <a:moveTo>
                      <a:pt x="132" y="0"/>
                    </a:moveTo>
                    <a:cubicBezTo>
                      <a:pt x="119" y="0"/>
                      <a:pt x="107" y="8"/>
                      <a:pt x="105" y="24"/>
                    </a:cubicBezTo>
                    <a:lnTo>
                      <a:pt x="2" y="1009"/>
                    </a:lnTo>
                    <a:cubicBezTo>
                      <a:pt x="1" y="1024"/>
                      <a:pt x="11" y="1038"/>
                      <a:pt x="26" y="1039"/>
                    </a:cubicBezTo>
                    <a:lnTo>
                      <a:pt x="1065" y="1123"/>
                    </a:lnTo>
                    <a:lnTo>
                      <a:pt x="1068" y="1123"/>
                    </a:lnTo>
                    <a:cubicBezTo>
                      <a:pt x="1101" y="1123"/>
                      <a:pt x="1103" y="1073"/>
                      <a:pt x="1070" y="1071"/>
                    </a:cubicBezTo>
                    <a:lnTo>
                      <a:pt x="57" y="989"/>
                    </a:lnTo>
                    <a:lnTo>
                      <a:pt x="159" y="30"/>
                    </a:lnTo>
                    <a:cubicBezTo>
                      <a:pt x="160" y="10"/>
                      <a:pt x="146" y="0"/>
                      <a:pt x="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2" name="Google Shape;1422;p38"/>
            <p:cNvGrpSpPr/>
            <p:nvPr/>
          </p:nvGrpSpPr>
          <p:grpSpPr>
            <a:xfrm rot="4190166" flipH="1">
              <a:off x="6781473" y="4462856"/>
              <a:ext cx="153157" cy="117292"/>
              <a:chOff x="4260630" y="4325608"/>
              <a:chExt cx="336699" cy="257873"/>
            </a:xfrm>
          </p:grpSpPr>
          <p:sp>
            <p:nvSpPr>
              <p:cNvPr id="1423" name="Google Shape;1423;p38"/>
              <p:cNvSpPr/>
              <p:nvPr/>
            </p:nvSpPr>
            <p:spPr>
              <a:xfrm>
                <a:off x="4323972" y="4325608"/>
                <a:ext cx="273356" cy="250459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669" extrusionOk="0">
                    <a:moveTo>
                      <a:pt x="2709" y="1"/>
                    </a:moveTo>
                    <a:cubicBezTo>
                      <a:pt x="2698" y="1"/>
                      <a:pt x="2686" y="2"/>
                      <a:pt x="2675" y="4"/>
                    </a:cubicBezTo>
                    <a:cubicBezTo>
                      <a:pt x="2318" y="79"/>
                      <a:pt x="1962" y="155"/>
                      <a:pt x="1607" y="232"/>
                    </a:cubicBezTo>
                    <a:cubicBezTo>
                      <a:pt x="1191" y="322"/>
                      <a:pt x="750" y="307"/>
                      <a:pt x="419" y="624"/>
                    </a:cubicBezTo>
                    <a:cubicBezTo>
                      <a:pt x="128" y="900"/>
                      <a:pt x="1" y="1336"/>
                      <a:pt x="93" y="1744"/>
                    </a:cubicBezTo>
                    <a:cubicBezTo>
                      <a:pt x="218" y="2291"/>
                      <a:pt x="689" y="2668"/>
                      <a:pt x="1199" y="2668"/>
                    </a:cubicBezTo>
                    <a:cubicBezTo>
                      <a:pt x="1276" y="2668"/>
                      <a:pt x="1354" y="2660"/>
                      <a:pt x="1431" y="2642"/>
                    </a:cubicBezTo>
                    <a:cubicBezTo>
                      <a:pt x="1708" y="2581"/>
                      <a:pt x="1899" y="2435"/>
                      <a:pt x="2045" y="2242"/>
                    </a:cubicBezTo>
                    <a:cubicBezTo>
                      <a:pt x="2209" y="2025"/>
                      <a:pt x="2315" y="1747"/>
                      <a:pt x="2420" y="1462"/>
                    </a:cubicBezTo>
                    <a:lnTo>
                      <a:pt x="2858" y="270"/>
                    </a:lnTo>
                    <a:cubicBezTo>
                      <a:pt x="2861" y="259"/>
                      <a:pt x="2866" y="250"/>
                      <a:pt x="2869" y="240"/>
                    </a:cubicBezTo>
                    <a:cubicBezTo>
                      <a:pt x="2912" y="121"/>
                      <a:pt x="2824" y="1"/>
                      <a:pt x="27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8"/>
              <p:cNvSpPr/>
              <p:nvPr/>
            </p:nvSpPr>
            <p:spPr>
              <a:xfrm>
                <a:off x="4260630" y="4352259"/>
                <a:ext cx="309766" cy="231222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2464" extrusionOk="0">
                    <a:moveTo>
                      <a:pt x="3260" y="1"/>
                    </a:moveTo>
                    <a:cubicBezTo>
                      <a:pt x="3253" y="1"/>
                      <a:pt x="3247" y="4"/>
                      <a:pt x="3241" y="11"/>
                    </a:cubicBezTo>
                    <a:cubicBezTo>
                      <a:pt x="2837" y="405"/>
                      <a:pt x="2412" y="776"/>
                      <a:pt x="1967" y="1123"/>
                    </a:cubicBezTo>
                    <a:cubicBezTo>
                      <a:pt x="1963" y="1128"/>
                      <a:pt x="1955" y="1131"/>
                      <a:pt x="1949" y="1132"/>
                    </a:cubicBezTo>
                    <a:cubicBezTo>
                      <a:pt x="1935" y="1134"/>
                      <a:pt x="1920" y="1141"/>
                      <a:pt x="1908" y="1150"/>
                    </a:cubicBezTo>
                    <a:cubicBezTo>
                      <a:pt x="1589" y="1419"/>
                      <a:pt x="1268" y="1638"/>
                      <a:pt x="929" y="1870"/>
                    </a:cubicBezTo>
                    <a:lnTo>
                      <a:pt x="859" y="1918"/>
                    </a:lnTo>
                    <a:cubicBezTo>
                      <a:pt x="588" y="2090"/>
                      <a:pt x="308" y="2267"/>
                      <a:pt x="24" y="2415"/>
                    </a:cubicBezTo>
                    <a:cubicBezTo>
                      <a:pt x="0" y="2427"/>
                      <a:pt x="9" y="2464"/>
                      <a:pt x="38" y="2464"/>
                    </a:cubicBezTo>
                    <a:cubicBezTo>
                      <a:pt x="41" y="2464"/>
                      <a:pt x="45" y="2464"/>
                      <a:pt x="50" y="2461"/>
                    </a:cubicBezTo>
                    <a:cubicBezTo>
                      <a:pt x="334" y="2313"/>
                      <a:pt x="615" y="2136"/>
                      <a:pt x="888" y="1963"/>
                    </a:cubicBezTo>
                    <a:lnTo>
                      <a:pt x="889" y="1963"/>
                    </a:lnTo>
                    <a:lnTo>
                      <a:pt x="959" y="1914"/>
                    </a:lnTo>
                    <a:cubicBezTo>
                      <a:pt x="1299" y="1681"/>
                      <a:pt x="1620" y="1460"/>
                      <a:pt x="1942" y="1190"/>
                    </a:cubicBezTo>
                    <a:cubicBezTo>
                      <a:pt x="1948" y="1186"/>
                      <a:pt x="1954" y="1184"/>
                      <a:pt x="1961" y="1183"/>
                    </a:cubicBezTo>
                    <a:cubicBezTo>
                      <a:pt x="1976" y="1180"/>
                      <a:pt x="1990" y="1174"/>
                      <a:pt x="2002" y="1164"/>
                    </a:cubicBezTo>
                    <a:cubicBezTo>
                      <a:pt x="2446" y="816"/>
                      <a:pt x="2872" y="443"/>
                      <a:pt x="3278" y="48"/>
                    </a:cubicBezTo>
                    <a:cubicBezTo>
                      <a:pt x="3301" y="30"/>
                      <a:pt x="3281" y="1"/>
                      <a:pt x="3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8"/>
              <p:cNvSpPr/>
              <p:nvPr/>
            </p:nvSpPr>
            <p:spPr>
              <a:xfrm>
                <a:off x="4472241" y="4384258"/>
                <a:ext cx="58181" cy="55553"/>
              </a:xfrm>
              <a:custGeom>
                <a:avLst/>
                <a:gdLst/>
                <a:ahLst/>
                <a:cxnLst/>
                <a:rect l="l" t="t" r="r" b="b"/>
                <a:pathLst>
                  <a:path w="620" h="592" extrusionOk="0">
                    <a:moveTo>
                      <a:pt x="160" y="0"/>
                    </a:moveTo>
                    <a:cubicBezTo>
                      <a:pt x="149" y="0"/>
                      <a:pt x="139" y="6"/>
                      <a:pt x="136" y="20"/>
                    </a:cubicBezTo>
                    <a:lnTo>
                      <a:pt x="5" y="559"/>
                    </a:lnTo>
                    <a:cubicBezTo>
                      <a:pt x="0" y="575"/>
                      <a:pt x="14" y="590"/>
                      <a:pt x="30" y="591"/>
                    </a:cubicBezTo>
                    <a:lnTo>
                      <a:pt x="34" y="590"/>
                    </a:lnTo>
                    <a:lnTo>
                      <a:pt x="588" y="530"/>
                    </a:lnTo>
                    <a:cubicBezTo>
                      <a:pt x="620" y="526"/>
                      <a:pt x="616" y="478"/>
                      <a:pt x="583" y="478"/>
                    </a:cubicBezTo>
                    <a:cubicBezTo>
                      <a:pt x="583" y="478"/>
                      <a:pt x="582" y="478"/>
                      <a:pt x="582" y="478"/>
                    </a:cubicBezTo>
                    <a:lnTo>
                      <a:pt x="66" y="533"/>
                    </a:lnTo>
                    <a:lnTo>
                      <a:pt x="187" y="34"/>
                    </a:lnTo>
                    <a:cubicBezTo>
                      <a:pt x="192" y="13"/>
                      <a:pt x="176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8"/>
              <p:cNvSpPr/>
              <p:nvPr/>
            </p:nvSpPr>
            <p:spPr>
              <a:xfrm>
                <a:off x="4504804" y="4361361"/>
                <a:ext cx="48234" cy="49641"/>
              </a:xfrm>
              <a:custGeom>
                <a:avLst/>
                <a:gdLst/>
                <a:ahLst/>
                <a:cxnLst/>
                <a:rect l="l" t="t" r="r" b="b"/>
                <a:pathLst>
                  <a:path w="514" h="529" extrusionOk="0">
                    <a:moveTo>
                      <a:pt x="122" y="0"/>
                    </a:moveTo>
                    <a:cubicBezTo>
                      <a:pt x="111" y="0"/>
                      <a:pt x="100" y="7"/>
                      <a:pt x="98" y="21"/>
                    </a:cubicBezTo>
                    <a:lnTo>
                      <a:pt x="4" y="497"/>
                    </a:lnTo>
                    <a:cubicBezTo>
                      <a:pt x="1" y="513"/>
                      <a:pt x="14" y="528"/>
                      <a:pt x="30" y="528"/>
                    </a:cubicBezTo>
                    <a:lnTo>
                      <a:pt x="35" y="528"/>
                    </a:lnTo>
                    <a:lnTo>
                      <a:pt x="481" y="440"/>
                    </a:lnTo>
                    <a:cubicBezTo>
                      <a:pt x="513" y="435"/>
                      <a:pt x="507" y="388"/>
                      <a:pt x="476" y="388"/>
                    </a:cubicBezTo>
                    <a:cubicBezTo>
                      <a:pt x="474" y="388"/>
                      <a:pt x="472" y="388"/>
                      <a:pt x="470" y="388"/>
                    </a:cubicBezTo>
                    <a:lnTo>
                      <a:pt x="63" y="469"/>
                    </a:lnTo>
                    <a:lnTo>
                      <a:pt x="150" y="32"/>
                    </a:lnTo>
                    <a:cubicBezTo>
                      <a:pt x="153" y="12"/>
                      <a:pt x="137" y="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8"/>
              <p:cNvSpPr/>
              <p:nvPr/>
            </p:nvSpPr>
            <p:spPr>
              <a:xfrm>
                <a:off x="4434142" y="4389514"/>
                <a:ext cx="79295" cy="79013"/>
              </a:xfrm>
              <a:custGeom>
                <a:avLst/>
                <a:gdLst/>
                <a:ahLst/>
                <a:cxnLst/>
                <a:rect l="l" t="t" r="r" b="b"/>
                <a:pathLst>
                  <a:path w="845" h="842" extrusionOk="0">
                    <a:moveTo>
                      <a:pt x="149" y="0"/>
                    </a:moveTo>
                    <a:cubicBezTo>
                      <a:pt x="138" y="0"/>
                      <a:pt x="128" y="7"/>
                      <a:pt x="124" y="21"/>
                    </a:cubicBezTo>
                    <a:lnTo>
                      <a:pt x="1" y="811"/>
                    </a:lnTo>
                    <a:cubicBezTo>
                      <a:pt x="1" y="819"/>
                      <a:pt x="2" y="826"/>
                      <a:pt x="8" y="832"/>
                    </a:cubicBezTo>
                    <a:cubicBezTo>
                      <a:pt x="12" y="838"/>
                      <a:pt x="20" y="841"/>
                      <a:pt x="27" y="841"/>
                    </a:cubicBezTo>
                    <a:lnTo>
                      <a:pt x="818" y="822"/>
                    </a:lnTo>
                    <a:cubicBezTo>
                      <a:pt x="833" y="822"/>
                      <a:pt x="845" y="810"/>
                      <a:pt x="843" y="795"/>
                    </a:cubicBezTo>
                    <a:cubicBezTo>
                      <a:pt x="843" y="780"/>
                      <a:pt x="831" y="770"/>
                      <a:pt x="816" y="770"/>
                    </a:cubicBezTo>
                    <a:lnTo>
                      <a:pt x="59" y="787"/>
                    </a:lnTo>
                    <a:lnTo>
                      <a:pt x="177" y="30"/>
                    </a:lnTo>
                    <a:cubicBezTo>
                      <a:pt x="178" y="11"/>
                      <a:pt x="164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8"/>
              <p:cNvSpPr/>
              <p:nvPr/>
            </p:nvSpPr>
            <p:spPr>
              <a:xfrm>
                <a:off x="4392570" y="4401713"/>
                <a:ext cx="103506" cy="105382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1123" extrusionOk="0">
                    <a:moveTo>
                      <a:pt x="132" y="0"/>
                    </a:moveTo>
                    <a:cubicBezTo>
                      <a:pt x="119" y="0"/>
                      <a:pt x="107" y="8"/>
                      <a:pt x="105" y="24"/>
                    </a:cubicBezTo>
                    <a:lnTo>
                      <a:pt x="2" y="1009"/>
                    </a:lnTo>
                    <a:cubicBezTo>
                      <a:pt x="1" y="1024"/>
                      <a:pt x="11" y="1038"/>
                      <a:pt x="26" y="1039"/>
                    </a:cubicBezTo>
                    <a:lnTo>
                      <a:pt x="1065" y="1123"/>
                    </a:lnTo>
                    <a:lnTo>
                      <a:pt x="1068" y="1123"/>
                    </a:lnTo>
                    <a:cubicBezTo>
                      <a:pt x="1101" y="1123"/>
                      <a:pt x="1103" y="1073"/>
                      <a:pt x="1070" y="1071"/>
                    </a:cubicBezTo>
                    <a:lnTo>
                      <a:pt x="57" y="989"/>
                    </a:lnTo>
                    <a:lnTo>
                      <a:pt x="159" y="30"/>
                    </a:lnTo>
                    <a:cubicBezTo>
                      <a:pt x="160" y="10"/>
                      <a:pt x="146" y="0"/>
                      <a:pt x="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255;p38">
            <a:extLst>
              <a:ext uri="{FF2B5EF4-FFF2-40B4-BE49-F238E27FC236}">
                <a16:creationId xmlns:a16="http://schemas.microsoft.com/office/drawing/2014/main" id="{7A59B6B6-52FE-8126-C098-328694968A4F}"/>
              </a:ext>
            </a:extLst>
          </p:cNvPr>
          <p:cNvSpPr txBox="1">
            <a:spLocks/>
          </p:cNvSpPr>
          <p:nvPr/>
        </p:nvSpPr>
        <p:spPr>
          <a:xfrm>
            <a:off x="383178" y="3921871"/>
            <a:ext cx="4005941" cy="82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8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fr-FR" sz="1800" dirty="0">
                <a:latin typeface="Calibri" panose="020F0502020204030204" pitchFamily="34" charset="0"/>
                <a:cs typeface="Calibri" panose="020F0502020204030204" pitchFamily="34" charset="0"/>
              </a:rPr>
              <a:t>Rondeau Cécile</a:t>
            </a:r>
          </a:p>
          <a:p>
            <a:pPr>
              <a:buSzPts val="1100"/>
              <a:buFont typeface="Arial"/>
              <a:buNone/>
            </a:pPr>
            <a:r>
              <a:rPr lang="fr-FR" sz="1800" dirty="0">
                <a:latin typeface="Calibri" panose="020F0502020204030204" pitchFamily="34" charset="0"/>
                <a:cs typeface="Calibri" panose="020F0502020204030204" pitchFamily="34" charset="0"/>
              </a:rPr>
              <a:t>              Data </a:t>
            </a:r>
            <a:r>
              <a:rPr lang="fr-F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Analyst</a:t>
            </a:r>
            <a:endParaRPr lang="fr-F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ts val="1100"/>
              <a:buFont typeface="Arial"/>
              <a:buNone/>
            </a:pPr>
            <a:r>
              <a:rPr lang="fr-FR" sz="18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25 décembre 2026  </a:t>
            </a:r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255;p38">
            <a:extLst>
              <a:ext uri="{FF2B5EF4-FFF2-40B4-BE49-F238E27FC236}">
                <a16:creationId xmlns:a16="http://schemas.microsoft.com/office/drawing/2014/main" id="{2AE9E7EB-6C62-B1CA-AC2D-83AF261D38CC}"/>
              </a:ext>
            </a:extLst>
          </p:cNvPr>
          <p:cNvSpPr txBox="1">
            <a:spLocks/>
          </p:cNvSpPr>
          <p:nvPr/>
        </p:nvSpPr>
        <p:spPr>
          <a:xfrm>
            <a:off x="8151223" y="-1"/>
            <a:ext cx="1245325" cy="51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8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ExtraBold"/>
              <a:buNone/>
              <a:defRPr sz="52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Projet_8</a:t>
            </a:r>
            <a:endParaRPr lang="fr-F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3" name="Google Shape;1463;p41"/>
          <p:cNvGrpSpPr/>
          <p:nvPr/>
        </p:nvGrpSpPr>
        <p:grpSpPr>
          <a:xfrm>
            <a:off x="715095" y="686165"/>
            <a:ext cx="5177570" cy="2666372"/>
            <a:chOff x="715095" y="686165"/>
            <a:chExt cx="5177570" cy="2666372"/>
          </a:xfrm>
        </p:grpSpPr>
        <p:grpSp>
          <p:nvGrpSpPr>
            <p:cNvPr id="1464" name="Google Shape;1464;p41"/>
            <p:cNvGrpSpPr/>
            <p:nvPr/>
          </p:nvGrpSpPr>
          <p:grpSpPr>
            <a:xfrm flipH="1">
              <a:off x="715095" y="1307465"/>
              <a:ext cx="1242870" cy="2045072"/>
              <a:chOff x="4230695" y="686165"/>
              <a:chExt cx="1242870" cy="2045072"/>
            </a:xfrm>
          </p:grpSpPr>
          <p:grpSp>
            <p:nvGrpSpPr>
              <p:cNvPr id="1465" name="Google Shape;1465;p41"/>
              <p:cNvGrpSpPr/>
              <p:nvPr/>
            </p:nvGrpSpPr>
            <p:grpSpPr>
              <a:xfrm rot="724390">
                <a:off x="4459024" y="1001975"/>
                <a:ext cx="742644" cy="846871"/>
                <a:chOff x="8132075" y="2477925"/>
                <a:chExt cx="192600" cy="219625"/>
              </a:xfrm>
            </p:grpSpPr>
            <p:grpSp>
              <p:nvGrpSpPr>
                <p:cNvPr id="1466" name="Google Shape;1466;p41"/>
                <p:cNvGrpSpPr/>
                <p:nvPr/>
              </p:nvGrpSpPr>
              <p:grpSpPr>
                <a:xfrm>
                  <a:off x="8132075" y="2477925"/>
                  <a:ext cx="192600" cy="198500"/>
                  <a:chOff x="8132075" y="2477925"/>
                  <a:chExt cx="192600" cy="198500"/>
                </a:xfrm>
              </p:grpSpPr>
              <p:sp>
                <p:nvSpPr>
                  <p:cNvPr id="1467" name="Google Shape;1467;p41"/>
                  <p:cNvSpPr/>
                  <p:nvPr/>
                </p:nvSpPr>
                <p:spPr>
                  <a:xfrm>
                    <a:off x="8206475" y="2477925"/>
                    <a:ext cx="118200" cy="123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8" h="4940" extrusionOk="0">
                        <a:moveTo>
                          <a:pt x="1170" y="0"/>
                        </a:moveTo>
                        <a:cubicBezTo>
                          <a:pt x="533" y="488"/>
                          <a:pt x="66" y="1229"/>
                          <a:pt x="31" y="2028"/>
                        </a:cubicBezTo>
                        <a:cubicBezTo>
                          <a:pt x="1" y="2645"/>
                          <a:pt x="190" y="3270"/>
                          <a:pt x="548" y="3773"/>
                        </a:cubicBezTo>
                        <a:lnTo>
                          <a:pt x="553" y="3780"/>
                        </a:lnTo>
                        <a:cubicBezTo>
                          <a:pt x="560" y="3791"/>
                          <a:pt x="567" y="3801"/>
                          <a:pt x="576" y="3811"/>
                        </a:cubicBezTo>
                        <a:cubicBezTo>
                          <a:pt x="584" y="3822"/>
                          <a:pt x="593" y="3834"/>
                          <a:pt x="600" y="3844"/>
                        </a:cubicBezTo>
                        <a:lnTo>
                          <a:pt x="617" y="3865"/>
                        </a:lnTo>
                        <a:cubicBezTo>
                          <a:pt x="627" y="3879"/>
                          <a:pt x="638" y="3892"/>
                          <a:pt x="646" y="3904"/>
                        </a:cubicBezTo>
                        <a:lnTo>
                          <a:pt x="664" y="3925"/>
                        </a:lnTo>
                        <a:cubicBezTo>
                          <a:pt x="675" y="3937"/>
                          <a:pt x="684" y="3949"/>
                          <a:pt x="694" y="3961"/>
                        </a:cubicBezTo>
                        <a:lnTo>
                          <a:pt x="718" y="3987"/>
                        </a:lnTo>
                        <a:cubicBezTo>
                          <a:pt x="726" y="3996"/>
                          <a:pt x="731" y="4004"/>
                          <a:pt x="742" y="4014"/>
                        </a:cubicBezTo>
                        <a:cubicBezTo>
                          <a:pt x="751" y="4026"/>
                          <a:pt x="761" y="4037"/>
                          <a:pt x="772" y="4049"/>
                        </a:cubicBezTo>
                        <a:cubicBezTo>
                          <a:pt x="778" y="4055"/>
                          <a:pt x="785" y="4062"/>
                          <a:pt x="791" y="4068"/>
                        </a:cubicBezTo>
                        <a:cubicBezTo>
                          <a:pt x="802" y="4080"/>
                          <a:pt x="814" y="4092"/>
                          <a:pt x="825" y="4104"/>
                        </a:cubicBezTo>
                        <a:lnTo>
                          <a:pt x="843" y="4122"/>
                        </a:lnTo>
                        <a:cubicBezTo>
                          <a:pt x="854" y="4132"/>
                          <a:pt x="863" y="4141"/>
                          <a:pt x="873" y="4151"/>
                        </a:cubicBezTo>
                        <a:lnTo>
                          <a:pt x="901" y="4178"/>
                        </a:lnTo>
                        <a:lnTo>
                          <a:pt x="906" y="4184"/>
                        </a:lnTo>
                        <a:cubicBezTo>
                          <a:pt x="1358" y="4606"/>
                          <a:pt x="1950" y="4878"/>
                          <a:pt x="2566" y="4931"/>
                        </a:cubicBezTo>
                        <a:cubicBezTo>
                          <a:pt x="2631" y="4937"/>
                          <a:pt x="2697" y="4940"/>
                          <a:pt x="2763" y="4940"/>
                        </a:cubicBezTo>
                        <a:cubicBezTo>
                          <a:pt x="3492" y="4940"/>
                          <a:pt x="4207" y="4591"/>
                          <a:pt x="4728" y="4074"/>
                        </a:cubicBezTo>
                        <a:cubicBezTo>
                          <a:pt x="4486" y="3643"/>
                          <a:pt x="4036" y="3342"/>
                          <a:pt x="3551" y="3252"/>
                        </a:cubicBezTo>
                        <a:cubicBezTo>
                          <a:pt x="3823" y="3211"/>
                          <a:pt x="4078" y="3096"/>
                          <a:pt x="4321" y="2930"/>
                        </a:cubicBezTo>
                        <a:cubicBezTo>
                          <a:pt x="4492" y="2812"/>
                          <a:pt x="4652" y="2648"/>
                          <a:pt x="4679" y="2441"/>
                        </a:cubicBezTo>
                        <a:cubicBezTo>
                          <a:pt x="4700" y="2282"/>
                          <a:pt x="4637" y="2125"/>
                          <a:pt x="4562" y="1982"/>
                        </a:cubicBezTo>
                        <a:cubicBezTo>
                          <a:pt x="4269" y="1423"/>
                          <a:pt x="3733" y="811"/>
                          <a:pt x="3220" y="446"/>
                        </a:cubicBezTo>
                        <a:cubicBezTo>
                          <a:pt x="3089" y="353"/>
                          <a:pt x="2941" y="270"/>
                          <a:pt x="2780" y="268"/>
                        </a:cubicBezTo>
                        <a:cubicBezTo>
                          <a:pt x="2779" y="268"/>
                          <a:pt x="2778" y="268"/>
                          <a:pt x="2777" y="268"/>
                        </a:cubicBezTo>
                        <a:cubicBezTo>
                          <a:pt x="2571" y="268"/>
                          <a:pt x="2387" y="403"/>
                          <a:pt x="2248" y="558"/>
                        </a:cubicBezTo>
                        <a:cubicBezTo>
                          <a:pt x="2053" y="775"/>
                          <a:pt x="1904" y="1014"/>
                          <a:pt x="1825" y="1276"/>
                        </a:cubicBezTo>
                        <a:cubicBezTo>
                          <a:pt x="1804" y="783"/>
                          <a:pt x="1565" y="298"/>
                          <a:pt x="1170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8" name="Google Shape;1468;p41"/>
                  <p:cNvSpPr/>
                  <p:nvPr/>
                </p:nvSpPr>
                <p:spPr>
                  <a:xfrm>
                    <a:off x="8158125" y="2559100"/>
                    <a:ext cx="24750" cy="60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" h="2429" extrusionOk="0">
                        <a:moveTo>
                          <a:pt x="943" y="1"/>
                        </a:moveTo>
                        <a:lnTo>
                          <a:pt x="560" y="584"/>
                        </a:lnTo>
                        <a:cubicBezTo>
                          <a:pt x="378" y="863"/>
                          <a:pt x="193" y="1146"/>
                          <a:pt x="98" y="1465"/>
                        </a:cubicBezTo>
                        <a:cubicBezTo>
                          <a:pt x="1" y="1783"/>
                          <a:pt x="2" y="2147"/>
                          <a:pt x="180" y="2428"/>
                        </a:cubicBezTo>
                        <a:cubicBezTo>
                          <a:pt x="737" y="2135"/>
                          <a:pt x="888" y="1450"/>
                          <a:pt x="957" y="878"/>
                        </a:cubicBezTo>
                        <a:cubicBezTo>
                          <a:pt x="989" y="591"/>
                          <a:pt x="960" y="289"/>
                          <a:pt x="943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9" name="Google Shape;1469;p41"/>
                  <p:cNvSpPr/>
                  <p:nvPr/>
                </p:nvSpPr>
                <p:spPr>
                  <a:xfrm>
                    <a:off x="8132075" y="2598800"/>
                    <a:ext cx="20000" cy="63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0" h="2542" extrusionOk="0">
                        <a:moveTo>
                          <a:pt x="478" y="1"/>
                        </a:moveTo>
                        <a:lnTo>
                          <a:pt x="249" y="660"/>
                        </a:lnTo>
                        <a:cubicBezTo>
                          <a:pt x="141" y="975"/>
                          <a:pt x="32" y="1294"/>
                          <a:pt x="15" y="1626"/>
                        </a:cubicBezTo>
                        <a:cubicBezTo>
                          <a:pt x="0" y="1960"/>
                          <a:pt x="90" y="2312"/>
                          <a:pt x="331" y="2542"/>
                        </a:cubicBezTo>
                        <a:cubicBezTo>
                          <a:pt x="800" y="2120"/>
                          <a:pt x="780" y="1421"/>
                          <a:pt x="704" y="848"/>
                        </a:cubicBezTo>
                        <a:cubicBezTo>
                          <a:pt x="667" y="562"/>
                          <a:pt x="566" y="275"/>
                          <a:pt x="478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0" name="Google Shape;1470;p41"/>
                  <p:cNvSpPr/>
                  <p:nvPr/>
                </p:nvSpPr>
                <p:spPr>
                  <a:xfrm>
                    <a:off x="8167625" y="2614375"/>
                    <a:ext cx="61875" cy="2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5" h="860" extrusionOk="0">
                        <a:moveTo>
                          <a:pt x="1701" y="0"/>
                        </a:moveTo>
                        <a:cubicBezTo>
                          <a:pt x="1667" y="0"/>
                          <a:pt x="1634" y="1"/>
                          <a:pt x="1601" y="3"/>
                        </a:cubicBezTo>
                        <a:cubicBezTo>
                          <a:pt x="1024" y="33"/>
                          <a:pt x="332" y="138"/>
                          <a:pt x="1" y="674"/>
                        </a:cubicBezTo>
                        <a:cubicBezTo>
                          <a:pt x="180" y="805"/>
                          <a:pt x="401" y="860"/>
                          <a:pt x="625" y="860"/>
                        </a:cubicBezTo>
                        <a:cubicBezTo>
                          <a:pt x="737" y="860"/>
                          <a:pt x="849" y="846"/>
                          <a:pt x="957" y="821"/>
                        </a:cubicBezTo>
                        <a:cubicBezTo>
                          <a:pt x="1282" y="747"/>
                          <a:pt x="1577" y="581"/>
                          <a:pt x="1866" y="419"/>
                        </a:cubicBezTo>
                        <a:lnTo>
                          <a:pt x="2475" y="76"/>
                        </a:lnTo>
                        <a:cubicBezTo>
                          <a:pt x="2221" y="43"/>
                          <a:pt x="1958" y="0"/>
                          <a:pt x="1701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1" name="Google Shape;1471;p41"/>
                  <p:cNvSpPr/>
                  <p:nvPr/>
                </p:nvSpPr>
                <p:spPr>
                  <a:xfrm>
                    <a:off x="8152400" y="2638250"/>
                    <a:ext cx="51425" cy="38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" h="1527" extrusionOk="0">
                        <a:moveTo>
                          <a:pt x="2056" y="1"/>
                        </a:moveTo>
                        <a:lnTo>
                          <a:pt x="2056" y="1"/>
                        </a:lnTo>
                        <a:cubicBezTo>
                          <a:pt x="1778" y="75"/>
                          <a:pt x="1482" y="145"/>
                          <a:pt x="1221" y="269"/>
                        </a:cubicBezTo>
                        <a:cubicBezTo>
                          <a:pt x="699" y="517"/>
                          <a:pt x="100" y="880"/>
                          <a:pt x="0" y="1502"/>
                        </a:cubicBezTo>
                        <a:cubicBezTo>
                          <a:pt x="70" y="1519"/>
                          <a:pt x="140" y="1527"/>
                          <a:pt x="211" y="1527"/>
                        </a:cubicBezTo>
                        <a:cubicBezTo>
                          <a:pt x="469" y="1527"/>
                          <a:pt x="728" y="1423"/>
                          <a:pt x="940" y="1271"/>
                        </a:cubicBezTo>
                        <a:cubicBezTo>
                          <a:pt x="1211" y="1077"/>
                          <a:pt x="1420" y="812"/>
                          <a:pt x="1625" y="549"/>
                        </a:cubicBezTo>
                        <a:cubicBezTo>
                          <a:pt x="1769" y="366"/>
                          <a:pt x="1913" y="184"/>
                          <a:pt x="2056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472" name="Google Shape;1472;p41"/>
                <p:cNvGrpSpPr/>
                <p:nvPr/>
              </p:nvGrpSpPr>
              <p:grpSpPr>
                <a:xfrm>
                  <a:off x="8136625" y="2480300"/>
                  <a:ext cx="187975" cy="217250"/>
                  <a:chOff x="8136625" y="2480300"/>
                  <a:chExt cx="187975" cy="217250"/>
                </a:xfrm>
              </p:grpSpPr>
              <p:sp>
                <p:nvSpPr>
                  <p:cNvPr id="1473" name="Google Shape;1473;p4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4" name="Google Shape;1474;p41"/>
                  <p:cNvSpPr/>
                  <p:nvPr/>
                </p:nvSpPr>
                <p:spPr>
                  <a:xfrm>
                    <a:off x="8159350" y="2578750"/>
                    <a:ext cx="43350" cy="56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4" h="2253" extrusionOk="0">
                        <a:moveTo>
                          <a:pt x="623" y="1"/>
                        </a:moveTo>
                        <a:cubicBezTo>
                          <a:pt x="609" y="1"/>
                          <a:pt x="595" y="7"/>
                          <a:pt x="585" y="23"/>
                        </a:cubicBezTo>
                        <a:cubicBezTo>
                          <a:pt x="198" y="685"/>
                          <a:pt x="1" y="1441"/>
                          <a:pt x="14" y="2208"/>
                        </a:cubicBezTo>
                        <a:cubicBezTo>
                          <a:pt x="14" y="2231"/>
                          <a:pt x="35" y="2252"/>
                          <a:pt x="59" y="2252"/>
                        </a:cubicBezTo>
                        <a:cubicBezTo>
                          <a:pt x="67" y="2252"/>
                          <a:pt x="74" y="2249"/>
                          <a:pt x="81" y="2246"/>
                        </a:cubicBezTo>
                        <a:cubicBezTo>
                          <a:pt x="562" y="1988"/>
                          <a:pt x="1113" y="1869"/>
                          <a:pt x="1647" y="1753"/>
                        </a:cubicBezTo>
                        <a:lnTo>
                          <a:pt x="1682" y="1745"/>
                        </a:lnTo>
                        <a:cubicBezTo>
                          <a:pt x="1734" y="1731"/>
                          <a:pt x="1720" y="1657"/>
                          <a:pt x="1671" y="1657"/>
                        </a:cubicBezTo>
                        <a:cubicBezTo>
                          <a:pt x="1668" y="1657"/>
                          <a:pt x="1665" y="1657"/>
                          <a:pt x="1662" y="1657"/>
                        </a:cubicBezTo>
                        <a:lnTo>
                          <a:pt x="1629" y="1665"/>
                        </a:lnTo>
                        <a:cubicBezTo>
                          <a:pt x="1113" y="1777"/>
                          <a:pt x="581" y="1893"/>
                          <a:pt x="104" y="2133"/>
                        </a:cubicBezTo>
                        <a:cubicBezTo>
                          <a:pt x="104" y="1407"/>
                          <a:pt x="298" y="696"/>
                          <a:pt x="663" y="69"/>
                        </a:cubicBezTo>
                        <a:cubicBezTo>
                          <a:pt x="685" y="33"/>
                          <a:pt x="654" y="1"/>
                          <a:pt x="62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5" name="Google Shape;1475;p41"/>
                  <p:cNvSpPr/>
                  <p:nvPr/>
                </p:nvSpPr>
                <p:spPr>
                  <a:xfrm>
                    <a:off x="8144725" y="2649200"/>
                    <a:ext cx="42975" cy="2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" h="1141" extrusionOk="0">
                        <a:moveTo>
                          <a:pt x="1654" y="1"/>
                        </a:moveTo>
                        <a:cubicBezTo>
                          <a:pt x="1644" y="1"/>
                          <a:pt x="1634" y="4"/>
                          <a:pt x="1624" y="13"/>
                        </a:cubicBezTo>
                        <a:cubicBezTo>
                          <a:pt x="1175" y="414"/>
                          <a:pt x="666" y="870"/>
                          <a:pt x="51" y="1052"/>
                        </a:cubicBezTo>
                        <a:cubicBezTo>
                          <a:pt x="0" y="1067"/>
                          <a:pt x="10" y="1140"/>
                          <a:pt x="61" y="1140"/>
                        </a:cubicBezTo>
                        <a:cubicBezTo>
                          <a:pt x="62" y="1140"/>
                          <a:pt x="62" y="1140"/>
                          <a:pt x="63" y="1140"/>
                        </a:cubicBezTo>
                        <a:cubicBezTo>
                          <a:pt x="67" y="1140"/>
                          <a:pt x="71" y="1140"/>
                          <a:pt x="76" y="1139"/>
                        </a:cubicBezTo>
                        <a:cubicBezTo>
                          <a:pt x="711" y="951"/>
                          <a:pt x="1229" y="487"/>
                          <a:pt x="1683" y="80"/>
                        </a:cubicBezTo>
                        <a:cubicBezTo>
                          <a:pt x="1718" y="49"/>
                          <a:pt x="1690" y="1"/>
                          <a:pt x="16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6" name="Google Shape;1476;p41"/>
                  <p:cNvSpPr/>
                  <p:nvPr/>
                </p:nvSpPr>
                <p:spPr>
                  <a:xfrm>
                    <a:off x="8136625" y="2626300"/>
                    <a:ext cx="11275" cy="47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1" h="1900" extrusionOk="0">
                        <a:moveTo>
                          <a:pt x="183" y="0"/>
                        </a:moveTo>
                        <a:cubicBezTo>
                          <a:pt x="164" y="0"/>
                          <a:pt x="146" y="11"/>
                          <a:pt x="140" y="36"/>
                        </a:cubicBezTo>
                        <a:cubicBezTo>
                          <a:pt x="0" y="699"/>
                          <a:pt x="53" y="1027"/>
                          <a:pt x="84" y="1223"/>
                        </a:cubicBezTo>
                        <a:cubicBezTo>
                          <a:pt x="118" y="1436"/>
                          <a:pt x="249" y="1701"/>
                          <a:pt x="361" y="1879"/>
                        </a:cubicBezTo>
                        <a:cubicBezTo>
                          <a:pt x="369" y="1891"/>
                          <a:pt x="384" y="1900"/>
                          <a:pt x="398" y="1900"/>
                        </a:cubicBezTo>
                        <a:cubicBezTo>
                          <a:pt x="407" y="1900"/>
                          <a:pt x="416" y="1897"/>
                          <a:pt x="422" y="1892"/>
                        </a:cubicBezTo>
                        <a:cubicBezTo>
                          <a:pt x="443" y="1879"/>
                          <a:pt x="451" y="1852"/>
                          <a:pt x="437" y="1830"/>
                        </a:cubicBezTo>
                        <a:cubicBezTo>
                          <a:pt x="330" y="1660"/>
                          <a:pt x="205" y="1408"/>
                          <a:pt x="172" y="1209"/>
                        </a:cubicBezTo>
                        <a:cubicBezTo>
                          <a:pt x="140" y="1006"/>
                          <a:pt x="91" y="701"/>
                          <a:pt x="228" y="54"/>
                        </a:cubicBezTo>
                        <a:cubicBezTo>
                          <a:pt x="235" y="20"/>
                          <a:pt x="209" y="0"/>
                          <a:pt x="18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7" name="Google Shape;1477;p4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8" name="Google Shape;1478;p4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9" name="Google Shape;1479;p4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0" name="Google Shape;1480;p4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1" name="Google Shape;1481;p4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2" name="Google Shape;1482;p4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3" name="Google Shape;1483;p4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4" name="Google Shape;1484;p4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485" name="Google Shape;1485;p41"/>
              <p:cNvGrpSpPr/>
              <p:nvPr/>
            </p:nvGrpSpPr>
            <p:grpSpPr>
              <a:xfrm rot="-188346">
                <a:off x="4255507" y="703471"/>
                <a:ext cx="657363" cy="925277"/>
                <a:chOff x="8244900" y="3297325"/>
                <a:chExt cx="207000" cy="291375"/>
              </a:xfrm>
            </p:grpSpPr>
            <p:sp>
              <p:nvSpPr>
                <p:cNvPr id="1486" name="Google Shape;1486;p41"/>
                <p:cNvSpPr/>
                <p:nvPr/>
              </p:nvSpPr>
              <p:spPr>
                <a:xfrm>
                  <a:off x="8367875" y="3423650"/>
                  <a:ext cx="83125" cy="2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5" h="817" extrusionOk="0">
                      <a:moveTo>
                        <a:pt x="1900" y="1"/>
                      </a:moveTo>
                      <a:cubicBezTo>
                        <a:pt x="1246" y="1"/>
                        <a:pt x="554" y="138"/>
                        <a:pt x="160" y="283"/>
                      </a:cubicBezTo>
                      <a:cubicBezTo>
                        <a:pt x="140" y="298"/>
                        <a:pt x="123" y="300"/>
                        <a:pt x="105" y="300"/>
                      </a:cubicBezTo>
                      <a:cubicBezTo>
                        <a:pt x="100" y="300"/>
                        <a:pt x="95" y="300"/>
                        <a:pt x="89" y="300"/>
                      </a:cubicBezTo>
                      <a:cubicBezTo>
                        <a:pt x="66" y="300"/>
                        <a:pt x="39" y="302"/>
                        <a:pt x="1" y="327"/>
                      </a:cubicBezTo>
                      <a:cubicBezTo>
                        <a:pt x="277" y="682"/>
                        <a:pt x="878" y="817"/>
                        <a:pt x="1507" y="817"/>
                      </a:cubicBezTo>
                      <a:cubicBezTo>
                        <a:pt x="2218" y="817"/>
                        <a:pt x="2966" y="645"/>
                        <a:pt x="3324" y="423"/>
                      </a:cubicBezTo>
                      <a:cubicBezTo>
                        <a:pt x="3039" y="111"/>
                        <a:pt x="2485" y="1"/>
                        <a:pt x="19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7" name="Google Shape;1487;p41"/>
                <p:cNvSpPr/>
                <p:nvPr/>
              </p:nvSpPr>
              <p:spPr>
                <a:xfrm>
                  <a:off x="8394950" y="3357550"/>
                  <a:ext cx="56950" cy="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587" extrusionOk="0">
                      <a:moveTo>
                        <a:pt x="2127" y="1"/>
                      </a:moveTo>
                      <a:cubicBezTo>
                        <a:pt x="1406" y="1"/>
                        <a:pt x="429" y="944"/>
                        <a:pt x="85" y="1452"/>
                      </a:cubicBezTo>
                      <a:cubicBezTo>
                        <a:pt x="70" y="1501"/>
                        <a:pt x="29" y="1485"/>
                        <a:pt x="0" y="1559"/>
                      </a:cubicBezTo>
                      <a:cubicBezTo>
                        <a:pt x="65" y="1578"/>
                        <a:pt x="133" y="1587"/>
                        <a:pt x="204" y="1587"/>
                      </a:cubicBezTo>
                      <a:cubicBezTo>
                        <a:pt x="966" y="1587"/>
                        <a:pt x="2045" y="571"/>
                        <a:pt x="2277" y="16"/>
                      </a:cubicBezTo>
                      <a:cubicBezTo>
                        <a:pt x="2229" y="6"/>
                        <a:pt x="2178" y="1"/>
                        <a:pt x="21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8" name="Google Shape;1488;p41"/>
                <p:cNvSpPr/>
                <p:nvPr/>
              </p:nvSpPr>
              <p:spPr>
                <a:xfrm>
                  <a:off x="8379400" y="3327025"/>
                  <a:ext cx="26225" cy="6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" h="2748" extrusionOk="0">
                      <a:moveTo>
                        <a:pt x="488" y="1"/>
                      </a:moveTo>
                      <a:cubicBezTo>
                        <a:pt x="157" y="569"/>
                        <a:pt x="0" y="2276"/>
                        <a:pt x="634" y="2747"/>
                      </a:cubicBezTo>
                      <a:cubicBezTo>
                        <a:pt x="677" y="2680"/>
                        <a:pt x="639" y="2655"/>
                        <a:pt x="668" y="2615"/>
                      </a:cubicBezTo>
                      <a:cubicBezTo>
                        <a:pt x="879" y="1991"/>
                        <a:pt x="1049" y="487"/>
                        <a:pt x="48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9" name="Google Shape;1489;p41"/>
                <p:cNvSpPr/>
                <p:nvPr/>
              </p:nvSpPr>
              <p:spPr>
                <a:xfrm>
                  <a:off x="8410775" y="3297325"/>
                  <a:ext cx="25450" cy="6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8" h="2648" extrusionOk="0">
                      <a:moveTo>
                        <a:pt x="820" y="0"/>
                      </a:moveTo>
                      <a:lnTo>
                        <a:pt x="820" y="0"/>
                      </a:lnTo>
                      <a:cubicBezTo>
                        <a:pt x="166" y="352"/>
                        <a:pt x="1" y="1857"/>
                        <a:pt x="70" y="2511"/>
                      </a:cubicBezTo>
                      <a:cubicBezTo>
                        <a:pt x="89" y="2558"/>
                        <a:pt x="47" y="2573"/>
                        <a:pt x="73" y="2647"/>
                      </a:cubicBezTo>
                      <a:cubicBezTo>
                        <a:pt x="796" y="2328"/>
                        <a:pt x="1018" y="628"/>
                        <a:pt x="8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0" name="Google Shape;1490;p41"/>
                <p:cNvSpPr/>
                <p:nvPr/>
              </p:nvSpPr>
              <p:spPr>
                <a:xfrm>
                  <a:off x="8345475" y="3348250"/>
                  <a:ext cx="27225" cy="8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3271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0" y="734"/>
                        <a:pt x="78" y="2805"/>
                        <a:pt x="913" y="3270"/>
                      </a:cubicBezTo>
                      <a:cubicBezTo>
                        <a:pt x="953" y="3184"/>
                        <a:pt x="903" y="3160"/>
                        <a:pt x="934" y="3106"/>
                      </a:cubicBezTo>
                      <a:cubicBezTo>
                        <a:pt x="1089" y="2326"/>
                        <a:pt x="1056" y="497"/>
                        <a:pt x="3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1" name="Google Shape;1491;p41"/>
                <p:cNvSpPr/>
                <p:nvPr/>
              </p:nvSpPr>
              <p:spPr>
                <a:xfrm>
                  <a:off x="8336625" y="3458375"/>
                  <a:ext cx="83125" cy="2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5" h="817" extrusionOk="0">
                      <a:moveTo>
                        <a:pt x="1899" y="0"/>
                      </a:moveTo>
                      <a:cubicBezTo>
                        <a:pt x="1245" y="0"/>
                        <a:pt x="553" y="138"/>
                        <a:pt x="159" y="282"/>
                      </a:cubicBezTo>
                      <a:cubicBezTo>
                        <a:pt x="139" y="298"/>
                        <a:pt x="122" y="300"/>
                        <a:pt x="103" y="300"/>
                      </a:cubicBezTo>
                      <a:cubicBezTo>
                        <a:pt x="99" y="300"/>
                        <a:pt x="96" y="299"/>
                        <a:pt x="92" y="299"/>
                      </a:cubicBezTo>
                      <a:cubicBezTo>
                        <a:pt x="68" y="299"/>
                        <a:pt x="40" y="301"/>
                        <a:pt x="1" y="328"/>
                      </a:cubicBezTo>
                      <a:cubicBezTo>
                        <a:pt x="277" y="682"/>
                        <a:pt x="878" y="817"/>
                        <a:pt x="1507" y="817"/>
                      </a:cubicBezTo>
                      <a:cubicBezTo>
                        <a:pt x="2218" y="817"/>
                        <a:pt x="2966" y="645"/>
                        <a:pt x="3325" y="424"/>
                      </a:cubicBezTo>
                      <a:cubicBezTo>
                        <a:pt x="3039" y="110"/>
                        <a:pt x="2484" y="0"/>
                        <a:pt x="1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2" name="Google Shape;1492;p41"/>
                <p:cNvSpPr/>
                <p:nvPr/>
              </p:nvSpPr>
              <p:spPr>
                <a:xfrm>
                  <a:off x="8317550" y="3384750"/>
                  <a:ext cx="27250" cy="8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3271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0" y="734"/>
                        <a:pt x="80" y="2805"/>
                        <a:pt x="913" y="3270"/>
                      </a:cubicBezTo>
                      <a:cubicBezTo>
                        <a:pt x="953" y="3182"/>
                        <a:pt x="904" y="3160"/>
                        <a:pt x="934" y="3106"/>
                      </a:cubicBezTo>
                      <a:cubicBezTo>
                        <a:pt x="1089" y="2326"/>
                        <a:pt x="1056" y="497"/>
                        <a:pt x="3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3" name="Google Shape;1493;p41"/>
                <p:cNvSpPr/>
                <p:nvPr/>
              </p:nvSpPr>
              <p:spPr>
                <a:xfrm>
                  <a:off x="8304325" y="3488950"/>
                  <a:ext cx="83100" cy="2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4" h="815" extrusionOk="0">
                      <a:moveTo>
                        <a:pt x="1900" y="0"/>
                      </a:moveTo>
                      <a:cubicBezTo>
                        <a:pt x="1246" y="0"/>
                        <a:pt x="554" y="138"/>
                        <a:pt x="160" y="282"/>
                      </a:cubicBezTo>
                      <a:cubicBezTo>
                        <a:pt x="140" y="296"/>
                        <a:pt x="124" y="298"/>
                        <a:pt x="107" y="298"/>
                      </a:cubicBezTo>
                      <a:cubicBezTo>
                        <a:pt x="101" y="298"/>
                        <a:pt x="95" y="298"/>
                        <a:pt x="89" y="298"/>
                      </a:cubicBezTo>
                      <a:cubicBezTo>
                        <a:pt x="66" y="298"/>
                        <a:pt x="39" y="301"/>
                        <a:pt x="0" y="326"/>
                      </a:cubicBezTo>
                      <a:cubicBezTo>
                        <a:pt x="276" y="680"/>
                        <a:pt x="877" y="815"/>
                        <a:pt x="1507" y="815"/>
                      </a:cubicBezTo>
                      <a:cubicBezTo>
                        <a:pt x="2217" y="815"/>
                        <a:pt x="2965" y="643"/>
                        <a:pt x="3324" y="422"/>
                      </a:cubicBezTo>
                      <a:cubicBezTo>
                        <a:pt x="3038" y="110"/>
                        <a:pt x="2484" y="0"/>
                        <a:pt x="19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4" name="Google Shape;1494;p41"/>
                <p:cNvSpPr/>
                <p:nvPr/>
              </p:nvSpPr>
              <p:spPr>
                <a:xfrm>
                  <a:off x="8281900" y="3413525"/>
                  <a:ext cx="27250" cy="8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3271" extrusionOk="0">
                      <a:moveTo>
                        <a:pt x="310" y="0"/>
                      </a:moveTo>
                      <a:cubicBezTo>
                        <a:pt x="1" y="732"/>
                        <a:pt x="78" y="2805"/>
                        <a:pt x="914" y="3270"/>
                      </a:cubicBezTo>
                      <a:cubicBezTo>
                        <a:pt x="954" y="3182"/>
                        <a:pt x="905" y="3159"/>
                        <a:pt x="934" y="3106"/>
                      </a:cubicBezTo>
                      <a:cubicBezTo>
                        <a:pt x="1089" y="2326"/>
                        <a:pt x="1057" y="497"/>
                        <a:pt x="3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1495;p41"/>
                <p:cNvSpPr/>
                <p:nvPr/>
              </p:nvSpPr>
              <p:spPr>
                <a:xfrm>
                  <a:off x="8244900" y="3336975"/>
                  <a:ext cx="175975" cy="25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9" h="10069" extrusionOk="0">
                      <a:moveTo>
                        <a:pt x="6932" y="1"/>
                      </a:moveTo>
                      <a:cubicBezTo>
                        <a:pt x="6902" y="1"/>
                        <a:pt x="6872" y="22"/>
                        <a:pt x="6876" y="62"/>
                      </a:cubicBezTo>
                      <a:cubicBezTo>
                        <a:pt x="6922" y="541"/>
                        <a:pt x="6445" y="1461"/>
                        <a:pt x="6187" y="1954"/>
                      </a:cubicBezTo>
                      <a:lnTo>
                        <a:pt x="6138" y="2053"/>
                      </a:lnTo>
                      <a:cubicBezTo>
                        <a:pt x="5774" y="2755"/>
                        <a:pt x="5206" y="3365"/>
                        <a:pt x="4654" y="3955"/>
                      </a:cubicBezTo>
                      <a:cubicBezTo>
                        <a:pt x="4362" y="4270"/>
                        <a:pt x="4058" y="4595"/>
                        <a:pt x="3792" y="4929"/>
                      </a:cubicBezTo>
                      <a:cubicBezTo>
                        <a:pt x="3328" y="5512"/>
                        <a:pt x="2807" y="5936"/>
                        <a:pt x="2301" y="6344"/>
                      </a:cubicBezTo>
                      <a:cubicBezTo>
                        <a:pt x="1263" y="7187"/>
                        <a:pt x="282" y="7983"/>
                        <a:pt x="5" y="10005"/>
                      </a:cubicBezTo>
                      <a:cubicBezTo>
                        <a:pt x="0" y="10036"/>
                        <a:pt x="21" y="10065"/>
                        <a:pt x="52" y="10068"/>
                      </a:cubicBezTo>
                      <a:cubicBezTo>
                        <a:pt x="56" y="10069"/>
                        <a:pt x="59" y="10069"/>
                        <a:pt x="62" y="10069"/>
                      </a:cubicBezTo>
                      <a:cubicBezTo>
                        <a:pt x="71" y="10069"/>
                        <a:pt x="79" y="10067"/>
                        <a:pt x="87" y="10063"/>
                      </a:cubicBezTo>
                      <a:cubicBezTo>
                        <a:pt x="103" y="10054"/>
                        <a:pt x="113" y="10039"/>
                        <a:pt x="116" y="10020"/>
                      </a:cubicBezTo>
                      <a:cubicBezTo>
                        <a:pt x="388" y="8043"/>
                        <a:pt x="1353" y="7260"/>
                        <a:pt x="2371" y="6432"/>
                      </a:cubicBezTo>
                      <a:cubicBezTo>
                        <a:pt x="2881" y="6019"/>
                        <a:pt x="3408" y="5591"/>
                        <a:pt x="3880" y="4999"/>
                      </a:cubicBezTo>
                      <a:cubicBezTo>
                        <a:pt x="4143" y="4670"/>
                        <a:pt x="4444" y="4346"/>
                        <a:pt x="4738" y="4033"/>
                      </a:cubicBezTo>
                      <a:cubicBezTo>
                        <a:pt x="5292" y="3437"/>
                        <a:pt x="5866" y="2821"/>
                        <a:pt x="6236" y="2103"/>
                      </a:cubicBezTo>
                      <a:lnTo>
                        <a:pt x="6287" y="2006"/>
                      </a:lnTo>
                      <a:cubicBezTo>
                        <a:pt x="6549" y="1502"/>
                        <a:pt x="7039" y="563"/>
                        <a:pt x="6988" y="52"/>
                      </a:cubicBezTo>
                      <a:cubicBezTo>
                        <a:pt x="6984" y="17"/>
                        <a:pt x="6958" y="1"/>
                        <a:pt x="69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96" name="Google Shape;1496;p41"/>
              <p:cNvGrpSpPr/>
              <p:nvPr/>
            </p:nvGrpSpPr>
            <p:grpSpPr>
              <a:xfrm rot="337277">
                <a:off x="4423322" y="1277117"/>
                <a:ext cx="1005591" cy="961454"/>
                <a:chOff x="8059125" y="2818475"/>
                <a:chExt cx="411275" cy="393225"/>
              </a:xfrm>
            </p:grpSpPr>
            <p:sp>
              <p:nvSpPr>
                <p:cNvPr id="1497" name="Google Shape;1497;p41"/>
                <p:cNvSpPr/>
                <p:nvPr/>
              </p:nvSpPr>
              <p:spPr>
                <a:xfrm>
                  <a:off x="8177525" y="2820225"/>
                  <a:ext cx="292875" cy="22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5" h="9058" extrusionOk="0">
                      <a:moveTo>
                        <a:pt x="9188" y="1"/>
                      </a:moveTo>
                      <a:cubicBezTo>
                        <a:pt x="8450" y="1"/>
                        <a:pt x="7618" y="244"/>
                        <a:pt x="7037" y="670"/>
                      </a:cubicBezTo>
                      <a:cubicBezTo>
                        <a:pt x="7481" y="935"/>
                        <a:pt x="7883" y="1268"/>
                        <a:pt x="8227" y="1654"/>
                      </a:cubicBezTo>
                      <a:cubicBezTo>
                        <a:pt x="7693" y="1433"/>
                        <a:pt x="7179" y="1172"/>
                        <a:pt x="6685" y="874"/>
                      </a:cubicBezTo>
                      <a:cubicBezTo>
                        <a:pt x="6036" y="1390"/>
                        <a:pt x="5215" y="1943"/>
                        <a:pt x="4502" y="2367"/>
                      </a:cubicBezTo>
                      <a:cubicBezTo>
                        <a:pt x="4244" y="3136"/>
                        <a:pt x="3856" y="3713"/>
                        <a:pt x="3640" y="4496"/>
                      </a:cubicBezTo>
                      <a:cubicBezTo>
                        <a:pt x="3579" y="4059"/>
                        <a:pt x="3594" y="3615"/>
                        <a:pt x="3685" y="3184"/>
                      </a:cubicBezTo>
                      <a:lnTo>
                        <a:pt x="3685" y="3184"/>
                      </a:lnTo>
                      <a:cubicBezTo>
                        <a:pt x="2716" y="4046"/>
                        <a:pt x="1873" y="5040"/>
                        <a:pt x="1181" y="6138"/>
                      </a:cubicBezTo>
                      <a:cubicBezTo>
                        <a:pt x="540" y="7156"/>
                        <a:pt x="0" y="9057"/>
                        <a:pt x="1552" y="9057"/>
                      </a:cubicBezTo>
                      <a:cubicBezTo>
                        <a:pt x="1679" y="9057"/>
                        <a:pt x="1821" y="9044"/>
                        <a:pt x="1977" y="9017"/>
                      </a:cubicBezTo>
                      <a:cubicBezTo>
                        <a:pt x="2572" y="8913"/>
                        <a:pt x="3130" y="8634"/>
                        <a:pt x="3700" y="8436"/>
                      </a:cubicBezTo>
                      <a:cubicBezTo>
                        <a:pt x="3846" y="8385"/>
                        <a:pt x="5971" y="7587"/>
                        <a:pt x="5911" y="7477"/>
                      </a:cubicBezTo>
                      <a:lnTo>
                        <a:pt x="5319" y="6427"/>
                      </a:lnTo>
                      <a:lnTo>
                        <a:pt x="5319" y="6427"/>
                      </a:lnTo>
                      <a:cubicBezTo>
                        <a:pt x="5716" y="6776"/>
                        <a:pt x="6223" y="7027"/>
                        <a:pt x="6713" y="7223"/>
                      </a:cubicBezTo>
                      <a:cubicBezTo>
                        <a:pt x="7895" y="6763"/>
                        <a:pt x="8980" y="5944"/>
                        <a:pt x="9760" y="4936"/>
                      </a:cubicBezTo>
                      <a:lnTo>
                        <a:pt x="9421" y="3133"/>
                      </a:lnTo>
                      <a:lnTo>
                        <a:pt x="9421" y="3133"/>
                      </a:lnTo>
                      <a:cubicBezTo>
                        <a:pt x="9741" y="3557"/>
                        <a:pt x="10019" y="4043"/>
                        <a:pt x="10337" y="4468"/>
                      </a:cubicBezTo>
                      <a:cubicBezTo>
                        <a:pt x="10905" y="3979"/>
                        <a:pt x="11405" y="3360"/>
                        <a:pt x="11558" y="2625"/>
                      </a:cubicBezTo>
                      <a:cubicBezTo>
                        <a:pt x="11715" y="1873"/>
                        <a:pt x="11376" y="1135"/>
                        <a:pt x="10823" y="635"/>
                      </a:cubicBezTo>
                      <a:cubicBezTo>
                        <a:pt x="10434" y="285"/>
                        <a:pt x="9940" y="51"/>
                        <a:pt x="9436" y="11"/>
                      </a:cubicBezTo>
                      <a:cubicBezTo>
                        <a:pt x="9355" y="4"/>
                        <a:pt x="9272" y="1"/>
                        <a:pt x="918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8" name="Google Shape;1498;p41"/>
                <p:cNvSpPr/>
                <p:nvPr/>
              </p:nvSpPr>
              <p:spPr>
                <a:xfrm>
                  <a:off x="8059125" y="2857025"/>
                  <a:ext cx="372400" cy="35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96" h="14187" extrusionOk="0">
                      <a:moveTo>
                        <a:pt x="14831" y="1"/>
                      </a:moveTo>
                      <a:cubicBezTo>
                        <a:pt x="14823" y="1"/>
                        <a:pt x="14815" y="3"/>
                        <a:pt x="14806" y="9"/>
                      </a:cubicBezTo>
                      <a:cubicBezTo>
                        <a:pt x="14773" y="28"/>
                        <a:pt x="11491" y="1941"/>
                        <a:pt x="8045" y="4626"/>
                      </a:cubicBezTo>
                      <a:cubicBezTo>
                        <a:pt x="6022" y="6202"/>
                        <a:pt x="4337" y="7732"/>
                        <a:pt x="3039" y="9172"/>
                      </a:cubicBezTo>
                      <a:cubicBezTo>
                        <a:pt x="1414" y="10975"/>
                        <a:pt x="394" y="12645"/>
                        <a:pt x="6" y="14133"/>
                      </a:cubicBezTo>
                      <a:cubicBezTo>
                        <a:pt x="0" y="14156"/>
                        <a:pt x="14" y="14180"/>
                        <a:pt x="37" y="14185"/>
                      </a:cubicBezTo>
                      <a:cubicBezTo>
                        <a:pt x="40" y="14187"/>
                        <a:pt x="45" y="14187"/>
                        <a:pt x="48" y="14187"/>
                      </a:cubicBezTo>
                      <a:cubicBezTo>
                        <a:pt x="67" y="14187"/>
                        <a:pt x="85" y="14174"/>
                        <a:pt x="90" y="14154"/>
                      </a:cubicBezTo>
                      <a:cubicBezTo>
                        <a:pt x="474" y="12681"/>
                        <a:pt x="1488" y="11024"/>
                        <a:pt x="3103" y="9230"/>
                      </a:cubicBezTo>
                      <a:cubicBezTo>
                        <a:pt x="4398" y="7794"/>
                        <a:pt x="6078" y="6269"/>
                        <a:pt x="8099" y="4696"/>
                      </a:cubicBezTo>
                      <a:cubicBezTo>
                        <a:pt x="11540" y="2016"/>
                        <a:pt x="14817" y="104"/>
                        <a:pt x="14849" y="85"/>
                      </a:cubicBezTo>
                      <a:cubicBezTo>
                        <a:pt x="14895" y="62"/>
                        <a:pt x="14870" y="1"/>
                        <a:pt x="148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9" name="Google Shape;1499;p41"/>
                <p:cNvSpPr/>
                <p:nvPr/>
              </p:nvSpPr>
              <p:spPr>
                <a:xfrm>
                  <a:off x="8389850" y="2818475"/>
                  <a:ext cx="29375" cy="6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" h="2568" extrusionOk="0">
                      <a:moveTo>
                        <a:pt x="1115" y="0"/>
                      </a:moveTo>
                      <a:cubicBezTo>
                        <a:pt x="1099" y="0"/>
                        <a:pt x="1083" y="8"/>
                        <a:pt x="1076" y="28"/>
                      </a:cubicBezTo>
                      <a:lnTo>
                        <a:pt x="10" y="2507"/>
                      </a:lnTo>
                      <a:cubicBezTo>
                        <a:pt x="1" y="2529"/>
                        <a:pt x="11" y="2554"/>
                        <a:pt x="32" y="2565"/>
                      </a:cubicBezTo>
                      <a:cubicBezTo>
                        <a:pt x="38" y="2566"/>
                        <a:pt x="44" y="2568"/>
                        <a:pt x="50" y="2568"/>
                      </a:cubicBezTo>
                      <a:cubicBezTo>
                        <a:pt x="68" y="2568"/>
                        <a:pt x="83" y="2557"/>
                        <a:pt x="90" y="2541"/>
                      </a:cubicBezTo>
                      <a:lnTo>
                        <a:pt x="1157" y="64"/>
                      </a:lnTo>
                      <a:cubicBezTo>
                        <a:pt x="1174" y="28"/>
                        <a:pt x="1144" y="0"/>
                        <a:pt x="111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0" name="Google Shape;1500;p41"/>
                <p:cNvSpPr/>
                <p:nvPr/>
              </p:nvSpPr>
              <p:spPr>
                <a:xfrm>
                  <a:off x="8295425" y="2947825"/>
                  <a:ext cx="102475" cy="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9" h="930" extrusionOk="0">
                      <a:moveTo>
                        <a:pt x="60" y="0"/>
                      </a:moveTo>
                      <a:cubicBezTo>
                        <a:pt x="12" y="0"/>
                        <a:pt x="0" y="76"/>
                        <a:pt x="53" y="87"/>
                      </a:cubicBezTo>
                      <a:lnTo>
                        <a:pt x="4028" y="928"/>
                      </a:lnTo>
                      <a:cubicBezTo>
                        <a:pt x="4031" y="929"/>
                        <a:pt x="4034" y="929"/>
                        <a:pt x="4037" y="929"/>
                      </a:cubicBezTo>
                      <a:lnTo>
                        <a:pt x="4039" y="929"/>
                      </a:lnTo>
                      <a:cubicBezTo>
                        <a:pt x="4090" y="928"/>
                        <a:pt x="4099" y="855"/>
                        <a:pt x="4048" y="843"/>
                      </a:cubicBezTo>
                      <a:lnTo>
                        <a:pt x="72" y="2"/>
                      </a:lnTo>
                      <a:cubicBezTo>
                        <a:pt x="68" y="1"/>
                        <a:pt x="64" y="0"/>
                        <a:pt x="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01" name="Google Shape;1501;p41"/>
              <p:cNvGrpSpPr/>
              <p:nvPr/>
            </p:nvGrpSpPr>
            <p:grpSpPr>
              <a:xfrm rot="871253">
                <a:off x="4498652" y="2103938"/>
                <a:ext cx="576125" cy="564083"/>
                <a:chOff x="8174627" y="4345225"/>
                <a:chExt cx="172915" cy="169301"/>
              </a:xfrm>
            </p:grpSpPr>
            <p:grpSp>
              <p:nvGrpSpPr>
                <p:cNvPr id="1502" name="Google Shape;1502;p41"/>
                <p:cNvGrpSpPr/>
                <p:nvPr/>
              </p:nvGrpSpPr>
              <p:grpSpPr>
                <a:xfrm>
                  <a:off x="8192297" y="4345225"/>
                  <a:ext cx="155245" cy="145615"/>
                  <a:chOff x="8192297" y="4345225"/>
                  <a:chExt cx="155245" cy="145615"/>
                </a:xfrm>
              </p:grpSpPr>
              <p:sp>
                <p:nvSpPr>
                  <p:cNvPr id="1503" name="Google Shape;1503;p41"/>
                  <p:cNvSpPr/>
                  <p:nvPr/>
                </p:nvSpPr>
                <p:spPr>
                  <a:xfrm>
                    <a:off x="8192297" y="4378920"/>
                    <a:ext cx="38677" cy="71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9" h="1725" extrusionOk="0">
                        <a:moveTo>
                          <a:pt x="536" y="0"/>
                        </a:moveTo>
                        <a:cubicBezTo>
                          <a:pt x="408" y="0"/>
                          <a:pt x="280" y="59"/>
                          <a:pt x="201" y="160"/>
                        </a:cubicBezTo>
                        <a:cubicBezTo>
                          <a:pt x="0" y="421"/>
                          <a:pt x="282" y="931"/>
                          <a:pt x="360" y="1198"/>
                        </a:cubicBezTo>
                        <a:cubicBezTo>
                          <a:pt x="395" y="1320"/>
                          <a:pt x="376" y="1604"/>
                          <a:pt x="339" y="1724"/>
                        </a:cubicBezTo>
                        <a:lnTo>
                          <a:pt x="477" y="1532"/>
                        </a:lnTo>
                        <a:cubicBezTo>
                          <a:pt x="544" y="1159"/>
                          <a:pt x="799" y="873"/>
                          <a:pt x="892" y="515"/>
                        </a:cubicBezTo>
                        <a:cubicBezTo>
                          <a:pt x="938" y="338"/>
                          <a:pt x="895" y="145"/>
                          <a:pt x="723" y="48"/>
                        </a:cubicBezTo>
                        <a:cubicBezTo>
                          <a:pt x="666" y="16"/>
                          <a:pt x="601" y="0"/>
                          <a:pt x="53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4" name="Google Shape;1504;p41"/>
                  <p:cNvSpPr/>
                  <p:nvPr/>
                </p:nvSpPr>
                <p:spPr>
                  <a:xfrm>
                    <a:off x="8230686" y="4349797"/>
                    <a:ext cx="47698" cy="85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8" h="2066" extrusionOk="0">
                        <a:moveTo>
                          <a:pt x="650" y="1"/>
                        </a:moveTo>
                        <a:cubicBezTo>
                          <a:pt x="522" y="1"/>
                          <a:pt x="392" y="47"/>
                          <a:pt x="298" y="133"/>
                        </a:cubicBezTo>
                        <a:cubicBezTo>
                          <a:pt x="0" y="408"/>
                          <a:pt x="237" y="1088"/>
                          <a:pt x="276" y="1429"/>
                        </a:cubicBezTo>
                        <a:cubicBezTo>
                          <a:pt x="294" y="1586"/>
                          <a:pt x="215" y="1926"/>
                          <a:pt x="143" y="2066"/>
                        </a:cubicBezTo>
                        <a:lnTo>
                          <a:pt x="187" y="2057"/>
                        </a:lnTo>
                        <a:cubicBezTo>
                          <a:pt x="346" y="1617"/>
                          <a:pt x="878" y="1125"/>
                          <a:pt x="1065" y="708"/>
                        </a:cubicBezTo>
                        <a:cubicBezTo>
                          <a:pt x="1157" y="502"/>
                          <a:pt x="1144" y="259"/>
                          <a:pt x="956" y="105"/>
                        </a:cubicBezTo>
                        <a:cubicBezTo>
                          <a:pt x="869" y="34"/>
                          <a:pt x="760" y="1"/>
                          <a:pt x="65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5" name="Google Shape;1505;p41"/>
                  <p:cNvSpPr/>
                  <p:nvPr/>
                </p:nvSpPr>
                <p:spPr>
                  <a:xfrm>
                    <a:off x="8253382" y="4411009"/>
                    <a:ext cx="91565" cy="408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3" h="992" extrusionOk="0">
                        <a:moveTo>
                          <a:pt x="1722" y="0"/>
                        </a:moveTo>
                        <a:cubicBezTo>
                          <a:pt x="1633" y="0"/>
                          <a:pt x="1542" y="23"/>
                          <a:pt x="1458" y="64"/>
                        </a:cubicBezTo>
                        <a:cubicBezTo>
                          <a:pt x="1046" y="265"/>
                          <a:pt x="763" y="646"/>
                          <a:pt x="330" y="819"/>
                        </a:cubicBezTo>
                        <a:lnTo>
                          <a:pt x="10" y="987"/>
                        </a:lnTo>
                        <a:lnTo>
                          <a:pt x="10" y="987"/>
                        </a:lnTo>
                        <a:cubicBezTo>
                          <a:pt x="142" y="921"/>
                          <a:pt x="520" y="876"/>
                          <a:pt x="707" y="876"/>
                        </a:cubicBezTo>
                        <a:cubicBezTo>
                          <a:pt x="728" y="876"/>
                          <a:pt x="747" y="877"/>
                          <a:pt x="763" y="878"/>
                        </a:cubicBezTo>
                        <a:cubicBezTo>
                          <a:pt x="966" y="894"/>
                          <a:pt x="1290" y="976"/>
                          <a:pt x="1575" y="976"/>
                        </a:cubicBezTo>
                        <a:cubicBezTo>
                          <a:pt x="1771" y="976"/>
                          <a:pt x="1950" y="937"/>
                          <a:pt x="2057" y="811"/>
                        </a:cubicBezTo>
                        <a:cubicBezTo>
                          <a:pt x="2212" y="631"/>
                          <a:pt x="2223" y="335"/>
                          <a:pt x="2063" y="154"/>
                        </a:cubicBezTo>
                        <a:cubicBezTo>
                          <a:pt x="1970" y="46"/>
                          <a:pt x="1848" y="0"/>
                          <a:pt x="1722" y="0"/>
                        </a:cubicBezTo>
                        <a:close/>
                        <a:moveTo>
                          <a:pt x="10" y="987"/>
                        </a:moveTo>
                        <a:lnTo>
                          <a:pt x="10" y="987"/>
                        </a:lnTo>
                        <a:cubicBezTo>
                          <a:pt x="7" y="988"/>
                          <a:pt x="4" y="990"/>
                          <a:pt x="1" y="992"/>
                        </a:cubicBezTo>
                        <a:lnTo>
                          <a:pt x="10" y="98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6" name="Google Shape;1506;p41"/>
                  <p:cNvSpPr/>
                  <p:nvPr/>
                </p:nvSpPr>
                <p:spPr>
                  <a:xfrm>
                    <a:off x="8242961" y="4458751"/>
                    <a:ext cx="73071" cy="32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4" h="779" extrusionOk="0">
                        <a:moveTo>
                          <a:pt x="1340" y="1"/>
                        </a:moveTo>
                        <a:cubicBezTo>
                          <a:pt x="1298" y="1"/>
                          <a:pt x="1256" y="6"/>
                          <a:pt x="1214" y="16"/>
                        </a:cubicBezTo>
                        <a:cubicBezTo>
                          <a:pt x="855" y="105"/>
                          <a:pt x="566" y="357"/>
                          <a:pt x="194" y="422"/>
                        </a:cubicBezTo>
                        <a:lnTo>
                          <a:pt x="0" y="557"/>
                        </a:lnTo>
                        <a:cubicBezTo>
                          <a:pt x="72" y="535"/>
                          <a:pt x="202" y="521"/>
                          <a:pt x="321" y="521"/>
                        </a:cubicBezTo>
                        <a:cubicBezTo>
                          <a:pt x="401" y="521"/>
                          <a:pt x="477" y="527"/>
                          <a:pt x="525" y="542"/>
                        </a:cubicBezTo>
                        <a:cubicBezTo>
                          <a:pt x="726" y="602"/>
                          <a:pt x="1063" y="778"/>
                          <a:pt x="1328" y="778"/>
                        </a:cubicBezTo>
                        <a:cubicBezTo>
                          <a:pt x="1416" y="778"/>
                          <a:pt x="1497" y="759"/>
                          <a:pt x="1562" y="709"/>
                        </a:cubicBezTo>
                        <a:cubicBezTo>
                          <a:pt x="1715" y="593"/>
                          <a:pt x="1773" y="360"/>
                          <a:pt x="1679" y="189"/>
                        </a:cubicBezTo>
                        <a:cubicBezTo>
                          <a:pt x="1606" y="58"/>
                          <a:pt x="1476" y="1"/>
                          <a:pt x="134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7" name="Google Shape;1507;p41"/>
                  <p:cNvSpPr/>
                  <p:nvPr/>
                </p:nvSpPr>
                <p:spPr>
                  <a:xfrm>
                    <a:off x="8265574" y="4345225"/>
                    <a:ext cx="76243" cy="810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1" h="1967" extrusionOk="0">
                        <a:moveTo>
                          <a:pt x="1489" y="1"/>
                        </a:moveTo>
                        <a:cubicBezTo>
                          <a:pt x="1449" y="1"/>
                          <a:pt x="1409" y="5"/>
                          <a:pt x="1371" y="12"/>
                        </a:cubicBezTo>
                        <a:cubicBezTo>
                          <a:pt x="1184" y="48"/>
                          <a:pt x="1026" y="173"/>
                          <a:pt x="899" y="315"/>
                        </a:cubicBezTo>
                        <a:cubicBezTo>
                          <a:pt x="731" y="504"/>
                          <a:pt x="601" y="726"/>
                          <a:pt x="522" y="968"/>
                        </a:cubicBezTo>
                        <a:cubicBezTo>
                          <a:pt x="455" y="1167"/>
                          <a:pt x="422" y="1381"/>
                          <a:pt x="315" y="1564"/>
                        </a:cubicBezTo>
                        <a:cubicBezTo>
                          <a:pt x="249" y="1675"/>
                          <a:pt x="178" y="1782"/>
                          <a:pt x="91" y="1876"/>
                        </a:cubicBezTo>
                        <a:lnTo>
                          <a:pt x="91" y="1876"/>
                        </a:lnTo>
                        <a:lnTo>
                          <a:pt x="1851" y="136"/>
                        </a:lnTo>
                        <a:cubicBezTo>
                          <a:pt x="1758" y="43"/>
                          <a:pt x="1622" y="1"/>
                          <a:pt x="1489" y="1"/>
                        </a:cubicBezTo>
                        <a:close/>
                        <a:moveTo>
                          <a:pt x="91" y="1876"/>
                        </a:moveTo>
                        <a:lnTo>
                          <a:pt x="0" y="1967"/>
                        </a:lnTo>
                        <a:cubicBezTo>
                          <a:pt x="32" y="1938"/>
                          <a:pt x="63" y="1908"/>
                          <a:pt x="91" y="1876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8" name="Google Shape;1508;p41"/>
                  <p:cNvSpPr/>
                  <p:nvPr/>
                </p:nvSpPr>
                <p:spPr>
                  <a:xfrm>
                    <a:off x="8265080" y="4350250"/>
                    <a:ext cx="82462" cy="755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" h="1833" extrusionOk="0">
                        <a:moveTo>
                          <a:pt x="1849" y="0"/>
                        </a:moveTo>
                        <a:lnTo>
                          <a:pt x="97" y="1737"/>
                        </a:lnTo>
                        <a:lnTo>
                          <a:pt x="97" y="1737"/>
                        </a:lnTo>
                        <a:cubicBezTo>
                          <a:pt x="191" y="1654"/>
                          <a:pt x="296" y="1585"/>
                          <a:pt x="407" y="1523"/>
                        </a:cubicBezTo>
                        <a:cubicBezTo>
                          <a:pt x="589" y="1417"/>
                          <a:pt x="804" y="1385"/>
                          <a:pt x="1005" y="1321"/>
                        </a:cubicBezTo>
                        <a:cubicBezTo>
                          <a:pt x="1247" y="1244"/>
                          <a:pt x="1471" y="1117"/>
                          <a:pt x="1660" y="949"/>
                        </a:cubicBezTo>
                        <a:cubicBezTo>
                          <a:pt x="1803" y="823"/>
                          <a:pt x="1930" y="667"/>
                          <a:pt x="1967" y="480"/>
                        </a:cubicBezTo>
                        <a:cubicBezTo>
                          <a:pt x="2001" y="313"/>
                          <a:pt x="1969" y="121"/>
                          <a:pt x="1849" y="0"/>
                        </a:cubicBezTo>
                        <a:close/>
                        <a:moveTo>
                          <a:pt x="97" y="1737"/>
                        </a:moveTo>
                        <a:lnTo>
                          <a:pt x="97" y="1737"/>
                        </a:lnTo>
                        <a:cubicBezTo>
                          <a:pt x="63" y="1767"/>
                          <a:pt x="31" y="1799"/>
                          <a:pt x="0" y="1833"/>
                        </a:cubicBezTo>
                        <a:lnTo>
                          <a:pt x="97" y="173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509" name="Google Shape;1509;p41"/>
                <p:cNvSpPr/>
                <p:nvPr/>
              </p:nvSpPr>
              <p:spPr>
                <a:xfrm>
                  <a:off x="8174627" y="4362279"/>
                  <a:ext cx="158170" cy="152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0" h="3696" extrusionOk="0">
                      <a:moveTo>
                        <a:pt x="3760" y="0"/>
                      </a:moveTo>
                      <a:cubicBezTo>
                        <a:pt x="3748" y="0"/>
                        <a:pt x="3735" y="5"/>
                        <a:pt x="3723" y="17"/>
                      </a:cubicBezTo>
                      <a:cubicBezTo>
                        <a:pt x="3517" y="221"/>
                        <a:pt x="3310" y="424"/>
                        <a:pt x="3101" y="627"/>
                      </a:cubicBezTo>
                      <a:cubicBezTo>
                        <a:pt x="2848" y="874"/>
                        <a:pt x="2593" y="1120"/>
                        <a:pt x="2338" y="1368"/>
                      </a:cubicBezTo>
                      <a:lnTo>
                        <a:pt x="1522" y="2157"/>
                      </a:lnTo>
                      <a:cubicBezTo>
                        <a:pt x="1264" y="2407"/>
                        <a:pt x="1006" y="2658"/>
                        <a:pt x="748" y="2908"/>
                      </a:cubicBezTo>
                      <a:cubicBezTo>
                        <a:pt x="534" y="3117"/>
                        <a:pt x="319" y="3327"/>
                        <a:pt x="104" y="3539"/>
                      </a:cubicBezTo>
                      <a:lnTo>
                        <a:pt x="40" y="3602"/>
                      </a:lnTo>
                      <a:cubicBezTo>
                        <a:pt x="1" y="3641"/>
                        <a:pt x="38" y="3696"/>
                        <a:pt x="80" y="3696"/>
                      </a:cubicBezTo>
                      <a:cubicBezTo>
                        <a:pt x="93" y="3696"/>
                        <a:pt x="106" y="3691"/>
                        <a:pt x="118" y="3679"/>
                      </a:cubicBezTo>
                      <a:cubicBezTo>
                        <a:pt x="323" y="3475"/>
                        <a:pt x="531" y="3272"/>
                        <a:pt x="739" y="3069"/>
                      </a:cubicBezTo>
                      <a:cubicBezTo>
                        <a:pt x="993" y="2822"/>
                        <a:pt x="1248" y="2576"/>
                        <a:pt x="1504" y="2328"/>
                      </a:cubicBezTo>
                      <a:lnTo>
                        <a:pt x="2318" y="1539"/>
                      </a:lnTo>
                      <a:cubicBezTo>
                        <a:pt x="2576" y="1289"/>
                        <a:pt x="2834" y="1038"/>
                        <a:pt x="3092" y="788"/>
                      </a:cubicBezTo>
                      <a:cubicBezTo>
                        <a:pt x="3309" y="577"/>
                        <a:pt x="3523" y="369"/>
                        <a:pt x="3737" y="157"/>
                      </a:cubicBezTo>
                      <a:lnTo>
                        <a:pt x="3801" y="94"/>
                      </a:lnTo>
                      <a:cubicBezTo>
                        <a:pt x="3840" y="55"/>
                        <a:pt x="3803" y="0"/>
                        <a:pt x="37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0" name="Google Shape;1510;p41"/>
                <p:cNvSpPr/>
                <p:nvPr/>
              </p:nvSpPr>
              <p:spPr>
                <a:xfrm>
                  <a:off x="8185419" y="4412575"/>
                  <a:ext cx="28668" cy="9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" h="2201" extrusionOk="0">
                      <a:moveTo>
                        <a:pt x="641" y="0"/>
                      </a:moveTo>
                      <a:cubicBezTo>
                        <a:pt x="613" y="0"/>
                        <a:pt x="586" y="18"/>
                        <a:pt x="586" y="53"/>
                      </a:cubicBezTo>
                      <a:cubicBezTo>
                        <a:pt x="585" y="333"/>
                        <a:pt x="556" y="614"/>
                        <a:pt x="498" y="888"/>
                      </a:cubicBezTo>
                      <a:cubicBezTo>
                        <a:pt x="407" y="1320"/>
                        <a:pt x="248" y="1736"/>
                        <a:pt x="26" y="2118"/>
                      </a:cubicBezTo>
                      <a:cubicBezTo>
                        <a:pt x="1" y="2161"/>
                        <a:pt x="39" y="2200"/>
                        <a:pt x="76" y="2200"/>
                      </a:cubicBezTo>
                      <a:cubicBezTo>
                        <a:pt x="92" y="2200"/>
                        <a:pt x="109" y="2193"/>
                        <a:pt x="119" y="2175"/>
                      </a:cubicBezTo>
                      <a:lnTo>
                        <a:pt x="119" y="2173"/>
                      </a:lnTo>
                      <a:cubicBezTo>
                        <a:pt x="412" y="1671"/>
                        <a:pt x="598" y="1115"/>
                        <a:pt x="665" y="538"/>
                      </a:cubicBezTo>
                      <a:cubicBezTo>
                        <a:pt x="685" y="376"/>
                        <a:pt x="695" y="215"/>
                        <a:pt x="695" y="53"/>
                      </a:cubicBezTo>
                      <a:cubicBezTo>
                        <a:pt x="695" y="18"/>
                        <a:pt x="668" y="0"/>
                        <a:pt x="6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1" name="Google Shape;1511;p41"/>
                <p:cNvSpPr/>
                <p:nvPr/>
              </p:nvSpPr>
              <p:spPr>
                <a:xfrm>
                  <a:off x="8216723" y="4363556"/>
                  <a:ext cx="45144" cy="11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2677" extrusionOk="0">
                      <a:moveTo>
                        <a:pt x="1037" y="0"/>
                      </a:moveTo>
                      <a:cubicBezTo>
                        <a:pt x="1012" y="0"/>
                        <a:pt x="986" y="16"/>
                        <a:pt x="982" y="39"/>
                      </a:cubicBezTo>
                      <a:cubicBezTo>
                        <a:pt x="933" y="382"/>
                        <a:pt x="833" y="719"/>
                        <a:pt x="724" y="1046"/>
                      </a:cubicBezTo>
                      <a:cubicBezTo>
                        <a:pt x="603" y="1419"/>
                        <a:pt x="455" y="1783"/>
                        <a:pt x="284" y="2135"/>
                      </a:cubicBezTo>
                      <a:cubicBezTo>
                        <a:pt x="206" y="2294"/>
                        <a:pt x="117" y="2449"/>
                        <a:pt x="14" y="2595"/>
                      </a:cubicBezTo>
                      <a:cubicBezTo>
                        <a:pt x="1" y="2621"/>
                        <a:pt x="8" y="2654"/>
                        <a:pt x="35" y="2670"/>
                      </a:cubicBezTo>
                      <a:cubicBezTo>
                        <a:pt x="43" y="2674"/>
                        <a:pt x="52" y="2677"/>
                        <a:pt x="62" y="2677"/>
                      </a:cubicBezTo>
                      <a:cubicBezTo>
                        <a:pt x="80" y="2677"/>
                        <a:pt x="99" y="2668"/>
                        <a:pt x="110" y="2651"/>
                      </a:cubicBezTo>
                      <a:cubicBezTo>
                        <a:pt x="200" y="2521"/>
                        <a:pt x="281" y="2385"/>
                        <a:pt x="351" y="2243"/>
                      </a:cubicBezTo>
                      <a:cubicBezTo>
                        <a:pt x="439" y="2072"/>
                        <a:pt x="517" y="1896"/>
                        <a:pt x="591" y="1719"/>
                      </a:cubicBezTo>
                      <a:cubicBezTo>
                        <a:pt x="742" y="1353"/>
                        <a:pt x="870" y="979"/>
                        <a:pt x="974" y="596"/>
                      </a:cubicBezTo>
                      <a:cubicBezTo>
                        <a:pt x="1022" y="423"/>
                        <a:pt x="1061" y="247"/>
                        <a:pt x="1088" y="69"/>
                      </a:cubicBezTo>
                      <a:cubicBezTo>
                        <a:pt x="1095" y="39"/>
                        <a:pt x="1079" y="10"/>
                        <a:pt x="1050" y="2"/>
                      </a:cubicBezTo>
                      <a:cubicBezTo>
                        <a:pt x="1046" y="1"/>
                        <a:pt x="1041" y="0"/>
                        <a:pt x="10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2" name="Google Shape;1512;p41"/>
                <p:cNvSpPr/>
                <p:nvPr/>
              </p:nvSpPr>
              <p:spPr>
                <a:xfrm>
                  <a:off x="8188549" y="4474199"/>
                  <a:ext cx="92636" cy="27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9" h="659" extrusionOk="0">
                      <a:moveTo>
                        <a:pt x="2155" y="0"/>
                      </a:moveTo>
                      <a:cubicBezTo>
                        <a:pt x="1583" y="0"/>
                        <a:pt x="1016" y="115"/>
                        <a:pt x="489" y="340"/>
                      </a:cubicBezTo>
                      <a:cubicBezTo>
                        <a:pt x="339" y="403"/>
                        <a:pt x="194" y="476"/>
                        <a:pt x="52" y="557"/>
                      </a:cubicBezTo>
                      <a:cubicBezTo>
                        <a:pt x="1" y="586"/>
                        <a:pt x="32" y="658"/>
                        <a:pt x="80" y="658"/>
                      </a:cubicBezTo>
                      <a:cubicBezTo>
                        <a:pt x="89" y="658"/>
                        <a:pt x="98" y="656"/>
                        <a:pt x="108" y="651"/>
                      </a:cubicBezTo>
                      <a:cubicBezTo>
                        <a:pt x="597" y="372"/>
                        <a:pt x="1139" y="197"/>
                        <a:pt x="1699" y="135"/>
                      </a:cubicBezTo>
                      <a:cubicBezTo>
                        <a:pt x="1858" y="117"/>
                        <a:pt x="2018" y="109"/>
                        <a:pt x="2177" y="109"/>
                      </a:cubicBezTo>
                      <a:cubicBezTo>
                        <a:pt x="2249" y="109"/>
                        <a:pt x="2249" y="0"/>
                        <a:pt x="2177" y="0"/>
                      </a:cubicBezTo>
                      <a:cubicBezTo>
                        <a:pt x="2170" y="0"/>
                        <a:pt x="2163" y="0"/>
                        <a:pt x="21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3" name="Google Shape;1513;p41"/>
                <p:cNvSpPr/>
                <p:nvPr/>
              </p:nvSpPr>
              <p:spPr>
                <a:xfrm>
                  <a:off x="8218865" y="4431606"/>
                  <a:ext cx="103922" cy="39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3" h="950" extrusionOk="0">
                      <a:moveTo>
                        <a:pt x="2471" y="1"/>
                      </a:moveTo>
                      <a:cubicBezTo>
                        <a:pt x="2470" y="1"/>
                        <a:pt x="2469" y="1"/>
                        <a:pt x="2467" y="1"/>
                      </a:cubicBezTo>
                      <a:cubicBezTo>
                        <a:pt x="2139" y="49"/>
                        <a:pt x="1816" y="120"/>
                        <a:pt x="1499" y="216"/>
                      </a:cubicBezTo>
                      <a:cubicBezTo>
                        <a:pt x="1151" y="316"/>
                        <a:pt x="811" y="442"/>
                        <a:pt x="481" y="594"/>
                      </a:cubicBezTo>
                      <a:cubicBezTo>
                        <a:pt x="326" y="666"/>
                        <a:pt x="177" y="751"/>
                        <a:pt x="35" y="848"/>
                      </a:cubicBezTo>
                      <a:cubicBezTo>
                        <a:pt x="10" y="863"/>
                        <a:pt x="1" y="896"/>
                        <a:pt x="16" y="923"/>
                      </a:cubicBezTo>
                      <a:cubicBezTo>
                        <a:pt x="27" y="940"/>
                        <a:pt x="44" y="949"/>
                        <a:pt x="63" y="949"/>
                      </a:cubicBezTo>
                      <a:cubicBezTo>
                        <a:pt x="72" y="949"/>
                        <a:pt x="81" y="947"/>
                        <a:pt x="90" y="942"/>
                      </a:cubicBezTo>
                      <a:lnTo>
                        <a:pt x="92" y="942"/>
                      </a:lnTo>
                      <a:cubicBezTo>
                        <a:pt x="351" y="758"/>
                        <a:pt x="651" y="629"/>
                        <a:pt x="945" y="517"/>
                      </a:cubicBezTo>
                      <a:cubicBezTo>
                        <a:pt x="1280" y="390"/>
                        <a:pt x="1622" y="286"/>
                        <a:pt x="1971" y="205"/>
                      </a:cubicBezTo>
                      <a:cubicBezTo>
                        <a:pt x="2057" y="186"/>
                        <a:pt x="2145" y="166"/>
                        <a:pt x="2233" y="150"/>
                      </a:cubicBezTo>
                      <a:cubicBezTo>
                        <a:pt x="2275" y="141"/>
                        <a:pt x="2317" y="134"/>
                        <a:pt x="2358" y="128"/>
                      </a:cubicBezTo>
                      <a:lnTo>
                        <a:pt x="2418" y="119"/>
                      </a:lnTo>
                      <a:lnTo>
                        <a:pt x="2445" y="114"/>
                      </a:lnTo>
                      <a:lnTo>
                        <a:pt x="2458" y="113"/>
                      </a:lnTo>
                      <a:cubicBezTo>
                        <a:pt x="2460" y="113"/>
                        <a:pt x="2469" y="111"/>
                        <a:pt x="2471" y="111"/>
                      </a:cubicBezTo>
                      <a:lnTo>
                        <a:pt x="2471" y="111"/>
                      </a:lnTo>
                      <a:cubicBezTo>
                        <a:pt x="2499" y="108"/>
                        <a:pt x="2521" y="85"/>
                        <a:pt x="2522" y="56"/>
                      </a:cubicBezTo>
                      <a:cubicBezTo>
                        <a:pt x="2522" y="30"/>
                        <a:pt x="2499" y="1"/>
                        <a:pt x="24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14" name="Google Shape;1514;p41"/>
              <p:cNvGrpSpPr/>
              <p:nvPr/>
            </p:nvGrpSpPr>
            <p:grpSpPr>
              <a:xfrm rot="724358">
                <a:off x="4448710" y="1652765"/>
                <a:ext cx="677599" cy="633188"/>
                <a:chOff x="7729450" y="3999000"/>
                <a:chExt cx="275400" cy="257350"/>
              </a:xfrm>
            </p:grpSpPr>
            <p:grpSp>
              <p:nvGrpSpPr>
                <p:cNvPr id="1515" name="Google Shape;1515;p41"/>
                <p:cNvGrpSpPr/>
                <p:nvPr/>
              </p:nvGrpSpPr>
              <p:grpSpPr>
                <a:xfrm>
                  <a:off x="7729450" y="3999000"/>
                  <a:ext cx="275400" cy="257350"/>
                  <a:chOff x="7729450" y="3999000"/>
                  <a:chExt cx="275400" cy="257350"/>
                </a:xfrm>
              </p:grpSpPr>
              <p:grpSp>
                <p:nvGrpSpPr>
                  <p:cNvPr id="1516" name="Google Shape;1516;p41"/>
                  <p:cNvGrpSpPr/>
                  <p:nvPr/>
                </p:nvGrpSpPr>
                <p:grpSpPr>
                  <a:xfrm>
                    <a:off x="7764350" y="3999000"/>
                    <a:ext cx="240500" cy="257350"/>
                    <a:chOff x="7764350" y="3999000"/>
                    <a:chExt cx="240500" cy="257350"/>
                  </a:xfrm>
                </p:grpSpPr>
                <p:sp>
                  <p:nvSpPr>
                    <p:cNvPr id="1517" name="Google Shape;1517;p41"/>
                    <p:cNvSpPr/>
                    <p:nvPr/>
                  </p:nvSpPr>
                  <p:spPr>
                    <a:xfrm>
                      <a:off x="7927525" y="3999000"/>
                      <a:ext cx="39875" cy="104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95" h="4167" extrusionOk="0">
                          <a:moveTo>
                            <a:pt x="1594" y="0"/>
                          </a:moveTo>
                          <a:lnTo>
                            <a:pt x="1594" y="0"/>
                          </a:lnTo>
                          <a:cubicBezTo>
                            <a:pt x="1280" y="385"/>
                            <a:pt x="935" y="780"/>
                            <a:pt x="694" y="1214"/>
                          </a:cubicBezTo>
                          <a:cubicBezTo>
                            <a:pt x="313" y="1899"/>
                            <a:pt x="60" y="2488"/>
                            <a:pt x="12" y="3269"/>
                          </a:cubicBezTo>
                          <a:cubicBezTo>
                            <a:pt x="0" y="3454"/>
                            <a:pt x="137" y="4000"/>
                            <a:pt x="219" y="4167"/>
                          </a:cubicBezTo>
                          <a:cubicBezTo>
                            <a:pt x="752" y="3950"/>
                            <a:pt x="1120" y="3442"/>
                            <a:pt x="1305" y="2901"/>
                          </a:cubicBezTo>
                          <a:cubicBezTo>
                            <a:pt x="1490" y="2358"/>
                            <a:pt x="1517" y="1775"/>
                            <a:pt x="1542" y="1202"/>
                          </a:cubicBezTo>
                          <a:lnTo>
                            <a:pt x="1594" y="0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8" name="Google Shape;1518;p41"/>
                    <p:cNvSpPr/>
                    <p:nvPr/>
                  </p:nvSpPr>
                  <p:spPr>
                    <a:xfrm>
                      <a:off x="7910775" y="4096850"/>
                      <a:ext cx="94075" cy="58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63" h="2341" extrusionOk="0">
                          <a:moveTo>
                            <a:pt x="3763" y="1"/>
                          </a:moveTo>
                          <a:lnTo>
                            <a:pt x="3763" y="1"/>
                          </a:lnTo>
                          <a:cubicBezTo>
                            <a:pt x="3272" y="87"/>
                            <a:pt x="2755" y="160"/>
                            <a:pt x="2288" y="332"/>
                          </a:cubicBezTo>
                          <a:cubicBezTo>
                            <a:pt x="1353" y="675"/>
                            <a:pt x="271" y="1207"/>
                            <a:pt x="1" y="2258"/>
                          </a:cubicBezTo>
                          <a:cubicBezTo>
                            <a:pt x="168" y="2314"/>
                            <a:pt x="341" y="2340"/>
                            <a:pt x="515" y="2340"/>
                          </a:cubicBezTo>
                          <a:cubicBezTo>
                            <a:pt x="908" y="2340"/>
                            <a:pt x="1307" y="2209"/>
                            <a:pt x="1650" y="2008"/>
                          </a:cubicBezTo>
                          <a:cubicBezTo>
                            <a:pt x="2145" y="1718"/>
                            <a:pt x="2545" y="1295"/>
                            <a:pt x="2938" y="877"/>
                          </a:cubicBezTo>
                          <a:cubicBezTo>
                            <a:pt x="3213" y="585"/>
                            <a:pt x="3487" y="293"/>
                            <a:pt x="376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9" name="Google Shape;1519;p41"/>
                    <p:cNvSpPr/>
                    <p:nvPr/>
                  </p:nvSpPr>
                  <p:spPr>
                    <a:xfrm>
                      <a:off x="7864150" y="4170350"/>
                      <a:ext cx="104650" cy="40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86" h="1615" extrusionOk="0">
                          <a:moveTo>
                            <a:pt x="3173" y="0"/>
                          </a:moveTo>
                          <a:cubicBezTo>
                            <a:pt x="3005" y="0"/>
                            <a:pt x="2839" y="7"/>
                            <a:pt x="2675" y="27"/>
                          </a:cubicBezTo>
                          <a:cubicBezTo>
                            <a:pt x="1687" y="140"/>
                            <a:pt x="510" y="402"/>
                            <a:pt x="0" y="1360"/>
                          </a:cubicBezTo>
                          <a:cubicBezTo>
                            <a:pt x="282" y="1538"/>
                            <a:pt x="613" y="1615"/>
                            <a:pt x="948" y="1615"/>
                          </a:cubicBezTo>
                          <a:cubicBezTo>
                            <a:pt x="1190" y="1615"/>
                            <a:pt x="1433" y="1575"/>
                            <a:pt x="1663" y="1506"/>
                          </a:cubicBezTo>
                          <a:cubicBezTo>
                            <a:pt x="2210" y="1339"/>
                            <a:pt x="2699" y="1023"/>
                            <a:pt x="3179" y="708"/>
                          </a:cubicBezTo>
                          <a:lnTo>
                            <a:pt x="4186" y="52"/>
                          </a:lnTo>
                          <a:cubicBezTo>
                            <a:pt x="3855" y="30"/>
                            <a:pt x="3511" y="0"/>
                            <a:pt x="317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0" name="Google Shape;1520;p41"/>
                    <p:cNvSpPr/>
                    <p:nvPr/>
                  </p:nvSpPr>
                  <p:spPr>
                    <a:xfrm>
                      <a:off x="7790850" y="4224825"/>
                      <a:ext cx="109475" cy="3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79" h="1261" extrusionOk="0">
                          <a:moveTo>
                            <a:pt x="1961" y="0"/>
                          </a:moveTo>
                          <a:cubicBezTo>
                            <a:pt x="1232" y="0"/>
                            <a:pt x="502" y="156"/>
                            <a:pt x="1" y="712"/>
                          </a:cubicBezTo>
                          <a:cubicBezTo>
                            <a:pt x="367" y="1098"/>
                            <a:pt x="916" y="1261"/>
                            <a:pt x="1451" y="1261"/>
                          </a:cubicBezTo>
                          <a:cubicBezTo>
                            <a:pt x="1493" y="1261"/>
                            <a:pt x="1534" y="1260"/>
                            <a:pt x="1575" y="1258"/>
                          </a:cubicBezTo>
                          <a:cubicBezTo>
                            <a:pt x="2148" y="1233"/>
                            <a:pt x="2700" y="1043"/>
                            <a:pt x="3242" y="857"/>
                          </a:cubicBezTo>
                          <a:lnTo>
                            <a:pt x="4379" y="466"/>
                          </a:lnTo>
                          <a:cubicBezTo>
                            <a:pt x="3906" y="314"/>
                            <a:pt x="3412" y="138"/>
                            <a:pt x="2920" y="72"/>
                          </a:cubicBezTo>
                          <a:cubicBezTo>
                            <a:pt x="2615" y="32"/>
                            <a:pt x="2288" y="0"/>
                            <a:pt x="1961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1" name="Google Shape;1521;p41"/>
                    <p:cNvSpPr/>
                    <p:nvPr/>
                  </p:nvSpPr>
                  <p:spPr>
                    <a:xfrm>
                      <a:off x="7880800" y="4035075"/>
                      <a:ext cx="36300" cy="109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2" h="4384" extrusionOk="0">
                          <a:moveTo>
                            <a:pt x="557" y="1"/>
                          </a:moveTo>
                          <a:lnTo>
                            <a:pt x="274" y="1168"/>
                          </a:lnTo>
                          <a:cubicBezTo>
                            <a:pt x="138" y="1726"/>
                            <a:pt x="1" y="2293"/>
                            <a:pt x="28" y="2865"/>
                          </a:cubicBezTo>
                          <a:cubicBezTo>
                            <a:pt x="54" y="3438"/>
                            <a:pt x="266" y="4028"/>
                            <a:pt x="717" y="4383"/>
                          </a:cubicBezTo>
                          <a:cubicBezTo>
                            <a:pt x="1452" y="3584"/>
                            <a:pt x="1306" y="2387"/>
                            <a:pt x="1085" y="1417"/>
                          </a:cubicBezTo>
                          <a:cubicBezTo>
                            <a:pt x="975" y="933"/>
                            <a:pt x="752" y="457"/>
                            <a:pt x="557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2" name="Google Shape;1522;p41"/>
                    <p:cNvSpPr/>
                    <p:nvPr/>
                  </p:nvSpPr>
                  <p:spPr>
                    <a:xfrm>
                      <a:off x="7834950" y="4089125"/>
                      <a:ext cx="39175" cy="106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67" h="4263" extrusionOk="0">
                          <a:moveTo>
                            <a:pt x="1417" y="1"/>
                          </a:moveTo>
                          <a:lnTo>
                            <a:pt x="827" y="1048"/>
                          </a:lnTo>
                          <a:cubicBezTo>
                            <a:pt x="545" y="1547"/>
                            <a:pt x="260" y="2054"/>
                            <a:pt x="130" y="2613"/>
                          </a:cubicBezTo>
                          <a:cubicBezTo>
                            <a:pt x="1" y="3173"/>
                            <a:pt x="45" y="3799"/>
                            <a:pt x="382" y="4263"/>
                          </a:cubicBezTo>
                          <a:cubicBezTo>
                            <a:pt x="1305" y="3693"/>
                            <a:pt x="1490" y="2500"/>
                            <a:pt x="1541" y="1507"/>
                          </a:cubicBezTo>
                          <a:cubicBezTo>
                            <a:pt x="1566" y="1010"/>
                            <a:pt x="1481" y="493"/>
                            <a:pt x="1417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3" name="Google Shape;1523;p41"/>
                    <p:cNvSpPr/>
                    <p:nvPr/>
                  </p:nvSpPr>
                  <p:spPr>
                    <a:xfrm>
                      <a:off x="7764350" y="4133350"/>
                      <a:ext cx="68125" cy="88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25" h="3541" extrusionOk="0">
                          <a:moveTo>
                            <a:pt x="2725" y="0"/>
                          </a:moveTo>
                          <a:lnTo>
                            <a:pt x="1776" y="742"/>
                          </a:lnTo>
                          <a:cubicBezTo>
                            <a:pt x="1326" y="1096"/>
                            <a:pt x="867" y="1456"/>
                            <a:pt x="533" y="1921"/>
                          </a:cubicBezTo>
                          <a:cubicBezTo>
                            <a:pt x="199" y="2388"/>
                            <a:pt x="0" y="2983"/>
                            <a:pt x="135" y="3541"/>
                          </a:cubicBezTo>
                          <a:cubicBezTo>
                            <a:pt x="1205" y="3369"/>
                            <a:pt x="1833" y="2339"/>
                            <a:pt x="2261" y="1439"/>
                          </a:cubicBezTo>
                          <a:cubicBezTo>
                            <a:pt x="2474" y="991"/>
                            <a:pt x="2594" y="481"/>
                            <a:pt x="2725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24" name="Google Shape;1524;p41"/>
                  <p:cNvSpPr/>
                  <p:nvPr/>
                </p:nvSpPr>
                <p:spPr>
                  <a:xfrm>
                    <a:off x="772945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5" y="5494"/>
                          <a:pt x="5667" y="6060"/>
                        </a:cubicBezTo>
                        <a:cubicBezTo>
                          <a:pt x="4259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2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9" y="3495"/>
                        </a:cubicBezTo>
                        <a:cubicBezTo>
                          <a:pt x="8450" y="2358"/>
                          <a:pt x="8901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525" name="Google Shape;1525;p41"/>
                <p:cNvSpPr/>
                <p:nvPr/>
              </p:nvSpPr>
              <p:spPr>
                <a:xfrm>
                  <a:off x="7891350" y="4074225"/>
                  <a:ext cx="80375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529" extrusionOk="0">
                      <a:moveTo>
                        <a:pt x="295" y="0"/>
                      </a:moveTo>
                      <a:cubicBezTo>
                        <a:pt x="251" y="0"/>
                        <a:pt x="217" y="36"/>
                        <a:pt x="219" y="79"/>
                      </a:cubicBezTo>
                      <a:cubicBezTo>
                        <a:pt x="229" y="1144"/>
                        <a:pt x="132" y="2142"/>
                        <a:pt x="29" y="3196"/>
                      </a:cubicBezTo>
                      <a:lnTo>
                        <a:pt x="5" y="3444"/>
                      </a:lnTo>
                      <a:cubicBezTo>
                        <a:pt x="1" y="3490"/>
                        <a:pt x="38" y="3529"/>
                        <a:pt x="83" y="3529"/>
                      </a:cubicBezTo>
                      <a:cubicBezTo>
                        <a:pt x="92" y="3529"/>
                        <a:pt x="101" y="3527"/>
                        <a:pt x="108" y="3524"/>
                      </a:cubicBezTo>
                      <a:cubicBezTo>
                        <a:pt x="1240" y="3120"/>
                        <a:pt x="2275" y="2486"/>
                        <a:pt x="3149" y="1662"/>
                      </a:cubicBezTo>
                      <a:cubicBezTo>
                        <a:pt x="3215" y="1607"/>
                        <a:pt x="3161" y="1522"/>
                        <a:pt x="3098" y="1522"/>
                      </a:cubicBezTo>
                      <a:cubicBezTo>
                        <a:pt x="3079" y="1522"/>
                        <a:pt x="3059" y="1530"/>
                        <a:pt x="3041" y="1550"/>
                      </a:cubicBezTo>
                      <a:cubicBezTo>
                        <a:pt x="2214" y="2331"/>
                        <a:pt x="1238" y="2938"/>
                        <a:pt x="171" y="3336"/>
                      </a:cubicBezTo>
                      <a:lnTo>
                        <a:pt x="184" y="3211"/>
                      </a:lnTo>
                      <a:cubicBezTo>
                        <a:pt x="286" y="2152"/>
                        <a:pt x="383" y="1152"/>
                        <a:pt x="372" y="78"/>
                      </a:cubicBezTo>
                      <a:cubicBezTo>
                        <a:pt x="372" y="35"/>
                        <a:pt x="338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6" name="Google Shape;1526;p41"/>
                <p:cNvSpPr/>
                <p:nvPr/>
              </p:nvSpPr>
              <p:spPr>
                <a:xfrm>
                  <a:off x="7837450" y="4136125"/>
                  <a:ext cx="98250" cy="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0" h="2932" extrusionOk="0">
                      <a:moveTo>
                        <a:pt x="968" y="1"/>
                      </a:moveTo>
                      <a:cubicBezTo>
                        <a:pt x="936" y="1"/>
                        <a:pt x="904" y="19"/>
                        <a:pt x="894" y="59"/>
                      </a:cubicBezTo>
                      <a:lnTo>
                        <a:pt x="882" y="116"/>
                      </a:lnTo>
                      <a:cubicBezTo>
                        <a:pt x="681" y="1036"/>
                        <a:pt x="473" y="1986"/>
                        <a:pt x="27" y="2815"/>
                      </a:cubicBezTo>
                      <a:cubicBezTo>
                        <a:pt x="1" y="2866"/>
                        <a:pt x="36" y="2929"/>
                        <a:pt x="95" y="2930"/>
                      </a:cubicBezTo>
                      <a:cubicBezTo>
                        <a:pt x="139" y="2931"/>
                        <a:pt x="184" y="2931"/>
                        <a:pt x="229" y="2931"/>
                      </a:cubicBezTo>
                      <a:cubicBezTo>
                        <a:pt x="1504" y="2931"/>
                        <a:pt x="2756" y="2591"/>
                        <a:pt x="3858" y="1949"/>
                      </a:cubicBezTo>
                      <a:cubicBezTo>
                        <a:pt x="3929" y="1903"/>
                        <a:pt x="3887" y="1805"/>
                        <a:pt x="3818" y="1805"/>
                      </a:cubicBezTo>
                      <a:cubicBezTo>
                        <a:pt x="3806" y="1805"/>
                        <a:pt x="3794" y="1808"/>
                        <a:pt x="3781" y="1815"/>
                      </a:cubicBezTo>
                      <a:cubicBezTo>
                        <a:pt x="2703" y="2444"/>
                        <a:pt x="1477" y="2776"/>
                        <a:pt x="229" y="2776"/>
                      </a:cubicBezTo>
                      <a:lnTo>
                        <a:pt x="223" y="2776"/>
                      </a:lnTo>
                      <a:cubicBezTo>
                        <a:pt x="639" y="1956"/>
                        <a:pt x="839" y="1038"/>
                        <a:pt x="1032" y="149"/>
                      </a:cubicBezTo>
                      <a:lnTo>
                        <a:pt x="1046" y="92"/>
                      </a:lnTo>
                      <a:cubicBezTo>
                        <a:pt x="1055" y="35"/>
                        <a:pt x="1011" y="1"/>
                        <a:pt x="9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7" name="Google Shape;1527;p41"/>
                <p:cNvSpPr/>
                <p:nvPr/>
              </p:nvSpPr>
              <p:spPr>
                <a:xfrm>
                  <a:off x="7764125" y="4161900"/>
                  <a:ext cx="50225" cy="7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2897" extrusionOk="0">
                      <a:moveTo>
                        <a:pt x="1897" y="1"/>
                      </a:moveTo>
                      <a:cubicBezTo>
                        <a:pt x="1878" y="1"/>
                        <a:pt x="1858" y="9"/>
                        <a:pt x="1841" y="28"/>
                      </a:cubicBezTo>
                      <a:cubicBezTo>
                        <a:pt x="1137" y="813"/>
                        <a:pt x="339" y="1702"/>
                        <a:pt x="12" y="2797"/>
                      </a:cubicBezTo>
                      <a:cubicBezTo>
                        <a:pt x="0" y="2838"/>
                        <a:pt x="23" y="2882"/>
                        <a:pt x="65" y="2894"/>
                      </a:cubicBezTo>
                      <a:cubicBezTo>
                        <a:pt x="72" y="2895"/>
                        <a:pt x="79" y="2897"/>
                        <a:pt x="87" y="2897"/>
                      </a:cubicBezTo>
                      <a:cubicBezTo>
                        <a:pt x="121" y="2897"/>
                        <a:pt x="151" y="2874"/>
                        <a:pt x="161" y="2841"/>
                      </a:cubicBezTo>
                      <a:cubicBezTo>
                        <a:pt x="478" y="1780"/>
                        <a:pt x="1263" y="904"/>
                        <a:pt x="1957" y="132"/>
                      </a:cubicBezTo>
                      <a:cubicBezTo>
                        <a:pt x="2008" y="74"/>
                        <a:pt x="1956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8" name="Google Shape;1528;p41"/>
                <p:cNvSpPr/>
                <p:nvPr/>
              </p:nvSpPr>
              <p:spPr>
                <a:xfrm>
                  <a:off x="7770450" y="4230025"/>
                  <a:ext cx="83325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" h="682" extrusionOk="0">
                      <a:moveTo>
                        <a:pt x="109" y="1"/>
                      </a:moveTo>
                      <a:cubicBezTo>
                        <a:pt x="43" y="1"/>
                        <a:pt x="0" y="92"/>
                        <a:pt x="64" y="140"/>
                      </a:cubicBezTo>
                      <a:cubicBezTo>
                        <a:pt x="369" y="334"/>
                        <a:pt x="827" y="561"/>
                        <a:pt x="1192" y="619"/>
                      </a:cubicBezTo>
                      <a:cubicBezTo>
                        <a:pt x="1428" y="661"/>
                        <a:pt x="1667" y="682"/>
                        <a:pt x="1905" y="682"/>
                      </a:cubicBezTo>
                      <a:cubicBezTo>
                        <a:pt x="2232" y="682"/>
                        <a:pt x="2661" y="644"/>
                        <a:pt x="3238" y="525"/>
                      </a:cubicBezTo>
                      <a:cubicBezTo>
                        <a:pt x="3333" y="504"/>
                        <a:pt x="3312" y="371"/>
                        <a:pt x="3227" y="371"/>
                      </a:cubicBezTo>
                      <a:cubicBezTo>
                        <a:pt x="3220" y="371"/>
                        <a:pt x="3214" y="371"/>
                        <a:pt x="3207" y="373"/>
                      </a:cubicBezTo>
                      <a:cubicBezTo>
                        <a:pt x="2641" y="492"/>
                        <a:pt x="2226" y="528"/>
                        <a:pt x="1910" y="528"/>
                      </a:cubicBezTo>
                      <a:cubicBezTo>
                        <a:pt x="1603" y="528"/>
                        <a:pt x="1389" y="494"/>
                        <a:pt x="1218" y="467"/>
                      </a:cubicBezTo>
                      <a:cubicBezTo>
                        <a:pt x="873" y="412"/>
                        <a:pt x="439" y="194"/>
                        <a:pt x="147" y="11"/>
                      </a:cubicBezTo>
                      <a:cubicBezTo>
                        <a:pt x="134" y="4"/>
                        <a:pt x="121" y="1"/>
                        <a:pt x="1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29" name="Google Shape;1529;p41"/>
            <p:cNvGrpSpPr/>
            <p:nvPr/>
          </p:nvGrpSpPr>
          <p:grpSpPr>
            <a:xfrm>
              <a:off x="4649795" y="686165"/>
              <a:ext cx="1242870" cy="2045072"/>
              <a:chOff x="4230695" y="686165"/>
              <a:chExt cx="1242870" cy="2045072"/>
            </a:xfrm>
          </p:grpSpPr>
          <p:grpSp>
            <p:nvGrpSpPr>
              <p:cNvPr id="1530" name="Google Shape;1530;p41"/>
              <p:cNvGrpSpPr/>
              <p:nvPr/>
            </p:nvGrpSpPr>
            <p:grpSpPr>
              <a:xfrm rot="724390">
                <a:off x="4459024" y="1001975"/>
                <a:ext cx="742644" cy="846871"/>
                <a:chOff x="8132075" y="2477925"/>
                <a:chExt cx="192600" cy="219625"/>
              </a:xfrm>
            </p:grpSpPr>
            <p:grpSp>
              <p:nvGrpSpPr>
                <p:cNvPr id="1531" name="Google Shape;1531;p41"/>
                <p:cNvGrpSpPr/>
                <p:nvPr/>
              </p:nvGrpSpPr>
              <p:grpSpPr>
                <a:xfrm>
                  <a:off x="8132075" y="2477925"/>
                  <a:ext cx="192600" cy="198500"/>
                  <a:chOff x="8132075" y="2477925"/>
                  <a:chExt cx="192600" cy="198500"/>
                </a:xfrm>
              </p:grpSpPr>
              <p:sp>
                <p:nvSpPr>
                  <p:cNvPr id="1532" name="Google Shape;1532;p41"/>
                  <p:cNvSpPr/>
                  <p:nvPr/>
                </p:nvSpPr>
                <p:spPr>
                  <a:xfrm>
                    <a:off x="8206475" y="2477925"/>
                    <a:ext cx="118200" cy="123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8" h="4940" extrusionOk="0">
                        <a:moveTo>
                          <a:pt x="1170" y="0"/>
                        </a:moveTo>
                        <a:cubicBezTo>
                          <a:pt x="533" y="488"/>
                          <a:pt x="66" y="1229"/>
                          <a:pt x="31" y="2028"/>
                        </a:cubicBezTo>
                        <a:cubicBezTo>
                          <a:pt x="1" y="2645"/>
                          <a:pt x="190" y="3270"/>
                          <a:pt x="548" y="3773"/>
                        </a:cubicBezTo>
                        <a:lnTo>
                          <a:pt x="553" y="3780"/>
                        </a:lnTo>
                        <a:cubicBezTo>
                          <a:pt x="560" y="3791"/>
                          <a:pt x="567" y="3801"/>
                          <a:pt x="576" y="3811"/>
                        </a:cubicBezTo>
                        <a:cubicBezTo>
                          <a:pt x="584" y="3822"/>
                          <a:pt x="593" y="3834"/>
                          <a:pt x="600" y="3844"/>
                        </a:cubicBezTo>
                        <a:lnTo>
                          <a:pt x="617" y="3865"/>
                        </a:lnTo>
                        <a:cubicBezTo>
                          <a:pt x="627" y="3879"/>
                          <a:pt x="638" y="3892"/>
                          <a:pt x="646" y="3904"/>
                        </a:cubicBezTo>
                        <a:lnTo>
                          <a:pt x="664" y="3925"/>
                        </a:lnTo>
                        <a:cubicBezTo>
                          <a:pt x="675" y="3937"/>
                          <a:pt x="684" y="3949"/>
                          <a:pt x="694" y="3961"/>
                        </a:cubicBezTo>
                        <a:lnTo>
                          <a:pt x="718" y="3987"/>
                        </a:lnTo>
                        <a:cubicBezTo>
                          <a:pt x="726" y="3996"/>
                          <a:pt x="731" y="4004"/>
                          <a:pt x="742" y="4014"/>
                        </a:cubicBezTo>
                        <a:cubicBezTo>
                          <a:pt x="751" y="4026"/>
                          <a:pt x="761" y="4037"/>
                          <a:pt x="772" y="4049"/>
                        </a:cubicBezTo>
                        <a:cubicBezTo>
                          <a:pt x="778" y="4055"/>
                          <a:pt x="785" y="4062"/>
                          <a:pt x="791" y="4068"/>
                        </a:cubicBezTo>
                        <a:cubicBezTo>
                          <a:pt x="802" y="4080"/>
                          <a:pt x="814" y="4092"/>
                          <a:pt x="825" y="4104"/>
                        </a:cubicBezTo>
                        <a:lnTo>
                          <a:pt x="843" y="4122"/>
                        </a:lnTo>
                        <a:cubicBezTo>
                          <a:pt x="854" y="4132"/>
                          <a:pt x="863" y="4141"/>
                          <a:pt x="873" y="4151"/>
                        </a:cubicBezTo>
                        <a:lnTo>
                          <a:pt x="901" y="4178"/>
                        </a:lnTo>
                        <a:lnTo>
                          <a:pt x="906" y="4184"/>
                        </a:lnTo>
                        <a:cubicBezTo>
                          <a:pt x="1358" y="4606"/>
                          <a:pt x="1950" y="4878"/>
                          <a:pt x="2566" y="4931"/>
                        </a:cubicBezTo>
                        <a:cubicBezTo>
                          <a:pt x="2631" y="4937"/>
                          <a:pt x="2697" y="4940"/>
                          <a:pt x="2763" y="4940"/>
                        </a:cubicBezTo>
                        <a:cubicBezTo>
                          <a:pt x="3492" y="4940"/>
                          <a:pt x="4207" y="4591"/>
                          <a:pt x="4728" y="4074"/>
                        </a:cubicBezTo>
                        <a:cubicBezTo>
                          <a:pt x="4486" y="3643"/>
                          <a:pt x="4036" y="3342"/>
                          <a:pt x="3551" y="3252"/>
                        </a:cubicBezTo>
                        <a:cubicBezTo>
                          <a:pt x="3823" y="3211"/>
                          <a:pt x="4078" y="3096"/>
                          <a:pt x="4321" y="2930"/>
                        </a:cubicBezTo>
                        <a:cubicBezTo>
                          <a:pt x="4492" y="2812"/>
                          <a:pt x="4652" y="2648"/>
                          <a:pt x="4679" y="2441"/>
                        </a:cubicBezTo>
                        <a:cubicBezTo>
                          <a:pt x="4700" y="2282"/>
                          <a:pt x="4637" y="2125"/>
                          <a:pt x="4562" y="1982"/>
                        </a:cubicBezTo>
                        <a:cubicBezTo>
                          <a:pt x="4269" y="1423"/>
                          <a:pt x="3733" y="811"/>
                          <a:pt x="3220" y="446"/>
                        </a:cubicBezTo>
                        <a:cubicBezTo>
                          <a:pt x="3089" y="353"/>
                          <a:pt x="2941" y="270"/>
                          <a:pt x="2780" y="268"/>
                        </a:cubicBezTo>
                        <a:cubicBezTo>
                          <a:pt x="2779" y="268"/>
                          <a:pt x="2778" y="268"/>
                          <a:pt x="2777" y="268"/>
                        </a:cubicBezTo>
                        <a:cubicBezTo>
                          <a:pt x="2571" y="268"/>
                          <a:pt x="2387" y="403"/>
                          <a:pt x="2248" y="558"/>
                        </a:cubicBezTo>
                        <a:cubicBezTo>
                          <a:pt x="2053" y="775"/>
                          <a:pt x="1904" y="1014"/>
                          <a:pt x="1825" y="1276"/>
                        </a:cubicBezTo>
                        <a:cubicBezTo>
                          <a:pt x="1804" y="783"/>
                          <a:pt x="1565" y="298"/>
                          <a:pt x="1170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3" name="Google Shape;1533;p41"/>
                  <p:cNvSpPr/>
                  <p:nvPr/>
                </p:nvSpPr>
                <p:spPr>
                  <a:xfrm>
                    <a:off x="8158125" y="2559100"/>
                    <a:ext cx="24750" cy="60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" h="2429" extrusionOk="0">
                        <a:moveTo>
                          <a:pt x="943" y="1"/>
                        </a:moveTo>
                        <a:lnTo>
                          <a:pt x="560" y="584"/>
                        </a:lnTo>
                        <a:cubicBezTo>
                          <a:pt x="378" y="863"/>
                          <a:pt x="193" y="1146"/>
                          <a:pt x="98" y="1465"/>
                        </a:cubicBezTo>
                        <a:cubicBezTo>
                          <a:pt x="1" y="1783"/>
                          <a:pt x="2" y="2147"/>
                          <a:pt x="180" y="2428"/>
                        </a:cubicBezTo>
                        <a:cubicBezTo>
                          <a:pt x="737" y="2135"/>
                          <a:pt x="888" y="1450"/>
                          <a:pt x="957" y="878"/>
                        </a:cubicBezTo>
                        <a:cubicBezTo>
                          <a:pt x="989" y="591"/>
                          <a:pt x="960" y="289"/>
                          <a:pt x="943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4" name="Google Shape;1534;p41"/>
                  <p:cNvSpPr/>
                  <p:nvPr/>
                </p:nvSpPr>
                <p:spPr>
                  <a:xfrm>
                    <a:off x="8132075" y="2598800"/>
                    <a:ext cx="20000" cy="63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0" h="2542" extrusionOk="0">
                        <a:moveTo>
                          <a:pt x="478" y="1"/>
                        </a:moveTo>
                        <a:lnTo>
                          <a:pt x="249" y="660"/>
                        </a:lnTo>
                        <a:cubicBezTo>
                          <a:pt x="141" y="975"/>
                          <a:pt x="32" y="1294"/>
                          <a:pt x="15" y="1626"/>
                        </a:cubicBezTo>
                        <a:cubicBezTo>
                          <a:pt x="0" y="1960"/>
                          <a:pt x="90" y="2312"/>
                          <a:pt x="331" y="2542"/>
                        </a:cubicBezTo>
                        <a:cubicBezTo>
                          <a:pt x="800" y="2120"/>
                          <a:pt x="780" y="1421"/>
                          <a:pt x="704" y="848"/>
                        </a:cubicBezTo>
                        <a:cubicBezTo>
                          <a:pt x="667" y="562"/>
                          <a:pt x="566" y="275"/>
                          <a:pt x="478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5" name="Google Shape;1535;p41"/>
                  <p:cNvSpPr/>
                  <p:nvPr/>
                </p:nvSpPr>
                <p:spPr>
                  <a:xfrm>
                    <a:off x="8167625" y="2614375"/>
                    <a:ext cx="61875" cy="2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5" h="860" extrusionOk="0">
                        <a:moveTo>
                          <a:pt x="1701" y="0"/>
                        </a:moveTo>
                        <a:cubicBezTo>
                          <a:pt x="1667" y="0"/>
                          <a:pt x="1634" y="1"/>
                          <a:pt x="1601" y="3"/>
                        </a:cubicBezTo>
                        <a:cubicBezTo>
                          <a:pt x="1024" y="33"/>
                          <a:pt x="332" y="138"/>
                          <a:pt x="1" y="674"/>
                        </a:cubicBezTo>
                        <a:cubicBezTo>
                          <a:pt x="180" y="805"/>
                          <a:pt x="401" y="860"/>
                          <a:pt x="625" y="860"/>
                        </a:cubicBezTo>
                        <a:cubicBezTo>
                          <a:pt x="737" y="860"/>
                          <a:pt x="849" y="846"/>
                          <a:pt x="957" y="821"/>
                        </a:cubicBezTo>
                        <a:cubicBezTo>
                          <a:pt x="1282" y="747"/>
                          <a:pt x="1577" y="581"/>
                          <a:pt x="1866" y="419"/>
                        </a:cubicBezTo>
                        <a:lnTo>
                          <a:pt x="2475" y="76"/>
                        </a:lnTo>
                        <a:cubicBezTo>
                          <a:pt x="2221" y="43"/>
                          <a:pt x="1958" y="0"/>
                          <a:pt x="1701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6" name="Google Shape;1536;p41"/>
                  <p:cNvSpPr/>
                  <p:nvPr/>
                </p:nvSpPr>
                <p:spPr>
                  <a:xfrm>
                    <a:off x="8152400" y="2638250"/>
                    <a:ext cx="51425" cy="38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" h="1527" extrusionOk="0">
                        <a:moveTo>
                          <a:pt x="2056" y="1"/>
                        </a:moveTo>
                        <a:lnTo>
                          <a:pt x="2056" y="1"/>
                        </a:lnTo>
                        <a:cubicBezTo>
                          <a:pt x="1778" y="75"/>
                          <a:pt x="1482" y="145"/>
                          <a:pt x="1221" y="269"/>
                        </a:cubicBezTo>
                        <a:cubicBezTo>
                          <a:pt x="699" y="517"/>
                          <a:pt x="100" y="880"/>
                          <a:pt x="0" y="1502"/>
                        </a:cubicBezTo>
                        <a:cubicBezTo>
                          <a:pt x="70" y="1519"/>
                          <a:pt x="140" y="1527"/>
                          <a:pt x="211" y="1527"/>
                        </a:cubicBezTo>
                        <a:cubicBezTo>
                          <a:pt x="469" y="1527"/>
                          <a:pt x="728" y="1423"/>
                          <a:pt x="940" y="1271"/>
                        </a:cubicBezTo>
                        <a:cubicBezTo>
                          <a:pt x="1211" y="1077"/>
                          <a:pt x="1420" y="812"/>
                          <a:pt x="1625" y="549"/>
                        </a:cubicBezTo>
                        <a:cubicBezTo>
                          <a:pt x="1769" y="366"/>
                          <a:pt x="1913" y="184"/>
                          <a:pt x="2056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37" name="Google Shape;1537;p41"/>
                <p:cNvGrpSpPr/>
                <p:nvPr/>
              </p:nvGrpSpPr>
              <p:grpSpPr>
                <a:xfrm>
                  <a:off x="8136625" y="2480300"/>
                  <a:ext cx="187975" cy="217250"/>
                  <a:chOff x="8136625" y="2480300"/>
                  <a:chExt cx="187975" cy="217250"/>
                </a:xfrm>
              </p:grpSpPr>
              <p:sp>
                <p:nvSpPr>
                  <p:cNvPr id="1538" name="Google Shape;1538;p4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9" name="Google Shape;1539;p41"/>
                  <p:cNvSpPr/>
                  <p:nvPr/>
                </p:nvSpPr>
                <p:spPr>
                  <a:xfrm>
                    <a:off x="8159350" y="2578750"/>
                    <a:ext cx="43350" cy="56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4" h="2253" extrusionOk="0">
                        <a:moveTo>
                          <a:pt x="623" y="1"/>
                        </a:moveTo>
                        <a:cubicBezTo>
                          <a:pt x="609" y="1"/>
                          <a:pt x="595" y="7"/>
                          <a:pt x="585" y="23"/>
                        </a:cubicBezTo>
                        <a:cubicBezTo>
                          <a:pt x="198" y="685"/>
                          <a:pt x="1" y="1441"/>
                          <a:pt x="14" y="2208"/>
                        </a:cubicBezTo>
                        <a:cubicBezTo>
                          <a:pt x="14" y="2231"/>
                          <a:pt x="35" y="2252"/>
                          <a:pt x="59" y="2252"/>
                        </a:cubicBezTo>
                        <a:cubicBezTo>
                          <a:pt x="67" y="2252"/>
                          <a:pt x="74" y="2249"/>
                          <a:pt x="81" y="2246"/>
                        </a:cubicBezTo>
                        <a:cubicBezTo>
                          <a:pt x="562" y="1988"/>
                          <a:pt x="1113" y="1869"/>
                          <a:pt x="1647" y="1753"/>
                        </a:cubicBezTo>
                        <a:lnTo>
                          <a:pt x="1682" y="1745"/>
                        </a:lnTo>
                        <a:cubicBezTo>
                          <a:pt x="1734" y="1731"/>
                          <a:pt x="1720" y="1657"/>
                          <a:pt x="1671" y="1657"/>
                        </a:cubicBezTo>
                        <a:cubicBezTo>
                          <a:pt x="1668" y="1657"/>
                          <a:pt x="1665" y="1657"/>
                          <a:pt x="1662" y="1657"/>
                        </a:cubicBezTo>
                        <a:lnTo>
                          <a:pt x="1629" y="1665"/>
                        </a:lnTo>
                        <a:cubicBezTo>
                          <a:pt x="1113" y="1777"/>
                          <a:pt x="581" y="1893"/>
                          <a:pt x="104" y="2133"/>
                        </a:cubicBezTo>
                        <a:cubicBezTo>
                          <a:pt x="104" y="1407"/>
                          <a:pt x="298" y="696"/>
                          <a:pt x="663" y="69"/>
                        </a:cubicBezTo>
                        <a:cubicBezTo>
                          <a:pt x="685" y="33"/>
                          <a:pt x="654" y="1"/>
                          <a:pt x="62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0" name="Google Shape;1540;p41"/>
                  <p:cNvSpPr/>
                  <p:nvPr/>
                </p:nvSpPr>
                <p:spPr>
                  <a:xfrm>
                    <a:off x="8144725" y="2649200"/>
                    <a:ext cx="42975" cy="2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" h="1141" extrusionOk="0">
                        <a:moveTo>
                          <a:pt x="1654" y="1"/>
                        </a:moveTo>
                        <a:cubicBezTo>
                          <a:pt x="1644" y="1"/>
                          <a:pt x="1634" y="4"/>
                          <a:pt x="1624" y="13"/>
                        </a:cubicBezTo>
                        <a:cubicBezTo>
                          <a:pt x="1175" y="414"/>
                          <a:pt x="666" y="870"/>
                          <a:pt x="51" y="1052"/>
                        </a:cubicBezTo>
                        <a:cubicBezTo>
                          <a:pt x="0" y="1067"/>
                          <a:pt x="10" y="1140"/>
                          <a:pt x="61" y="1140"/>
                        </a:cubicBezTo>
                        <a:cubicBezTo>
                          <a:pt x="62" y="1140"/>
                          <a:pt x="62" y="1140"/>
                          <a:pt x="63" y="1140"/>
                        </a:cubicBezTo>
                        <a:cubicBezTo>
                          <a:pt x="67" y="1140"/>
                          <a:pt x="71" y="1140"/>
                          <a:pt x="76" y="1139"/>
                        </a:cubicBezTo>
                        <a:cubicBezTo>
                          <a:pt x="711" y="951"/>
                          <a:pt x="1229" y="487"/>
                          <a:pt x="1683" y="80"/>
                        </a:cubicBezTo>
                        <a:cubicBezTo>
                          <a:pt x="1718" y="49"/>
                          <a:pt x="1690" y="1"/>
                          <a:pt x="16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1" name="Google Shape;1541;p41"/>
                  <p:cNvSpPr/>
                  <p:nvPr/>
                </p:nvSpPr>
                <p:spPr>
                  <a:xfrm>
                    <a:off x="8136625" y="2626300"/>
                    <a:ext cx="11275" cy="47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1" h="1900" extrusionOk="0">
                        <a:moveTo>
                          <a:pt x="183" y="0"/>
                        </a:moveTo>
                        <a:cubicBezTo>
                          <a:pt x="164" y="0"/>
                          <a:pt x="146" y="11"/>
                          <a:pt x="140" y="36"/>
                        </a:cubicBezTo>
                        <a:cubicBezTo>
                          <a:pt x="0" y="699"/>
                          <a:pt x="53" y="1027"/>
                          <a:pt x="84" y="1223"/>
                        </a:cubicBezTo>
                        <a:cubicBezTo>
                          <a:pt x="118" y="1436"/>
                          <a:pt x="249" y="1701"/>
                          <a:pt x="361" y="1879"/>
                        </a:cubicBezTo>
                        <a:cubicBezTo>
                          <a:pt x="369" y="1891"/>
                          <a:pt x="384" y="1900"/>
                          <a:pt x="398" y="1900"/>
                        </a:cubicBezTo>
                        <a:cubicBezTo>
                          <a:pt x="407" y="1900"/>
                          <a:pt x="416" y="1897"/>
                          <a:pt x="422" y="1892"/>
                        </a:cubicBezTo>
                        <a:cubicBezTo>
                          <a:pt x="443" y="1879"/>
                          <a:pt x="451" y="1852"/>
                          <a:pt x="437" y="1830"/>
                        </a:cubicBezTo>
                        <a:cubicBezTo>
                          <a:pt x="330" y="1660"/>
                          <a:pt x="205" y="1408"/>
                          <a:pt x="172" y="1209"/>
                        </a:cubicBezTo>
                        <a:cubicBezTo>
                          <a:pt x="140" y="1006"/>
                          <a:pt x="91" y="701"/>
                          <a:pt x="228" y="54"/>
                        </a:cubicBezTo>
                        <a:cubicBezTo>
                          <a:pt x="235" y="20"/>
                          <a:pt x="209" y="0"/>
                          <a:pt x="18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2" name="Google Shape;1542;p4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3" name="Google Shape;1543;p4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4" name="Google Shape;1544;p4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5" name="Google Shape;1545;p4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6" name="Google Shape;1546;p4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7" name="Google Shape;1547;p4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8" name="Google Shape;1548;p4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9" name="Google Shape;1549;p4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550" name="Google Shape;1550;p41"/>
              <p:cNvGrpSpPr/>
              <p:nvPr/>
            </p:nvGrpSpPr>
            <p:grpSpPr>
              <a:xfrm rot="-188346">
                <a:off x="4255507" y="703471"/>
                <a:ext cx="657363" cy="925277"/>
                <a:chOff x="8244900" y="3297325"/>
                <a:chExt cx="207000" cy="291375"/>
              </a:xfrm>
            </p:grpSpPr>
            <p:sp>
              <p:nvSpPr>
                <p:cNvPr id="1551" name="Google Shape;1551;p41"/>
                <p:cNvSpPr/>
                <p:nvPr/>
              </p:nvSpPr>
              <p:spPr>
                <a:xfrm>
                  <a:off x="8367875" y="3423650"/>
                  <a:ext cx="83125" cy="2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5" h="817" extrusionOk="0">
                      <a:moveTo>
                        <a:pt x="1900" y="1"/>
                      </a:moveTo>
                      <a:cubicBezTo>
                        <a:pt x="1246" y="1"/>
                        <a:pt x="554" y="138"/>
                        <a:pt x="160" y="283"/>
                      </a:cubicBezTo>
                      <a:cubicBezTo>
                        <a:pt x="140" y="298"/>
                        <a:pt x="123" y="300"/>
                        <a:pt x="105" y="300"/>
                      </a:cubicBezTo>
                      <a:cubicBezTo>
                        <a:pt x="100" y="300"/>
                        <a:pt x="95" y="300"/>
                        <a:pt x="89" y="300"/>
                      </a:cubicBezTo>
                      <a:cubicBezTo>
                        <a:pt x="66" y="300"/>
                        <a:pt x="39" y="302"/>
                        <a:pt x="1" y="327"/>
                      </a:cubicBezTo>
                      <a:cubicBezTo>
                        <a:pt x="277" y="682"/>
                        <a:pt x="878" y="817"/>
                        <a:pt x="1507" y="817"/>
                      </a:cubicBezTo>
                      <a:cubicBezTo>
                        <a:pt x="2218" y="817"/>
                        <a:pt x="2966" y="645"/>
                        <a:pt x="3324" y="423"/>
                      </a:cubicBezTo>
                      <a:cubicBezTo>
                        <a:pt x="3039" y="111"/>
                        <a:pt x="2485" y="1"/>
                        <a:pt x="19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2" name="Google Shape;1552;p41"/>
                <p:cNvSpPr/>
                <p:nvPr/>
              </p:nvSpPr>
              <p:spPr>
                <a:xfrm>
                  <a:off x="8394950" y="3357550"/>
                  <a:ext cx="56950" cy="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1587" extrusionOk="0">
                      <a:moveTo>
                        <a:pt x="2127" y="1"/>
                      </a:moveTo>
                      <a:cubicBezTo>
                        <a:pt x="1406" y="1"/>
                        <a:pt x="429" y="944"/>
                        <a:pt x="85" y="1452"/>
                      </a:cubicBezTo>
                      <a:cubicBezTo>
                        <a:pt x="70" y="1501"/>
                        <a:pt x="29" y="1485"/>
                        <a:pt x="0" y="1559"/>
                      </a:cubicBezTo>
                      <a:cubicBezTo>
                        <a:pt x="65" y="1578"/>
                        <a:pt x="133" y="1587"/>
                        <a:pt x="204" y="1587"/>
                      </a:cubicBezTo>
                      <a:cubicBezTo>
                        <a:pt x="966" y="1587"/>
                        <a:pt x="2045" y="571"/>
                        <a:pt x="2277" y="16"/>
                      </a:cubicBezTo>
                      <a:cubicBezTo>
                        <a:pt x="2229" y="6"/>
                        <a:pt x="2178" y="1"/>
                        <a:pt x="21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3" name="Google Shape;1553;p41"/>
                <p:cNvSpPr/>
                <p:nvPr/>
              </p:nvSpPr>
              <p:spPr>
                <a:xfrm>
                  <a:off x="8379400" y="3327025"/>
                  <a:ext cx="26225" cy="6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" h="2748" extrusionOk="0">
                      <a:moveTo>
                        <a:pt x="488" y="1"/>
                      </a:moveTo>
                      <a:cubicBezTo>
                        <a:pt x="157" y="569"/>
                        <a:pt x="0" y="2276"/>
                        <a:pt x="634" y="2747"/>
                      </a:cubicBezTo>
                      <a:cubicBezTo>
                        <a:pt x="677" y="2680"/>
                        <a:pt x="639" y="2655"/>
                        <a:pt x="668" y="2615"/>
                      </a:cubicBezTo>
                      <a:cubicBezTo>
                        <a:pt x="879" y="1991"/>
                        <a:pt x="1049" y="487"/>
                        <a:pt x="48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4" name="Google Shape;1554;p41"/>
                <p:cNvSpPr/>
                <p:nvPr/>
              </p:nvSpPr>
              <p:spPr>
                <a:xfrm>
                  <a:off x="8410775" y="3297325"/>
                  <a:ext cx="25450" cy="6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8" h="2648" extrusionOk="0">
                      <a:moveTo>
                        <a:pt x="820" y="0"/>
                      </a:moveTo>
                      <a:lnTo>
                        <a:pt x="820" y="0"/>
                      </a:lnTo>
                      <a:cubicBezTo>
                        <a:pt x="166" y="352"/>
                        <a:pt x="1" y="1857"/>
                        <a:pt x="70" y="2511"/>
                      </a:cubicBezTo>
                      <a:cubicBezTo>
                        <a:pt x="89" y="2558"/>
                        <a:pt x="47" y="2573"/>
                        <a:pt x="73" y="2647"/>
                      </a:cubicBezTo>
                      <a:cubicBezTo>
                        <a:pt x="796" y="2328"/>
                        <a:pt x="1018" y="628"/>
                        <a:pt x="8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5" name="Google Shape;1555;p41"/>
                <p:cNvSpPr/>
                <p:nvPr/>
              </p:nvSpPr>
              <p:spPr>
                <a:xfrm>
                  <a:off x="8345475" y="3348250"/>
                  <a:ext cx="27225" cy="8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3271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0" y="734"/>
                        <a:pt x="78" y="2805"/>
                        <a:pt x="913" y="3270"/>
                      </a:cubicBezTo>
                      <a:cubicBezTo>
                        <a:pt x="953" y="3184"/>
                        <a:pt x="903" y="3160"/>
                        <a:pt x="934" y="3106"/>
                      </a:cubicBezTo>
                      <a:cubicBezTo>
                        <a:pt x="1089" y="2326"/>
                        <a:pt x="1056" y="497"/>
                        <a:pt x="3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6" name="Google Shape;1556;p41"/>
                <p:cNvSpPr/>
                <p:nvPr/>
              </p:nvSpPr>
              <p:spPr>
                <a:xfrm>
                  <a:off x="8336625" y="3458375"/>
                  <a:ext cx="83125" cy="2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5" h="817" extrusionOk="0">
                      <a:moveTo>
                        <a:pt x="1899" y="0"/>
                      </a:moveTo>
                      <a:cubicBezTo>
                        <a:pt x="1245" y="0"/>
                        <a:pt x="553" y="138"/>
                        <a:pt x="159" y="282"/>
                      </a:cubicBezTo>
                      <a:cubicBezTo>
                        <a:pt x="139" y="298"/>
                        <a:pt x="122" y="300"/>
                        <a:pt x="103" y="300"/>
                      </a:cubicBezTo>
                      <a:cubicBezTo>
                        <a:pt x="99" y="300"/>
                        <a:pt x="96" y="299"/>
                        <a:pt x="92" y="299"/>
                      </a:cubicBezTo>
                      <a:cubicBezTo>
                        <a:pt x="68" y="299"/>
                        <a:pt x="40" y="301"/>
                        <a:pt x="1" y="328"/>
                      </a:cubicBezTo>
                      <a:cubicBezTo>
                        <a:pt x="277" y="682"/>
                        <a:pt x="878" y="817"/>
                        <a:pt x="1507" y="817"/>
                      </a:cubicBezTo>
                      <a:cubicBezTo>
                        <a:pt x="2218" y="817"/>
                        <a:pt x="2966" y="645"/>
                        <a:pt x="3325" y="424"/>
                      </a:cubicBezTo>
                      <a:cubicBezTo>
                        <a:pt x="3039" y="110"/>
                        <a:pt x="2484" y="0"/>
                        <a:pt x="18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7" name="Google Shape;1557;p41"/>
                <p:cNvSpPr/>
                <p:nvPr/>
              </p:nvSpPr>
              <p:spPr>
                <a:xfrm>
                  <a:off x="8317550" y="3384750"/>
                  <a:ext cx="27250" cy="8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3271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0" y="734"/>
                        <a:pt x="80" y="2805"/>
                        <a:pt x="913" y="3270"/>
                      </a:cubicBezTo>
                      <a:cubicBezTo>
                        <a:pt x="953" y="3182"/>
                        <a:pt x="904" y="3160"/>
                        <a:pt x="934" y="3106"/>
                      </a:cubicBezTo>
                      <a:cubicBezTo>
                        <a:pt x="1089" y="2326"/>
                        <a:pt x="1056" y="497"/>
                        <a:pt x="30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8" name="Google Shape;1558;p41"/>
                <p:cNvSpPr/>
                <p:nvPr/>
              </p:nvSpPr>
              <p:spPr>
                <a:xfrm>
                  <a:off x="8304325" y="3488950"/>
                  <a:ext cx="83100" cy="2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4" h="815" extrusionOk="0">
                      <a:moveTo>
                        <a:pt x="1900" y="0"/>
                      </a:moveTo>
                      <a:cubicBezTo>
                        <a:pt x="1246" y="0"/>
                        <a:pt x="554" y="138"/>
                        <a:pt x="160" y="282"/>
                      </a:cubicBezTo>
                      <a:cubicBezTo>
                        <a:pt x="140" y="296"/>
                        <a:pt x="124" y="298"/>
                        <a:pt x="107" y="298"/>
                      </a:cubicBezTo>
                      <a:cubicBezTo>
                        <a:pt x="101" y="298"/>
                        <a:pt x="95" y="298"/>
                        <a:pt x="89" y="298"/>
                      </a:cubicBezTo>
                      <a:cubicBezTo>
                        <a:pt x="66" y="298"/>
                        <a:pt x="39" y="301"/>
                        <a:pt x="0" y="326"/>
                      </a:cubicBezTo>
                      <a:cubicBezTo>
                        <a:pt x="276" y="680"/>
                        <a:pt x="877" y="815"/>
                        <a:pt x="1507" y="815"/>
                      </a:cubicBezTo>
                      <a:cubicBezTo>
                        <a:pt x="2217" y="815"/>
                        <a:pt x="2965" y="643"/>
                        <a:pt x="3324" y="422"/>
                      </a:cubicBezTo>
                      <a:cubicBezTo>
                        <a:pt x="3038" y="110"/>
                        <a:pt x="2484" y="0"/>
                        <a:pt x="19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9" name="Google Shape;1559;p41"/>
                <p:cNvSpPr/>
                <p:nvPr/>
              </p:nvSpPr>
              <p:spPr>
                <a:xfrm>
                  <a:off x="8281900" y="3413525"/>
                  <a:ext cx="27250" cy="8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3271" extrusionOk="0">
                      <a:moveTo>
                        <a:pt x="310" y="0"/>
                      </a:moveTo>
                      <a:cubicBezTo>
                        <a:pt x="1" y="732"/>
                        <a:pt x="78" y="2805"/>
                        <a:pt x="914" y="3270"/>
                      </a:cubicBezTo>
                      <a:cubicBezTo>
                        <a:pt x="954" y="3182"/>
                        <a:pt x="905" y="3159"/>
                        <a:pt x="934" y="3106"/>
                      </a:cubicBezTo>
                      <a:cubicBezTo>
                        <a:pt x="1089" y="2326"/>
                        <a:pt x="1057" y="497"/>
                        <a:pt x="3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0" name="Google Shape;1560;p41"/>
                <p:cNvSpPr/>
                <p:nvPr/>
              </p:nvSpPr>
              <p:spPr>
                <a:xfrm>
                  <a:off x="8244900" y="3336975"/>
                  <a:ext cx="175975" cy="25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9" h="10069" extrusionOk="0">
                      <a:moveTo>
                        <a:pt x="6932" y="1"/>
                      </a:moveTo>
                      <a:cubicBezTo>
                        <a:pt x="6902" y="1"/>
                        <a:pt x="6872" y="22"/>
                        <a:pt x="6876" y="62"/>
                      </a:cubicBezTo>
                      <a:cubicBezTo>
                        <a:pt x="6922" y="541"/>
                        <a:pt x="6445" y="1461"/>
                        <a:pt x="6187" y="1954"/>
                      </a:cubicBezTo>
                      <a:lnTo>
                        <a:pt x="6138" y="2053"/>
                      </a:lnTo>
                      <a:cubicBezTo>
                        <a:pt x="5774" y="2755"/>
                        <a:pt x="5206" y="3365"/>
                        <a:pt x="4654" y="3955"/>
                      </a:cubicBezTo>
                      <a:cubicBezTo>
                        <a:pt x="4362" y="4270"/>
                        <a:pt x="4058" y="4595"/>
                        <a:pt x="3792" y="4929"/>
                      </a:cubicBezTo>
                      <a:cubicBezTo>
                        <a:pt x="3328" y="5512"/>
                        <a:pt x="2807" y="5936"/>
                        <a:pt x="2301" y="6344"/>
                      </a:cubicBezTo>
                      <a:cubicBezTo>
                        <a:pt x="1263" y="7187"/>
                        <a:pt x="282" y="7983"/>
                        <a:pt x="5" y="10005"/>
                      </a:cubicBezTo>
                      <a:cubicBezTo>
                        <a:pt x="0" y="10036"/>
                        <a:pt x="21" y="10065"/>
                        <a:pt x="52" y="10068"/>
                      </a:cubicBezTo>
                      <a:cubicBezTo>
                        <a:pt x="56" y="10069"/>
                        <a:pt x="59" y="10069"/>
                        <a:pt x="62" y="10069"/>
                      </a:cubicBezTo>
                      <a:cubicBezTo>
                        <a:pt x="71" y="10069"/>
                        <a:pt x="79" y="10067"/>
                        <a:pt x="87" y="10063"/>
                      </a:cubicBezTo>
                      <a:cubicBezTo>
                        <a:pt x="103" y="10054"/>
                        <a:pt x="113" y="10039"/>
                        <a:pt x="116" y="10020"/>
                      </a:cubicBezTo>
                      <a:cubicBezTo>
                        <a:pt x="388" y="8043"/>
                        <a:pt x="1353" y="7260"/>
                        <a:pt x="2371" y="6432"/>
                      </a:cubicBezTo>
                      <a:cubicBezTo>
                        <a:pt x="2881" y="6019"/>
                        <a:pt x="3408" y="5591"/>
                        <a:pt x="3880" y="4999"/>
                      </a:cubicBezTo>
                      <a:cubicBezTo>
                        <a:pt x="4143" y="4670"/>
                        <a:pt x="4444" y="4346"/>
                        <a:pt x="4738" y="4033"/>
                      </a:cubicBezTo>
                      <a:cubicBezTo>
                        <a:pt x="5292" y="3437"/>
                        <a:pt x="5866" y="2821"/>
                        <a:pt x="6236" y="2103"/>
                      </a:cubicBezTo>
                      <a:lnTo>
                        <a:pt x="6287" y="2006"/>
                      </a:lnTo>
                      <a:cubicBezTo>
                        <a:pt x="6549" y="1502"/>
                        <a:pt x="7039" y="563"/>
                        <a:pt x="6988" y="52"/>
                      </a:cubicBezTo>
                      <a:cubicBezTo>
                        <a:pt x="6984" y="17"/>
                        <a:pt x="6958" y="1"/>
                        <a:pt x="69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61" name="Google Shape;1561;p41"/>
              <p:cNvGrpSpPr/>
              <p:nvPr/>
            </p:nvGrpSpPr>
            <p:grpSpPr>
              <a:xfrm rot="337277">
                <a:off x="4423322" y="1277117"/>
                <a:ext cx="1005591" cy="961454"/>
                <a:chOff x="8059125" y="2818475"/>
                <a:chExt cx="411275" cy="393225"/>
              </a:xfrm>
            </p:grpSpPr>
            <p:sp>
              <p:nvSpPr>
                <p:cNvPr id="1562" name="Google Shape;1562;p41"/>
                <p:cNvSpPr/>
                <p:nvPr/>
              </p:nvSpPr>
              <p:spPr>
                <a:xfrm>
                  <a:off x="8177525" y="2820225"/>
                  <a:ext cx="292875" cy="22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5" h="9058" extrusionOk="0">
                      <a:moveTo>
                        <a:pt x="9188" y="1"/>
                      </a:moveTo>
                      <a:cubicBezTo>
                        <a:pt x="8450" y="1"/>
                        <a:pt x="7618" y="244"/>
                        <a:pt x="7037" y="670"/>
                      </a:cubicBezTo>
                      <a:cubicBezTo>
                        <a:pt x="7481" y="935"/>
                        <a:pt x="7883" y="1268"/>
                        <a:pt x="8227" y="1654"/>
                      </a:cubicBezTo>
                      <a:cubicBezTo>
                        <a:pt x="7693" y="1433"/>
                        <a:pt x="7179" y="1172"/>
                        <a:pt x="6685" y="874"/>
                      </a:cubicBezTo>
                      <a:cubicBezTo>
                        <a:pt x="6036" y="1390"/>
                        <a:pt x="5215" y="1943"/>
                        <a:pt x="4502" y="2367"/>
                      </a:cubicBezTo>
                      <a:cubicBezTo>
                        <a:pt x="4244" y="3136"/>
                        <a:pt x="3856" y="3713"/>
                        <a:pt x="3640" y="4496"/>
                      </a:cubicBezTo>
                      <a:cubicBezTo>
                        <a:pt x="3579" y="4059"/>
                        <a:pt x="3594" y="3615"/>
                        <a:pt x="3685" y="3184"/>
                      </a:cubicBezTo>
                      <a:lnTo>
                        <a:pt x="3685" y="3184"/>
                      </a:lnTo>
                      <a:cubicBezTo>
                        <a:pt x="2716" y="4046"/>
                        <a:pt x="1873" y="5040"/>
                        <a:pt x="1181" y="6138"/>
                      </a:cubicBezTo>
                      <a:cubicBezTo>
                        <a:pt x="540" y="7156"/>
                        <a:pt x="0" y="9057"/>
                        <a:pt x="1552" y="9057"/>
                      </a:cubicBezTo>
                      <a:cubicBezTo>
                        <a:pt x="1679" y="9057"/>
                        <a:pt x="1821" y="9044"/>
                        <a:pt x="1977" y="9017"/>
                      </a:cubicBezTo>
                      <a:cubicBezTo>
                        <a:pt x="2572" y="8913"/>
                        <a:pt x="3130" y="8634"/>
                        <a:pt x="3700" y="8436"/>
                      </a:cubicBezTo>
                      <a:cubicBezTo>
                        <a:pt x="3846" y="8385"/>
                        <a:pt x="5971" y="7587"/>
                        <a:pt x="5911" y="7477"/>
                      </a:cubicBezTo>
                      <a:lnTo>
                        <a:pt x="5319" y="6427"/>
                      </a:lnTo>
                      <a:lnTo>
                        <a:pt x="5319" y="6427"/>
                      </a:lnTo>
                      <a:cubicBezTo>
                        <a:pt x="5716" y="6776"/>
                        <a:pt x="6223" y="7027"/>
                        <a:pt x="6713" y="7223"/>
                      </a:cubicBezTo>
                      <a:cubicBezTo>
                        <a:pt x="7895" y="6763"/>
                        <a:pt x="8980" y="5944"/>
                        <a:pt x="9760" y="4936"/>
                      </a:cubicBezTo>
                      <a:lnTo>
                        <a:pt x="9421" y="3133"/>
                      </a:lnTo>
                      <a:lnTo>
                        <a:pt x="9421" y="3133"/>
                      </a:lnTo>
                      <a:cubicBezTo>
                        <a:pt x="9741" y="3557"/>
                        <a:pt x="10019" y="4043"/>
                        <a:pt x="10337" y="4468"/>
                      </a:cubicBezTo>
                      <a:cubicBezTo>
                        <a:pt x="10905" y="3979"/>
                        <a:pt x="11405" y="3360"/>
                        <a:pt x="11558" y="2625"/>
                      </a:cubicBezTo>
                      <a:cubicBezTo>
                        <a:pt x="11715" y="1873"/>
                        <a:pt x="11376" y="1135"/>
                        <a:pt x="10823" y="635"/>
                      </a:cubicBezTo>
                      <a:cubicBezTo>
                        <a:pt x="10434" y="285"/>
                        <a:pt x="9940" y="51"/>
                        <a:pt x="9436" y="11"/>
                      </a:cubicBezTo>
                      <a:cubicBezTo>
                        <a:pt x="9355" y="4"/>
                        <a:pt x="9272" y="1"/>
                        <a:pt x="918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3" name="Google Shape;1563;p41"/>
                <p:cNvSpPr/>
                <p:nvPr/>
              </p:nvSpPr>
              <p:spPr>
                <a:xfrm>
                  <a:off x="8059125" y="2857025"/>
                  <a:ext cx="372400" cy="35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96" h="14187" extrusionOk="0">
                      <a:moveTo>
                        <a:pt x="14831" y="1"/>
                      </a:moveTo>
                      <a:cubicBezTo>
                        <a:pt x="14823" y="1"/>
                        <a:pt x="14815" y="3"/>
                        <a:pt x="14806" y="9"/>
                      </a:cubicBezTo>
                      <a:cubicBezTo>
                        <a:pt x="14773" y="28"/>
                        <a:pt x="11491" y="1941"/>
                        <a:pt x="8045" y="4626"/>
                      </a:cubicBezTo>
                      <a:cubicBezTo>
                        <a:pt x="6022" y="6202"/>
                        <a:pt x="4337" y="7732"/>
                        <a:pt x="3039" y="9172"/>
                      </a:cubicBezTo>
                      <a:cubicBezTo>
                        <a:pt x="1414" y="10975"/>
                        <a:pt x="394" y="12645"/>
                        <a:pt x="6" y="14133"/>
                      </a:cubicBezTo>
                      <a:cubicBezTo>
                        <a:pt x="0" y="14156"/>
                        <a:pt x="14" y="14180"/>
                        <a:pt x="37" y="14185"/>
                      </a:cubicBezTo>
                      <a:cubicBezTo>
                        <a:pt x="40" y="14187"/>
                        <a:pt x="45" y="14187"/>
                        <a:pt x="48" y="14187"/>
                      </a:cubicBezTo>
                      <a:cubicBezTo>
                        <a:pt x="67" y="14187"/>
                        <a:pt x="85" y="14174"/>
                        <a:pt x="90" y="14154"/>
                      </a:cubicBezTo>
                      <a:cubicBezTo>
                        <a:pt x="474" y="12681"/>
                        <a:pt x="1488" y="11024"/>
                        <a:pt x="3103" y="9230"/>
                      </a:cubicBezTo>
                      <a:cubicBezTo>
                        <a:pt x="4398" y="7794"/>
                        <a:pt x="6078" y="6269"/>
                        <a:pt x="8099" y="4696"/>
                      </a:cubicBezTo>
                      <a:cubicBezTo>
                        <a:pt x="11540" y="2016"/>
                        <a:pt x="14817" y="104"/>
                        <a:pt x="14849" y="85"/>
                      </a:cubicBezTo>
                      <a:cubicBezTo>
                        <a:pt x="14895" y="62"/>
                        <a:pt x="14870" y="1"/>
                        <a:pt x="148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1564;p41"/>
                <p:cNvSpPr/>
                <p:nvPr/>
              </p:nvSpPr>
              <p:spPr>
                <a:xfrm>
                  <a:off x="8389850" y="2818475"/>
                  <a:ext cx="29375" cy="6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" h="2568" extrusionOk="0">
                      <a:moveTo>
                        <a:pt x="1115" y="0"/>
                      </a:moveTo>
                      <a:cubicBezTo>
                        <a:pt x="1099" y="0"/>
                        <a:pt x="1083" y="8"/>
                        <a:pt x="1076" y="28"/>
                      </a:cubicBezTo>
                      <a:lnTo>
                        <a:pt x="10" y="2507"/>
                      </a:lnTo>
                      <a:cubicBezTo>
                        <a:pt x="1" y="2529"/>
                        <a:pt x="11" y="2554"/>
                        <a:pt x="32" y="2565"/>
                      </a:cubicBezTo>
                      <a:cubicBezTo>
                        <a:pt x="38" y="2566"/>
                        <a:pt x="44" y="2568"/>
                        <a:pt x="50" y="2568"/>
                      </a:cubicBezTo>
                      <a:cubicBezTo>
                        <a:pt x="68" y="2568"/>
                        <a:pt x="83" y="2557"/>
                        <a:pt x="90" y="2541"/>
                      </a:cubicBezTo>
                      <a:lnTo>
                        <a:pt x="1157" y="64"/>
                      </a:lnTo>
                      <a:cubicBezTo>
                        <a:pt x="1174" y="28"/>
                        <a:pt x="1144" y="0"/>
                        <a:pt x="111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5" name="Google Shape;1565;p41"/>
                <p:cNvSpPr/>
                <p:nvPr/>
              </p:nvSpPr>
              <p:spPr>
                <a:xfrm>
                  <a:off x="8295425" y="2947825"/>
                  <a:ext cx="102475" cy="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9" h="930" extrusionOk="0">
                      <a:moveTo>
                        <a:pt x="60" y="0"/>
                      </a:moveTo>
                      <a:cubicBezTo>
                        <a:pt x="12" y="0"/>
                        <a:pt x="0" y="76"/>
                        <a:pt x="53" y="87"/>
                      </a:cubicBezTo>
                      <a:lnTo>
                        <a:pt x="4028" y="928"/>
                      </a:lnTo>
                      <a:cubicBezTo>
                        <a:pt x="4031" y="929"/>
                        <a:pt x="4034" y="929"/>
                        <a:pt x="4037" y="929"/>
                      </a:cubicBezTo>
                      <a:lnTo>
                        <a:pt x="4039" y="929"/>
                      </a:lnTo>
                      <a:cubicBezTo>
                        <a:pt x="4090" y="928"/>
                        <a:pt x="4099" y="855"/>
                        <a:pt x="4048" y="843"/>
                      </a:cubicBezTo>
                      <a:lnTo>
                        <a:pt x="72" y="2"/>
                      </a:lnTo>
                      <a:cubicBezTo>
                        <a:pt x="68" y="1"/>
                        <a:pt x="64" y="0"/>
                        <a:pt x="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66" name="Google Shape;1566;p41"/>
              <p:cNvGrpSpPr/>
              <p:nvPr/>
            </p:nvGrpSpPr>
            <p:grpSpPr>
              <a:xfrm rot="871253">
                <a:off x="4498652" y="2103938"/>
                <a:ext cx="576125" cy="564083"/>
                <a:chOff x="8174627" y="4345225"/>
                <a:chExt cx="172915" cy="169301"/>
              </a:xfrm>
            </p:grpSpPr>
            <p:grpSp>
              <p:nvGrpSpPr>
                <p:cNvPr id="1567" name="Google Shape;1567;p41"/>
                <p:cNvGrpSpPr/>
                <p:nvPr/>
              </p:nvGrpSpPr>
              <p:grpSpPr>
                <a:xfrm>
                  <a:off x="8192297" y="4345225"/>
                  <a:ext cx="155245" cy="145615"/>
                  <a:chOff x="8192297" y="4345225"/>
                  <a:chExt cx="155245" cy="145615"/>
                </a:xfrm>
              </p:grpSpPr>
              <p:sp>
                <p:nvSpPr>
                  <p:cNvPr id="1568" name="Google Shape;1568;p41"/>
                  <p:cNvSpPr/>
                  <p:nvPr/>
                </p:nvSpPr>
                <p:spPr>
                  <a:xfrm>
                    <a:off x="8192297" y="4378920"/>
                    <a:ext cx="38677" cy="71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9" h="1725" extrusionOk="0">
                        <a:moveTo>
                          <a:pt x="536" y="0"/>
                        </a:moveTo>
                        <a:cubicBezTo>
                          <a:pt x="408" y="0"/>
                          <a:pt x="280" y="59"/>
                          <a:pt x="201" y="160"/>
                        </a:cubicBezTo>
                        <a:cubicBezTo>
                          <a:pt x="0" y="421"/>
                          <a:pt x="282" y="931"/>
                          <a:pt x="360" y="1198"/>
                        </a:cubicBezTo>
                        <a:cubicBezTo>
                          <a:pt x="395" y="1320"/>
                          <a:pt x="376" y="1604"/>
                          <a:pt x="339" y="1724"/>
                        </a:cubicBezTo>
                        <a:lnTo>
                          <a:pt x="477" y="1532"/>
                        </a:lnTo>
                        <a:cubicBezTo>
                          <a:pt x="544" y="1159"/>
                          <a:pt x="799" y="873"/>
                          <a:pt x="892" y="515"/>
                        </a:cubicBezTo>
                        <a:cubicBezTo>
                          <a:pt x="938" y="338"/>
                          <a:pt x="895" y="145"/>
                          <a:pt x="723" y="48"/>
                        </a:cubicBezTo>
                        <a:cubicBezTo>
                          <a:pt x="666" y="16"/>
                          <a:pt x="601" y="0"/>
                          <a:pt x="53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9" name="Google Shape;1569;p41"/>
                  <p:cNvSpPr/>
                  <p:nvPr/>
                </p:nvSpPr>
                <p:spPr>
                  <a:xfrm>
                    <a:off x="8230686" y="4349797"/>
                    <a:ext cx="47698" cy="85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8" h="2066" extrusionOk="0">
                        <a:moveTo>
                          <a:pt x="650" y="1"/>
                        </a:moveTo>
                        <a:cubicBezTo>
                          <a:pt x="522" y="1"/>
                          <a:pt x="392" y="47"/>
                          <a:pt x="298" y="133"/>
                        </a:cubicBezTo>
                        <a:cubicBezTo>
                          <a:pt x="0" y="408"/>
                          <a:pt x="237" y="1088"/>
                          <a:pt x="276" y="1429"/>
                        </a:cubicBezTo>
                        <a:cubicBezTo>
                          <a:pt x="294" y="1586"/>
                          <a:pt x="215" y="1926"/>
                          <a:pt x="143" y="2066"/>
                        </a:cubicBezTo>
                        <a:lnTo>
                          <a:pt x="187" y="2057"/>
                        </a:lnTo>
                        <a:cubicBezTo>
                          <a:pt x="346" y="1617"/>
                          <a:pt x="878" y="1125"/>
                          <a:pt x="1065" y="708"/>
                        </a:cubicBezTo>
                        <a:cubicBezTo>
                          <a:pt x="1157" y="502"/>
                          <a:pt x="1144" y="259"/>
                          <a:pt x="956" y="105"/>
                        </a:cubicBezTo>
                        <a:cubicBezTo>
                          <a:pt x="869" y="34"/>
                          <a:pt x="760" y="1"/>
                          <a:pt x="65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0" name="Google Shape;1570;p41"/>
                  <p:cNvSpPr/>
                  <p:nvPr/>
                </p:nvSpPr>
                <p:spPr>
                  <a:xfrm>
                    <a:off x="8253382" y="4411009"/>
                    <a:ext cx="91565" cy="408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3" h="992" extrusionOk="0">
                        <a:moveTo>
                          <a:pt x="1722" y="0"/>
                        </a:moveTo>
                        <a:cubicBezTo>
                          <a:pt x="1633" y="0"/>
                          <a:pt x="1542" y="23"/>
                          <a:pt x="1458" y="64"/>
                        </a:cubicBezTo>
                        <a:cubicBezTo>
                          <a:pt x="1046" y="265"/>
                          <a:pt x="763" y="646"/>
                          <a:pt x="330" y="819"/>
                        </a:cubicBezTo>
                        <a:lnTo>
                          <a:pt x="10" y="987"/>
                        </a:lnTo>
                        <a:lnTo>
                          <a:pt x="10" y="987"/>
                        </a:lnTo>
                        <a:cubicBezTo>
                          <a:pt x="142" y="921"/>
                          <a:pt x="520" y="876"/>
                          <a:pt x="707" y="876"/>
                        </a:cubicBezTo>
                        <a:cubicBezTo>
                          <a:pt x="728" y="876"/>
                          <a:pt x="747" y="877"/>
                          <a:pt x="763" y="878"/>
                        </a:cubicBezTo>
                        <a:cubicBezTo>
                          <a:pt x="966" y="894"/>
                          <a:pt x="1290" y="976"/>
                          <a:pt x="1575" y="976"/>
                        </a:cubicBezTo>
                        <a:cubicBezTo>
                          <a:pt x="1771" y="976"/>
                          <a:pt x="1950" y="937"/>
                          <a:pt x="2057" y="811"/>
                        </a:cubicBezTo>
                        <a:cubicBezTo>
                          <a:pt x="2212" y="631"/>
                          <a:pt x="2223" y="335"/>
                          <a:pt x="2063" y="154"/>
                        </a:cubicBezTo>
                        <a:cubicBezTo>
                          <a:pt x="1970" y="46"/>
                          <a:pt x="1848" y="0"/>
                          <a:pt x="1722" y="0"/>
                        </a:cubicBezTo>
                        <a:close/>
                        <a:moveTo>
                          <a:pt x="10" y="987"/>
                        </a:moveTo>
                        <a:lnTo>
                          <a:pt x="10" y="987"/>
                        </a:lnTo>
                        <a:cubicBezTo>
                          <a:pt x="7" y="988"/>
                          <a:pt x="4" y="990"/>
                          <a:pt x="1" y="992"/>
                        </a:cubicBezTo>
                        <a:lnTo>
                          <a:pt x="10" y="98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1" name="Google Shape;1571;p41"/>
                  <p:cNvSpPr/>
                  <p:nvPr/>
                </p:nvSpPr>
                <p:spPr>
                  <a:xfrm>
                    <a:off x="8242961" y="4458751"/>
                    <a:ext cx="73071" cy="32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4" h="779" extrusionOk="0">
                        <a:moveTo>
                          <a:pt x="1340" y="1"/>
                        </a:moveTo>
                        <a:cubicBezTo>
                          <a:pt x="1298" y="1"/>
                          <a:pt x="1256" y="6"/>
                          <a:pt x="1214" y="16"/>
                        </a:cubicBezTo>
                        <a:cubicBezTo>
                          <a:pt x="855" y="105"/>
                          <a:pt x="566" y="357"/>
                          <a:pt x="194" y="422"/>
                        </a:cubicBezTo>
                        <a:lnTo>
                          <a:pt x="0" y="557"/>
                        </a:lnTo>
                        <a:cubicBezTo>
                          <a:pt x="72" y="535"/>
                          <a:pt x="202" y="521"/>
                          <a:pt x="321" y="521"/>
                        </a:cubicBezTo>
                        <a:cubicBezTo>
                          <a:pt x="401" y="521"/>
                          <a:pt x="477" y="527"/>
                          <a:pt x="525" y="542"/>
                        </a:cubicBezTo>
                        <a:cubicBezTo>
                          <a:pt x="726" y="602"/>
                          <a:pt x="1063" y="778"/>
                          <a:pt x="1328" y="778"/>
                        </a:cubicBezTo>
                        <a:cubicBezTo>
                          <a:pt x="1416" y="778"/>
                          <a:pt x="1497" y="759"/>
                          <a:pt x="1562" y="709"/>
                        </a:cubicBezTo>
                        <a:cubicBezTo>
                          <a:pt x="1715" y="593"/>
                          <a:pt x="1773" y="360"/>
                          <a:pt x="1679" y="189"/>
                        </a:cubicBezTo>
                        <a:cubicBezTo>
                          <a:pt x="1606" y="58"/>
                          <a:pt x="1476" y="1"/>
                          <a:pt x="134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2" name="Google Shape;1572;p41"/>
                  <p:cNvSpPr/>
                  <p:nvPr/>
                </p:nvSpPr>
                <p:spPr>
                  <a:xfrm>
                    <a:off x="8265574" y="4345225"/>
                    <a:ext cx="76243" cy="810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1" h="1967" extrusionOk="0">
                        <a:moveTo>
                          <a:pt x="1489" y="1"/>
                        </a:moveTo>
                        <a:cubicBezTo>
                          <a:pt x="1449" y="1"/>
                          <a:pt x="1409" y="5"/>
                          <a:pt x="1371" y="12"/>
                        </a:cubicBezTo>
                        <a:cubicBezTo>
                          <a:pt x="1184" y="48"/>
                          <a:pt x="1026" y="173"/>
                          <a:pt x="899" y="315"/>
                        </a:cubicBezTo>
                        <a:cubicBezTo>
                          <a:pt x="731" y="504"/>
                          <a:pt x="601" y="726"/>
                          <a:pt x="522" y="968"/>
                        </a:cubicBezTo>
                        <a:cubicBezTo>
                          <a:pt x="455" y="1167"/>
                          <a:pt x="422" y="1381"/>
                          <a:pt x="315" y="1564"/>
                        </a:cubicBezTo>
                        <a:cubicBezTo>
                          <a:pt x="249" y="1675"/>
                          <a:pt x="178" y="1782"/>
                          <a:pt x="91" y="1876"/>
                        </a:cubicBezTo>
                        <a:lnTo>
                          <a:pt x="91" y="1876"/>
                        </a:lnTo>
                        <a:lnTo>
                          <a:pt x="1851" y="136"/>
                        </a:lnTo>
                        <a:cubicBezTo>
                          <a:pt x="1758" y="43"/>
                          <a:pt x="1622" y="1"/>
                          <a:pt x="1489" y="1"/>
                        </a:cubicBezTo>
                        <a:close/>
                        <a:moveTo>
                          <a:pt x="91" y="1876"/>
                        </a:moveTo>
                        <a:lnTo>
                          <a:pt x="0" y="1967"/>
                        </a:lnTo>
                        <a:cubicBezTo>
                          <a:pt x="32" y="1938"/>
                          <a:pt x="63" y="1908"/>
                          <a:pt x="91" y="1876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3" name="Google Shape;1573;p41"/>
                  <p:cNvSpPr/>
                  <p:nvPr/>
                </p:nvSpPr>
                <p:spPr>
                  <a:xfrm>
                    <a:off x="8265080" y="4350250"/>
                    <a:ext cx="82462" cy="755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" h="1833" extrusionOk="0">
                        <a:moveTo>
                          <a:pt x="1849" y="0"/>
                        </a:moveTo>
                        <a:lnTo>
                          <a:pt x="97" y="1737"/>
                        </a:lnTo>
                        <a:lnTo>
                          <a:pt x="97" y="1737"/>
                        </a:lnTo>
                        <a:cubicBezTo>
                          <a:pt x="191" y="1654"/>
                          <a:pt x="296" y="1585"/>
                          <a:pt x="407" y="1523"/>
                        </a:cubicBezTo>
                        <a:cubicBezTo>
                          <a:pt x="589" y="1417"/>
                          <a:pt x="804" y="1385"/>
                          <a:pt x="1005" y="1321"/>
                        </a:cubicBezTo>
                        <a:cubicBezTo>
                          <a:pt x="1247" y="1244"/>
                          <a:pt x="1471" y="1117"/>
                          <a:pt x="1660" y="949"/>
                        </a:cubicBezTo>
                        <a:cubicBezTo>
                          <a:pt x="1803" y="823"/>
                          <a:pt x="1930" y="667"/>
                          <a:pt x="1967" y="480"/>
                        </a:cubicBezTo>
                        <a:cubicBezTo>
                          <a:pt x="2001" y="313"/>
                          <a:pt x="1969" y="121"/>
                          <a:pt x="1849" y="0"/>
                        </a:cubicBezTo>
                        <a:close/>
                        <a:moveTo>
                          <a:pt x="97" y="1737"/>
                        </a:moveTo>
                        <a:lnTo>
                          <a:pt x="97" y="1737"/>
                        </a:lnTo>
                        <a:cubicBezTo>
                          <a:pt x="63" y="1767"/>
                          <a:pt x="31" y="1799"/>
                          <a:pt x="0" y="1833"/>
                        </a:cubicBezTo>
                        <a:lnTo>
                          <a:pt x="97" y="173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574" name="Google Shape;1574;p41"/>
                <p:cNvSpPr/>
                <p:nvPr/>
              </p:nvSpPr>
              <p:spPr>
                <a:xfrm>
                  <a:off x="8174627" y="4362279"/>
                  <a:ext cx="158170" cy="152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0" h="3696" extrusionOk="0">
                      <a:moveTo>
                        <a:pt x="3760" y="0"/>
                      </a:moveTo>
                      <a:cubicBezTo>
                        <a:pt x="3748" y="0"/>
                        <a:pt x="3735" y="5"/>
                        <a:pt x="3723" y="17"/>
                      </a:cubicBezTo>
                      <a:cubicBezTo>
                        <a:pt x="3517" y="221"/>
                        <a:pt x="3310" y="424"/>
                        <a:pt x="3101" y="627"/>
                      </a:cubicBezTo>
                      <a:cubicBezTo>
                        <a:pt x="2848" y="874"/>
                        <a:pt x="2593" y="1120"/>
                        <a:pt x="2338" y="1368"/>
                      </a:cubicBezTo>
                      <a:lnTo>
                        <a:pt x="1522" y="2157"/>
                      </a:lnTo>
                      <a:cubicBezTo>
                        <a:pt x="1264" y="2407"/>
                        <a:pt x="1006" y="2658"/>
                        <a:pt x="748" y="2908"/>
                      </a:cubicBezTo>
                      <a:cubicBezTo>
                        <a:pt x="534" y="3117"/>
                        <a:pt x="319" y="3327"/>
                        <a:pt x="104" y="3539"/>
                      </a:cubicBezTo>
                      <a:lnTo>
                        <a:pt x="40" y="3602"/>
                      </a:lnTo>
                      <a:cubicBezTo>
                        <a:pt x="1" y="3641"/>
                        <a:pt x="38" y="3696"/>
                        <a:pt x="80" y="3696"/>
                      </a:cubicBezTo>
                      <a:cubicBezTo>
                        <a:pt x="93" y="3696"/>
                        <a:pt x="106" y="3691"/>
                        <a:pt x="118" y="3679"/>
                      </a:cubicBezTo>
                      <a:cubicBezTo>
                        <a:pt x="323" y="3475"/>
                        <a:pt x="531" y="3272"/>
                        <a:pt x="739" y="3069"/>
                      </a:cubicBezTo>
                      <a:cubicBezTo>
                        <a:pt x="993" y="2822"/>
                        <a:pt x="1248" y="2576"/>
                        <a:pt x="1504" y="2328"/>
                      </a:cubicBezTo>
                      <a:lnTo>
                        <a:pt x="2318" y="1539"/>
                      </a:lnTo>
                      <a:cubicBezTo>
                        <a:pt x="2576" y="1289"/>
                        <a:pt x="2834" y="1038"/>
                        <a:pt x="3092" y="788"/>
                      </a:cubicBezTo>
                      <a:cubicBezTo>
                        <a:pt x="3309" y="577"/>
                        <a:pt x="3523" y="369"/>
                        <a:pt x="3737" y="157"/>
                      </a:cubicBezTo>
                      <a:lnTo>
                        <a:pt x="3801" y="94"/>
                      </a:lnTo>
                      <a:cubicBezTo>
                        <a:pt x="3840" y="55"/>
                        <a:pt x="3803" y="0"/>
                        <a:pt x="37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5" name="Google Shape;1575;p41"/>
                <p:cNvSpPr/>
                <p:nvPr/>
              </p:nvSpPr>
              <p:spPr>
                <a:xfrm>
                  <a:off x="8185419" y="4412575"/>
                  <a:ext cx="28668" cy="9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" h="2201" extrusionOk="0">
                      <a:moveTo>
                        <a:pt x="641" y="0"/>
                      </a:moveTo>
                      <a:cubicBezTo>
                        <a:pt x="613" y="0"/>
                        <a:pt x="586" y="18"/>
                        <a:pt x="586" y="53"/>
                      </a:cubicBezTo>
                      <a:cubicBezTo>
                        <a:pt x="585" y="333"/>
                        <a:pt x="556" y="614"/>
                        <a:pt x="498" y="888"/>
                      </a:cubicBezTo>
                      <a:cubicBezTo>
                        <a:pt x="407" y="1320"/>
                        <a:pt x="248" y="1736"/>
                        <a:pt x="26" y="2118"/>
                      </a:cubicBezTo>
                      <a:cubicBezTo>
                        <a:pt x="1" y="2161"/>
                        <a:pt x="39" y="2200"/>
                        <a:pt x="76" y="2200"/>
                      </a:cubicBezTo>
                      <a:cubicBezTo>
                        <a:pt x="92" y="2200"/>
                        <a:pt x="109" y="2193"/>
                        <a:pt x="119" y="2175"/>
                      </a:cubicBezTo>
                      <a:lnTo>
                        <a:pt x="119" y="2173"/>
                      </a:lnTo>
                      <a:cubicBezTo>
                        <a:pt x="412" y="1671"/>
                        <a:pt x="598" y="1115"/>
                        <a:pt x="665" y="538"/>
                      </a:cubicBezTo>
                      <a:cubicBezTo>
                        <a:pt x="685" y="376"/>
                        <a:pt x="695" y="215"/>
                        <a:pt x="695" y="53"/>
                      </a:cubicBezTo>
                      <a:cubicBezTo>
                        <a:pt x="695" y="18"/>
                        <a:pt x="668" y="0"/>
                        <a:pt x="6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1576;p41"/>
                <p:cNvSpPr/>
                <p:nvPr/>
              </p:nvSpPr>
              <p:spPr>
                <a:xfrm>
                  <a:off x="8216723" y="4363556"/>
                  <a:ext cx="45144" cy="11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2677" extrusionOk="0">
                      <a:moveTo>
                        <a:pt x="1037" y="0"/>
                      </a:moveTo>
                      <a:cubicBezTo>
                        <a:pt x="1012" y="0"/>
                        <a:pt x="986" y="16"/>
                        <a:pt x="982" y="39"/>
                      </a:cubicBezTo>
                      <a:cubicBezTo>
                        <a:pt x="933" y="382"/>
                        <a:pt x="833" y="719"/>
                        <a:pt x="724" y="1046"/>
                      </a:cubicBezTo>
                      <a:cubicBezTo>
                        <a:pt x="603" y="1419"/>
                        <a:pt x="455" y="1783"/>
                        <a:pt x="284" y="2135"/>
                      </a:cubicBezTo>
                      <a:cubicBezTo>
                        <a:pt x="206" y="2294"/>
                        <a:pt x="117" y="2449"/>
                        <a:pt x="14" y="2595"/>
                      </a:cubicBezTo>
                      <a:cubicBezTo>
                        <a:pt x="1" y="2621"/>
                        <a:pt x="8" y="2654"/>
                        <a:pt x="35" y="2670"/>
                      </a:cubicBezTo>
                      <a:cubicBezTo>
                        <a:pt x="43" y="2674"/>
                        <a:pt x="52" y="2677"/>
                        <a:pt x="62" y="2677"/>
                      </a:cubicBezTo>
                      <a:cubicBezTo>
                        <a:pt x="80" y="2677"/>
                        <a:pt x="99" y="2668"/>
                        <a:pt x="110" y="2651"/>
                      </a:cubicBezTo>
                      <a:cubicBezTo>
                        <a:pt x="200" y="2521"/>
                        <a:pt x="281" y="2385"/>
                        <a:pt x="351" y="2243"/>
                      </a:cubicBezTo>
                      <a:cubicBezTo>
                        <a:pt x="439" y="2072"/>
                        <a:pt x="517" y="1896"/>
                        <a:pt x="591" y="1719"/>
                      </a:cubicBezTo>
                      <a:cubicBezTo>
                        <a:pt x="742" y="1353"/>
                        <a:pt x="870" y="979"/>
                        <a:pt x="974" y="596"/>
                      </a:cubicBezTo>
                      <a:cubicBezTo>
                        <a:pt x="1022" y="423"/>
                        <a:pt x="1061" y="247"/>
                        <a:pt x="1088" y="69"/>
                      </a:cubicBezTo>
                      <a:cubicBezTo>
                        <a:pt x="1095" y="39"/>
                        <a:pt x="1079" y="10"/>
                        <a:pt x="1050" y="2"/>
                      </a:cubicBezTo>
                      <a:cubicBezTo>
                        <a:pt x="1046" y="1"/>
                        <a:pt x="1041" y="0"/>
                        <a:pt x="10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1577;p41"/>
                <p:cNvSpPr/>
                <p:nvPr/>
              </p:nvSpPr>
              <p:spPr>
                <a:xfrm>
                  <a:off x="8188549" y="4474199"/>
                  <a:ext cx="92636" cy="27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9" h="659" extrusionOk="0">
                      <a:moveTo>
                        <a:pt x="2155" y="0"/>
                      </a:moveTo>
                      <a:cubicBezTo>
                        <a:pt x="1583" y="0"/>
                        <a:pt x="1016" y="115"/>
                        <a:pt x="489" y="340"/>
                      </a:cubicBezTo>
                      <a:cubicBezTo>
                        <a:pt x="339" y="403"/>
                        <a:pt x="194" y="476"/>
                        <a:pt x="52" y="557"/>
                      </a:cubicBezTo>
                      <a:cubicBezTo>
                        <a:pt x="1" y="586"/>
                        <a:pt x="32" y="658"/>
                        <a:pt x="80" y="658"/>
                      </a:cubicBezTo>
                      <a:cubicBezTo>
                        <a:pt x="89" y="658"/>
                        <a:pt x="98" y="656"/>
                        <a:pt x="108" y="651"/>
                      </a:cubicBezTo>
                      <a:cubicBezTo>
                        <a:pt x="597" y="372"/>
                        <a:pt x="1139" y="197"/>
                        <a:pt x="1699" y="135"/>
                      </a:cubicBezTo>
                      <a:cubicBezTo>
                        <a:pt x="1858" y="117"/>
                        <a:pt x="2018" y="109"/>
                        <a:pt x="2177" y="109"/>
                      </a:cubicBezTo>
                      <a:cubicBezTo>
                        <a:pt x="2249" y="109"/>
                        <a:pt x="2249" y="0"/>
                        <a:pt x="2177" y="0"/>
                      </a:cubicBezTo>
                      <a:cubicBezTo>
                        <a:pt x="2170" y="0"/>
                        <a:pt x="2163" y="0"/>
                        <a:pt x="21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8" name="Google Shape;1578;p41"/>
                <p:cNvSpPr/>
                <p:nvPr/>
              </p:nvSpPr>
              <p:spPr>
                <a:xfrm>
                  <a:off x="8218865" y="4431606"/>
                  <a:ext cx="103922" cy="39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3" h="950" extrusionOk="0">
                      <a:moveTo>
                        <a:pt x="2471" y="1"/>
                      </a:moveTo>
                      <a:cubicBezTo>
                        <a:pt x="2470" y="1"/>
                        <a:pt x="2469" y="1"/>
                        <a:pt x="2467" y="1"/>
                      </a:cubicBezTo>
                      <a:cubicBezTo>
                        <a:pt x="2139" y="49"/>
                        <a:pt x="1816" y="120"/>
                        <a:pt x="1499" y="216"/>
                      </a:cubicBezTo>
                      <a:cubicBezTo>
                        <a:pt x="1151" y="316"/>
                        <a:pt x="811" y="442"/>
                        <a:pt x="481" y="594"/>
                      </a:cubicBezTo>
                      <a:cubicBezTo>
                        <a:pt x="326" y="666"/>
                        <a:pt x="177" y="751"/>
                        <a:pt x="35" y="848"/>
                      </a:cubicBezTo>
                      <a:cubicBezTo>
                        <a:pt x="10" y="863"/>
                        <a:pt x="1" y="896"/>
                        <a:pt x="16" y="923"/>
                      </a:cubicBezTo>
                      <a:cubicBezTo>
                        <a:pt x="27" y="940"/>
                        <a:pt x="44" y="949"/>
                        <a:pt x="63" y="949"/>
                      </a:cubicBezTo>
                      <a:cubicBezTo>
                        <a:pt x="72" y="949"/>
                        <a:pt x="81" y="947"/>
                        <a:pt x="90" y="942"/>
                      </a:cubicBezTo>
                      <a:lnTo>
                        <a:pt x="92" y="942"/>
                      </a:lnTo>
                      <a:cubicBezTo>
                        <a:pt x="351" y="758"/>
                        <a:pt x="651" y="629"/>
                        <a:pt x="945" y="517"/>
                      </a:cubicBezTo>
                      <a:cubicBezTo>
                        <a:pt x="1280" y="390"/>
                        <a:pt x="1622" y="286"/>
                        <a:pt x="1971" y="205"/>
                      </a:cubicBezTo>
                      <a:cubicBezTo>
                        <a:pt x="2057" y="186"/>
                        <a:pt x="2145" y="166"/>
                        <a:pt x="2233" y="150"/>
                      </a:cubicBezTo>
                      <a:cubicBezTo>
                        <a:pt x="2275" y="141"/>
                        <a:pt x="2317" y="134"/>
                        <a:pt x="2358" y="128"/>
                      </a:cubicBezTo>
                      <a:lnTo>
                        <a:pt x="2418" y="119"/>
                      </a:lnTo>
                      <a:lnTo>
                        <a:pt x="2445" y="114"/>
                      </a:lnTo>
                      <a:lnTo>
                        <a:pt x="2458" y="113"/>
                      </a:lnTo>
                      <a:cubicBezTo>
                        <a:pt x="2460" y="113"/>
                        <a:pt x="2469" y="111"/>
                        <a:pt x="2471" y="111"/>
                      </a:cubicBezTo>
                      <a:lnTo>
                        <a:pt x="2471" y="111"/>
                      </a:lnTo>
                      <a:cubicBezTo>
                        <a:pt x="2499" y="108"/>
                        <a:pt x="2521" y="85"/>
                        <a:pt x="2522" y="56"/>
                      </a:cubicBezTo>
                      <a:cubicBezTo>
                        <a:pt x="2522" y="30"/>
                        <a:pt x="2499" y="1"/>
                        <a:pt x="24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9" name="Google Shape;1579;p41"/>
              <p:cNvGrpSpPr/>
              <p:nvPr/>
            </p:nvGrpSpPr>
            <p:grpSpPr>
              <a:xfrm rot="724358">
                <a:off x="4448710" y="1652765"/>
                <a:ext cx="677599" cy="633188"/>
                <a:chOff x="7729450" y="3999000"/>
                <a:chExt cx="275400" cy="257350"/>
              </a:xfrm>
            </p:grpSpPr>
            <p:grpSp>
              <p:nvGrpSpPr>
                <p:cNvPr id="1580" name="Google Shape;1580;p41"/>
                <p:cNvGrpSpPr/>
                <p:nvPr/>
              </p:nvGrpSpPr>
              <p:grpSpPr>
                <a:xfrm>
                  <a:off x="7729450" y="3999000"/>
                  <a:ext cx="275400" cy="257350"/>
                  <a:chOff x="7729450" y="3999000"/>
                  <a:chExt cx="275400" cy="257350"/>
                </a:xfrm>
              </p:grpSpPr>
              <p:grpSp>
                <p:nvGrpSpPr>
                  <p:cNvPr id="1581" name="Google Shape;1581;p41"/>
                  <p:cNvGrpSpPr/>
                  <p:nvPr/>
                </p:nvGrpSpPr>
                <p:grpSpPr>
                  <a:xfrm>
                    <a:off x="7764350" y="3999000"/>
                    <a:ext cx="240500" cy="257350"/>
                    <a:chOff x="7764350" y="3999000"/>
                    <a:chExt cx="240500" cy="257350"/>
                  </a:xfrm>
                </p:grpSpPr>
                <p:sp>
                  <p:nvSpPr>
                    <p:cNvPr id="1582" name="Google Shape;1582;p41"/>
                    <p:cNvSpPr/>
                    <p:nvPr/>
                  </p:nvSpPr>
                  <p:spPr>
                    <a:xfrm>
                      <a:off x="7927525" y="3999000"/>
                      <a:ext cx="39875" cy="104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95" h="4167" extrusionOk="0">
                          <a:moveTo>
                            <a:pt x="1594" y="0"/>
                          </a:moveTo>
                          <a:lnTo>
                            <a:pt x="1594" y="0"/>
                          </a:lnTo>
                          <a:cubicBezTo>
                            <a:pt x="1280" y="385"/>
                            <a:pt x="935" y="780"/>
                            <a:pt x="694" y="1214"/>
                          </a:cubicBezTo>
                          <a:cubicBezTo>
                            <a:pt x="313" y="1899"/>
                            <a:pt x="60" y="2488"/>
                            <a:pt x="12" y="3269"/>
                          </a:cubicBezTo>
                          <a:cubicBezTo>
                            <a:pt x="0" y="3454"/>
                            <a:pt x="137" y="4000"/>
                            <a:pt x="219" y="4167"/>
                          </a:cubicBezTo>
                          <a:cubicBezTo>
                            <a:pt x="752" y="3950"/>
                            <a:pt x="1120" y="3442"/>
                            <a:pt x="1305" y="2901"/>
                          </a:cubicBezTo>
                          <a:cubicBezTo>
                            <a:pt x="1490" y="2358"/>
                            <a:pt x="1517" y="1775"/>
                            <a:pt x="1542" y="1202"/>
                          </a:cubicBezTo>
                          <a:lnTo>
                            <a:pt x="1594" y="0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3" name="Google Shape;1583;p41"/>
                    <p:cNvSpPr/>
                    <p:nvPr/>
                  </p:nvSpPr>
                  <p:spPr>
                    <a:xfrm>
                      <a:off x="7910775" y="4096850"/>
                      <a:ext cx="94075" cy="58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63" h="2341" extrusionOk="0">
                          <a:moveTo>
                            <a:pt x="3763" y="1"/>
                          </a:moveTo>
                          <a:lnTo>
                            <a:pt x="3763" y="1"/>
                          </a:lnTo>
                          <a:cubicBezTo>
                            <a:pt x="3272" y="87"/>
                            <a:pt x="2755" y="160"/>
                            <a:pt x="2288" y="332"/>
                          </a:cubicBezTo>
                          <a:cubicBezTo>
                            <a:pt x="1353" y="675"/>
                            <a:pt x="271" y="1207"/>
                            <a:pt x="1" y="2258"/>
                          </a:cubicBezTo>
                          <a:cubicBezTo>
                            <a:pt x="168" y="2314"/>
                            <a:pt x="341" y="2340"/>
                            <a:pt x="515" y="2340"/>
                          </a:cubicBezTo>
                          <a:cubicBezTo>
                            <a:pt x="908" y="2340"/>
                            <a:pt x="1307" y="2209"/>
                            <a:pt x="1650" y="2008"/>
                          </a:cubicBezTo>
                          <a:cubicBezTo>
                            <a:pt x="2145" y="1718"/>
                            <a:pt x="2545" y="1295"/>
                            <a:pt x="2938" y="877"/>
                          </a:cubicBezTo>
                          <a:cubicBezTo>
                            <a:pt x="3213" y="585"/>
                            <a:pt x="3487" y="293"/>
                            <a:pt x="376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4" name="Google Shape;1584;p41"/>
                    <p:cNvSpPr/>
                    <p:nvPr/>
                  </p:nvSpPr>
                  <p:spPr>
                    <a:xfrm>
                      <a:off x="7864150" y="4170350"/>
                      <a:ext cx="104650" cy="40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86" h="1615" extrusionOk="0">
                          <a:moveTo>
                            <a:pt x="3173" y="0"/>
                          </a:moveTo>
                          <a:cubicBezTo>
                            <a:pt x="3005" y="0"/>
                            <a:pt x="2839" y="7"/>
                            <a:pt x="2675" y="27"/>
                          </a:cubicBezTo>
                          <a:cubicBezTo>
                            <a:pt x="1687" y="140"/>
                            <a:pt x="510" y="402"/>
                            <a:pt x="0" y="1360"/>
                          </a:cubicBezTo>
                          <a:cubicBezTo>
                            <a:pt x="282" y="1538"/>
                            <a:pt x="613" y="1615"/>
                            <a:pt x="948" y="1615"/>
                          </a:cubicBezTo>
                          <a:cubicBezTo>
                            <a:pt x="1190" y="1615"/>
                            <a:pt x="1433" y="1575"/>
                            <a:pt x="1663" y="1506"/>
                          </a:cubicBezTo>
                          <a:cubicBezTo>
                            <a:pt x="2210" y="1339"/>
                            <a:pt x="2699" y="1023"/>
                            <a:pt x="3179" y="708"/>
                          </a:cubicBezTo>
                          <a:lnTo>
                            <a:pt x="4186" y="52"/>
                          </a:lnTo>
                          <a:cubicBezTo>
                            <a:pt x="3855" y="30"/>
                            <a:pt x="3511" y="0"/>
                            <a:pt x="317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5" name="Google Shape;1585;p41"/>
                    <p:cNvSpPr/>
                    <p:nvPr/>
                  </p:nvSpPr>
                  <p:spPr>
                    <a:xfrm>
                      <a:off x="7790850" y="4224825"/>
                      <a:ext cx="109475" cy="31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79" h="1261" extrusionOk="0">
                          <a:moveTo>
                            <a:pt x="1961" y="0"/>
                          </a:moveTo>
                          <a:cubicBezTo>
                            <a:pt x="1232" y="0"/>
                            <a:pt x="502" y="156"/>
                            <a:pt x="1" y="712"/>
                          </a:cubicBezTo>
                          <a:cubicBezTo>
                            <a:pt x="367" y="1098"/>
                            <a:pt x="916" y="1261"/>
                            <a:pt x="1451" y="1261"/>
                          </a:cubicBezTo>
                          <a:cubicBezTo>
                            <a:pt x="1493" y="1261"/>
                            <a:pt x="1534" y="1260"/>
                            <a:pt x="1575" y="1258"/>
                          </a:cubicBezTo>
                          <a:cubicBezTo>
                            <a:pt x="2148" y="1233"/>
                            <a:pt x="2700" y="1043"/>
                            <a:pt x="3242" y="857"/>
                          </a:cubicBezTo>
                          <a:lnTo>
                            <a:pt x="4379" y="466"/>
                          </a:lnTo>
                          <a:cubicBezTo>
                            <a:pt x="3906" y="314"/>
                            <a:pt x="3412" y="138"/>
                            <a:pt x="2920" y="72"/>
                          </a:cubicBezTo>
                          <a:cubicBezTo>
                            <a:pt x="2615" y="32"/>
                            <a:pt x="2288" y="0"/>
                            <a:pt x="1961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6" name="Google Shape;1586;p41"/>
                    <p:cNvSpPr/>
                    <p:nvPr/>
                  </p:nvSpPr>
                  <p:spPr>
                    <a:xfrm>
                      <a:off x="7880800" y="4035075"/>
                      <a:ext cx="36300" cy="109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2" h="4384" extrusionOk="0">
                          <a:moveTo>
                            <a:pt x="557" y="1"/>
                          </a:moveTo>
                          <a:lnTo>
                            <a:pt x="274" y="1168"/>
                          </a:lnTo>
                          <a:cubicBezTo>
                            <a:pt x="138" y="1726"/>
                            <a:pt x="1" y="2293"/>
                            <a:pt x="28" y="2865"/>
                          </a:cubicBezTo>
                          <a:cubicBezTo>
                            <a:pt x="54" y="3438"/>
                            <a:pt x="266" y="4028"/>
                            <a:pt x="717" y="4383"/>
                          </a:cubicBezTo>
                          <a:cubicBezTo>
                            <a:pt x="1452" y="3584"/>
                            <a:pt x="1306" y="2387"/>
                            <a:pt x="1085" y="1417"/>
                          </a:cubicBezTo>
                          <a:cubicBezTo>
                            <a:pt x="975" y="933"/>
                            <a:pt x="752" y="457"/>
                            <a:pt x="557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7" name="Google Shape;1587;p41"/>
                    <p:cNvSpPr/>
                    <p:nvPr/>
                  </p:nvSpPr>
                  <p:spPr>
                    <a:xfrm>
                      <a:off x="7834950" y="4089125"/>
                      <a:ext cx="39175" cy="1065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67" h="4263" extrusionOk="0">
                          <a:moveTo>
                            <a:pt x="1417" y="1"/>
                          </a:moveTo>
                          <a:lnTo>
                            <a:pt x="827" y="1048"/>
                          </a:lnTo>
                          <a:cubicBezTo>
                            <a:pt x="545" y="1547"/>
                            <a:pt x="260" y="2054"/>
                            <a:pt x="130" y="2613"/>
                          </a:cubicBezTo>
                          <a:cubicBezTo>
                            <a:pt x="1" y="3173"/>
                            <a:pt x="45" y="3799"/>
                            <a:pt x="382" y="4263"/>
                          </a:cubicBezTo>
                          <a:cubicBezTo>
                            <a:pt x="1305" y="3693"/>
                            <a:pt x="1490" y="2500"/>
                            <a:pt x="1541" y="1507"/>
                          </a:cubicBezTo>
                          <a:cubicBezTo>
                            <a:pt x="1566" y="1010"/>
                            <a:pt x="1481" y="493"/>
                            <a:pt x="1417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8" name="Google Shape;1588;p41"/>
                    <p:cNvSpPr/>
                    <p:nvPr/>
                  </p:nvSpPr>
                  <p:spPr>
                    <a:xfrm>
                      <a:off x="7764350" y="4133350"/>
                      <a:ext cx="68125" cy="88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25" h="3541" extrusionOk="0">
                          <a:moveTo>
                            <a:pt x="2725" y="0"/>
                          </a:moveTo>
                          <a:lnTo>
                            <a:pt x="1776" y="742"/>
                          </a:lnTo>
                          <a:cubicBezTo>
                            <a:pt x="1326" y="1096"/>
                            <a:pt x="867" y="1456"/>
                            <a:pt x="533" y="1921"/>
                          </a:cubicBezTo>
                          <a:cubicBezTo>
                            <a:pt x="199" y="2388"/>
                            <a:pt x="0" y="2983"/>
                            <a:pt x="135" y="3541"/>
                          </a:cubicBezTo>
                          <a:cubicBezTo>
                            <a:pt x="1205" y="3369"/>
                            <a:pt x="1833" y="2339"/>
                            <a:pt x="2261" y="1439"/>
                          </a:cubicBezTo>
                          <a:cubicBezTo>
                            <a:pt x="2474" y="991"/>
                            <a:pt x="2594" y="481"/>
                            <a:pt x="2725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89" name="Google Shape;1589;p41"/>
                  <p:cNvSpPr/>
                  <p:nvPr/>
                </p:nvSpPr>
                <p:spPr>
                  <a:xfrm>
                    <a:off x="772945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5" y="5494"/>
                          <a:pt x="5667" y="6060"/>
                        </a:cubicBezTo>
                        <a:cubicBezTo>
                          <a:pt x="4259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2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9" y="3495"/>
                        </a:cubicBezTo>
                        <a:cubicBezTo>
                          <a:pt x="8450" y="2358"/>
                          <a:pt x="8901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590" name="Google Shape;1590;p41"/>
                <p:cNvSpPr/>
                <p:nvPr/>
              </p:nvSpPr>
              <p:spPr>
                <a:xfrm>
                  <a:off x="7891350" y="4074225"/>
                  <a:ext cx="80375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529" extrusionOk="0">
                      <a:moveTo>
                        <a:pt x="295" y="0"/>
                      </a:moveTo>
                      <a:cubicBezTo>
                        <a:pt x="251" y="0"/>
                        <a:pt x="217" y="36"/>
                        <a:pt x="219" y="79"/>
                      </a:cubicBezTo>
                      <a:cubicBezTo>
                        <a:pt x="229" y="1144"/>
                        <a:pt x="132" y="2142"/>
                        <a:pt x="29" y="3196"/>
                      </a:cubicBezTo>
                      <a:lnTo>
                        <a:pt x="5" y="3444"/>
                      </a:lnTo>
                      <a:cubicBezTo>
                        <a:pt x="1" y="3490"/>
                        <a:pt x="38" y="3529"/>
                        <a:pt x="83" y="3529"/>
                      </a:cubicBezTo>
                      <a:cubicBezTo>
                        <a:pt x="92" y="3529"/>
                        <a:pt x="101" y="3527"/>
                        <a:pt x="108" y="3524"/>
                      </a:cubicBezTo>
                      <a:cubicBezTo>
                        <a:pt x="1240" y="3120"/>
                        <a:pt x="2275" y="2486"/>
                        <a:pt x="3149" y="1662"/>
                      </a:cubicBezTo>
                      <a:cubicBezTo>
                        <a:pt x="3215" y="1607"/>
                        <a:pt x="3161" y="1522"/>
                        <a:pt x="3098" y="1522"/>
                      </a:cubicBezTo>
                      <a:cubicBezTo>
                        <a:pt x="3079" y="1522"/>
                        <a:pt x="3059" y="1530"/>
                        <a:pt x="3041" y="1550"/>
                      </a:cubicBezTo>
                      <a:cubicBezTo>
                        <a:pt x="2214" y="2331"/>
                        <a:pt x="1238" y="2938"/>
                        <a:pt x="171" y="3336"/>
                      </a:cubicBezTo>
                      <a:lnTo>
                        <a:pt x="184" y="3211"/>
                      </a:lnTo>
                      <a:cubicBezTo>
                        <a:pt x="286" y="2152"/>
                        <a:pt x="383" y="1152"/>
                        <a:pt x="372" y="78"/>
                      </a:cubicBezTo>
                      <a:cubicBezTo>
                        <a:pt x="372" y="35"/>
                        <a:pt x="338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1" name="Google Shape;1591;p41"/>
                <p:cNvSpPr/>
                <p:nvPr/>
              </p:nvSpPr>
              <p:spPr>
                <a:xfrm>
                  <a:off x="7837450" y="4136125"/>
                  <a:ext cx="98250" cy="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0" h="2932" extrusionOk="0">
                      <a:moveTo>
                        <a:pt x="968" y="1"/>
                      </a:moveTo>
                      <a:cubicBezTo>
                        <a:pt x="936" y="1"/>
                        <a:pt x="904" y="19"/>
                        <a:pt x="894" y="59"/>
                      </a:cubicBezTo>
                      <a:lnTo>
                        <a:pt x="882" y="116"/>
                      </a:lnTo>
                      <a:cubicBezTo>
                        <a:pt x="681" y="1036"/>
                        <a:pt x="473" y="1986"/>
                        <a:pt x="27" y="2815"/>
                      </a:cubicBezTo>
                      <a:cubicBezTo>
                        <a:pt x="1" y="2866"/>
                        <a:pt x="36" y="2929"/>
                        <a:pt x="95" y="2930"/>
                      </a:cubicBezTo>
                      <a:cubicBezTo>
                        <a:pt x="139" y="2931"/>
                        <a:pt x="184" y="2931"/>
                        <a:pt x="229" y="2931"/>
                      </a:cubicBezTo>
                      <a:cubicBezTo>
                        <a:pt x="1504" y="2931"/>
                        <a:pt x="2756" y="2591"/>
                        <a:pt x="3858" y="1949"/>
                      </a:cubicBezTo>
                      <a:cubicBezTo>
                        <a:pt x="3929" y="1903"/>
                        <a:pt x="3887" y="1805"/>
                        <a:pt x="3818" y="1805"/>
                      </a:cubicBezTo>
                      <a:cubicBezTo>
                        <a:pt x="3806" y="1805"/>
                        <a:pt x="3794" y="1808"/>
                        <a:pt x="3781" y="1815"/>
                      </a:cubicBezTo>
                      <a:cubicBezTo>
                        <a:pt x="2703" y="2444"/>
                        <a:pt x="1477" y="2776"/>
                        <a:pt x="229" y="2776"/>
                      </a:cubicBezTo>
                      <a:lnTo>
                        <a:pt x="223" y="2776"/>
                      </a:lnTo>
                      <a:cubicBezTo>
                        <a:pt x="639" y="1956"/>
                        <a:pt x="839" y="1038"/>
                        <a:pt x="1032" y="149"/>
                      </a:cubicBezTo>
                      <a:lnTo>
                        <a:pt x="1046" y="92"/>
                      </a:lnTo>
                      <a:cubicBezTo>
                        <a:pt x="1055" y="35"/>
                        <a:pt x="1011" y="1"/>
                        <a:pt x="9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1592;p41"/>
                <p:cNvSpPr/>
                <p:nvPr/>
              </p:nvSpPr>
              <p:spPr>
                <a:xfrm>
                  <a:off x="7764125" y="4161900"/>
                  <a:ext cx="50225" cy="7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2897" extrusionOk="0">
                      <a:moveTo>
                        <a:pt x="1897" y="1"/>
                      </a:moveTo>
                      <a:cubicBezTo>
                        <a:pt x="1878" y="1"/>
                        <a:pt x="1858" y="9"/>
                        <a:pt x="1841" y="28"/>
                      </a:cubicBezTo>
                      <a:cubicBezTo>
                        <a:pt x="1137" y="813"/>
                        <a:pt x="339" y="1702"/>
                        <a:pt x="12" y="2797"/>
                      </a:cubicBezTo>
                      <a:cubicBezTo>
                        <a:pt x="0" y="2838"/>
                        <a:pt x="23" y="2882"/>
                        <a:pt x="65" y="2894"/>
                      </a:cubicBezTo>
                      <a:cubicBezTo>
                        <a:pt x="72" y="2895"/>
                        <a:pt x="79" y="2897"/>
                        <a:pt x="87" y="2897"/>
                      </a:cubicBezTo>
                      <a:cubicBezTo>
                        <a:pt x="121" y="2897"/>
                        <a:pt x="151" y="2874"/>
                        <a:pt x="161" y="2841"/>
                      </a:cubicBezTo>
                      <a:cubicBezTo>
                        <a:pt x="478" y="1780"/>
                        <a:pt x="1263" y="904"/>
                        <a:pt x="1957" y="132"/>
                      </a:cubicBezTo>
                      <a:cubicBezTo>
                        <a:pt x="2008" y="74"/>
                        <a:pt x="1956" y="1"/>
                        <a:pt x="18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41"/>
                <p:cNvSpPr/>
                <p:nvPr/>
              </p:nvSpPr>
              <p:spPr>
                <a:xfrm>
                  <a:off x="7770450" y="4230025"/>
                  <a:ext cx="83325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" h="682" extrusionOk="0">
                      <a:moveTo>
                        <a:pt x="109" y="1"/>
                      </a:moveTo>
                      <a:cubicBezTo>
                        <a:pt x="43" y="1"/>
                        <a:pt x="0" y="92"/>
                        <a:pt x="64" y="140"/>
                      </a:cubicBezTo>
                      <a:cubicBezTo>
                        <a:pt x="369" y="334"/>
                        <a:pt x="827" y="561"/>
                        <a:pt x="1192" y="619"/>
                      </a:cubicBezTo>
                      <a:cubicBezTo>
                        <a:pt x="1428" y="661"/>
                        <a:pt x="1667" y="682"/>
                        <a:pt x="1905" y="682"/>
                      </a:cubicBezTo>
                      <a:cubicBezTo>
                        <a:pt x="2232" y="682"/>
                        <a:pt x="2661" y="644"/>
                        <a:pt x="3238" y="525"/>
                      </a:cubicBezTo>
                      <a:cubicBezTo>
                        <a:pt x="3333" y="504"/>
                        <a:pt x="3312" y="371"/>
                        <a:pt x="3227" y="371"/>
                      </a:cubicBezTo>
                      <a:cubicBezTo>
                        <a:pt x="3220" y="371"/>
                        <a:pt x="3214" y="371"/>
                        <a:pt x="3207" y="373"/>
                      </a:cubicBezTo>
                      <a:cubicBezTo>
                        <a:pt x="2641" y="492"/>
                        <a:pt x="2226" y="528"/>
                        <a:pt x="1910" y="528"/>
                      </a:cubicBezTo>
                      <a:cubicBezTo>
                        <a:pt x="1603" y="528"/>
                        <a:pt x="1389" y="494"/>
                        <a:pt x="1218" y="467"/>
                      </a:cubicBezTo>
                      <a:cubicBezTo>
                        <a:pt x="873" y="412"/>
                        <a:pt x="439" y="194"/>
                        <a:pt x="147" y="11"/>
                      </a:cubicBezTo>
                      <a:cubicBezTo>
                        <a:pt x="134" y="4"/>
                        <a:pt x="121" y="1"/>
                        <a:pt x="1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595" name="Google Shape;1595;p41"/>
          <p:cNvSpPr txBox="1">
            <a:spLocks noGrp="1"/>
          </p:cNvSpPr>
          <p:nvPr>
            <p:ph type="title"/>
          </p:nvPr>
        </p:nvSpPr>
        <p:spPr>
          <a:xfrm>
            <a:off x="1705338" y="2731237"/>
            <a:ext cx="5299800" cy="7060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Respect du RGPD et Traitement des données </a:t>
            </a:r>
            <a:endParaRPr sz="2400" dirty="0"/>
          </a:p>
        </p:txBody>
      </p:sp>
      <p:sp>
        <p:nvSpPr>
          <p:cNvPr id="1596" name="Google Shape;1596;p41"/>
          <p:cNvSpPr txBox="1">
            <a:spLocks noGrp="1"/>
          </p:cNvSpPr>
          <p:nvPr>
            <p:ph type="title" idx="2"/>
          </p:nvPr>
        </p:nvSpPr>
        <p:spPr>
          <a:xfrm>
            <a:off x="1706188" y="918038"/>
            <a:ext cx="3206100" cy="18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39"/>
          <p:cNvSpPr txBox="1">
            <a:spLocks noGrp="1"/>
          </p:cNvSpPr>
          <p:nvPr>
            <p:ph type="title"/>
          </p:nvPr>
        </p:nvSpPr>
        <p:spPr>
          <a:xfrm>
            <a:off x="7745" y="85863"/>
            <a:ext cx="8916799" cy="6066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ANONYMISATION ET PREPARATION DES DONNEES</a:t>
            </a:r>
            <a:endParaRPr sz="2400" dirty="0"/>
          </a:p>
        </p:txBody>
      </p:sp>
      <p:sp>
        <p:nvSpPr>
          <p:cNvPr id="1434" name="Google Shape;1434;p39"/>
          <p:cNvSpPr txBox="1"/>
          <p:nvPr/>
        </p:nvSpPr>
        <p:spPr>
          <a:xfrm>
            <a:off x="223418" y="924484"/>
            <a:ext cx="2503200" cy="92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u="sng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SUPPRESSION DES DONNÉES IDENTIFIANTES</a:t>
            </a: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Identifiant salarié, Prénom/Nom, Téléphone</a:t>
            </a:r>
            <a:endParaRPr sz="1100" b="1" dirty="0">
              <a:solidFill>
                <a:schemeClr val="tx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2" name="Google Shape;14768;p77">
            <a:extLst>
              <a:ext uri="{FF2B5EF4-FFF2-40B4-BE49-F238E27FC236}">
                <a16:creationId xmlns:a16="http://schemas.microsoft.com/office/drawing/2014/main" id="{050382ED-F11A-AC2B-425E-A1EF9C703B0A}"/>
              </a:ext>
            </a:extLst>
          </p:cNvPr>
          <p:cNvGrpSpPr/>
          <p:nvPr/>
        </p:nvGrpSpPr>
        <p:grpSpPr>
          <a:xfrm>
            <a:off x="1527048" y="1384800"/>
            <a:ext cx="5151659" cy="2390200"/>
            <a:chOff x="2157319" y="3690890"/>
            <a:chExt cx="1695572" cy="723736"/>
          </a:xfrm>
          <a:solidFill>
            <a:schemeClr val="tx2"/>
          </a:solidFill>
        </p:grpSpPr>
        <p:grpSp>
          <p:nvGrpSpPr>
            <p:cNvPr id="3" name="Google Shape;14769;p77">
              <a:extLst>
                <a:ext uri="{FF2B5EF4-FFF2-40B4-BE49-F238E27FC236}">
                  <a16:creationId xmlns:a16="http://schemas.microsoft.com/office/drawing/2014/main" id="{09D76E81-BB32-45EF-A0E7-3CFD309AE373}"/>
                </a:ext>
              </a:extLst>
            </p:cNvPr>
            <p:cNvGrpSpPr/>
            <p:nvPr/>
          </p:nvGrpSpPr>
          <p:grpSpPr>
            <a:xfrm>
              <a:off x="2157319" y="3690890"/>
              <a:ext cx="1695572" cy="723736"/>
              <a:chOff x="2157319" y="3690890"/>
              <a:chExt cx="1695572" cy="723736"/>
            </a:xfrm>
            <a:grpFill/>
          </p:grpSpPr>
          <p:sp>
            <p:nvSpPr>
              <p:cNvPr id="7" name="Google Shape;14770;p77">
                <a:extLst>
                  <a:ext uri="{FF2B5EF4-FFF2-40B4-BE49-F238E27FC236}">
                    <a16:creationId xmlns:a16="http://schemas.microsoft.com/office/drawing/2014/main" id="{AF43F166-F78F-BF32-A8C8-5CD8DADBDCFA}"/>
                  </a:ext>
                </a:extLst>
              </p:cNvPr>
              <p:cNvSpPr/>
              <p:nvPr/>
            </p:nvSpPr>
            <p:spPr>
              <a:xfrm>
                <a:off x="2484774" y="3827200"/>
                <a:ext cx="1231201" cy="587426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8" name="Google Shape;14771;p77">
                <a:extLst>
                  <a:ext uri="{FF2B5EF4-FFF2-40B4-BE49-F238E27FC236}">
                    <a16:creationId xmlns:a16="http://schemas.microsoft.com/office/drawing/2014/main" id="{96B61DCC-D860-84F1-8979-94978EF225A6}"/>
                  </a:ext>
                </a:extLst>
              </p:cNvPr>
              <p:cNvGrpSpPr/>
              <p:nvPr/>
            </p:nvGrpSpPr>
            <p:grpSpPr>
              <a:xfrm>
                <a:off x="2509053" y="3690890"/>
                <a:ext cx="325737" cy="255774"/>
                <a:chOff x="2509053" y="3690890"/>
                <a:chExt cx="325737" cy="255774"/>
              </a:xfrm>
              <a:grpFill/>
            </p:grpSpPr>
            <p:sp>
              <p:nvSpPr>
                <p:cNvPr id="21" name="Google Shape;14772;p77">
                  <a:extLst>
                    <a:ext uri="{FF2B5EF4-FFF2-40B4-BE49-F238E27FC236}">
                      <a16:creationId xmlns:a16="http://schemas.microsoft.com/office/drawing/2014/main" id="{08CFE3CF-6A44-3AEC-A898-4FF3DBD2523B}"/>
                    </a:ext>
                  </a:extLst>
                </p:cNvPr>
                <p:cNvSpPr/>
                <p:nvPr/>
              </p:nvSpPr>
              <p:spPr>
                <a:xfrm>
                  <a:off x="2767890" y="3879764"/>
                  <a:ext cx="66900" cy="669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highlight>
                      <a:srgbClr val="800080"/>
                    </a:highlight>
                  </a:endParaRPr>
                </a:p>
              </p:txBody>
            </p:sp>
            <p:cxnSp>
              <p:nvCxnSpPr>
                <p:cNvPr id="22" name="Google Shape;14773;p77">
                  <a:extLst>
                    <a:ext uri="{FF2B5EF4-FFF2-40B4-BE49-F238E27FC236}">
                      <a16:creationId xmlns:a16="http://schemas.microsoft.com/office/drawing/2014/main" id="{096ACCB9-D96D-C435-FDA3-035D8B48BA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509053" y="3690890"/>
                  <a:ext cx="292232" cy="190065"/>
                </a:xfrm>
                <a:prstGeom prst="bentConnector3">
                  <a:avLst>
                    <a:gd name="adj1" fmla="val 50000"/>
                  </a:avLst>
                </a:prstGeom>
                <a:grp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" name="Google Shape;14774;p77">
                <a:extLst>
                  <a:ext uri="{FF2B5EF4-FFF2-40B4-BE49-F238E27FC236}">
                    <a16:creationId xmlns:a16="http://schemas.microsoft.com/office/drawing/2014/main" id="{C1381B2D-443E-95C7-F0B4-DC96FDA15921}"/>
                  </a:ext>
                </a:extLst>
              </p:cNvPr>
              <p:cNvGrpSpPr/>
              <p:nvPr/>
            </p:nvGrpSpPr>
            <p:grpSpPr>
              <a:xfrm>
                <a:off x="3359659" y="3851397"/>
                <a:ext cx="235552" cy="95267"/>
                <a:chOff x="3359659" y="3851397"/>
                <a:chExt cx="235552" cy="95267"/>
              </a:xfrm>
              <a:grpFill/>
            </p:grpSpPr>
            <p:sp>
              <p:nvSpPr>
                <p:cNvPr id="19" name="Google Shape;14775;p77">
                  <a:extLst>
                    <a:ext uri="{FF2B5EF4-FFF2-40B4-BE49-F238E27FC236}">
                      <a16:creationId xmlns:a16="http://schemas.microsoft.com/office/drawing/2014/main" id="{7F3FCFBD-634A-5FB0-CEBC-E9F0DEBD88E6}"/>
                    </a:ext>
                  </a:extLst>
                </p:cNvPr>
                <p:cNvSpPr/>
                <p:nvPr/>
              </p:nvSpPr>
              <p:spPr>
                <a:xfrm>
                  <a:off x="3359659" y="3879764"/>
                  <a:ext cx="66900" cy="669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0" name="Google Shape;14776;p77">
                  <a:extLst>
                    <a:ext uri="{FF2B5EF4-FFF2-40B4-BE49-F238E27FC236}">
                      <a16:creationId xmlns:a16="http://schemas.microsoft.com/office/drawing/2014/main" id="{07F300E7-639D-2186-4239-2BBAF7F47506}"/>
                    </a:ext>
                  </a:extLst>
                </p:cNvPr>
                <p:cNvCxnSpPr>
                  <a:cxnSpLocks/>
                  <a:endCxn id="28" idx="1"/>
                </p:cNvCxnSpPr>
                <p:nvPr/>
              </p:nvCxnSpPr>
              <p:spPr>
                <a:xfrm flipV="1">
                  <a:off x="3393053" y="3851397"/>
                  <a:ext cx="202158" cy="32267"/>
                </a:xfrm>
                <a:prstGeom prst="bentConnector3">
                  <a:avLst>
                    <a:gd name="adj1" fmla="val 50000"/>
                  </a:avLst>
                </a:prstGeom>
                <a:grp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" name="Google Shape;14777;p77">
                <a:extLst>
                  <a:ext uri="{FF2B5EF4-FFF2-40B4-BE49-F238E27FC236}">
                    <a16:creationId xmlns:a16="http://schemas.microsoft.com/office/drawing/2014/main" id="{5708DF91-CA71-BE5D-CE78-E2E63728FEF1}"/>
                  </a:ext>
                </a:extLst>
              </p:cNvPr>
              <p:cNvGrpSpPr/>
              <p:nvPr/>
            </p:nvGrpSpPr>
            <p:grpSpPr>
              <a:xfrm>
                <a:off x="3067316" y="3711366"/>
                <a:ext cx="66900" cy="166809"/>
                <a:chOff x="3067316" y="3711366"/>
                <a:chExt cx="66900" cy="166809"/>
              </a:xfrm>
              <a:grpFill/>
            </p:grpSpPr>
            <p:sp>
              <p:nvSpPr>
                <p:cNvPr id="17" name="Google Shape;14778;p77">
                  <a:extLst>
                    <a:ext uri="{FF2B5EF4-FFF2-40B4-BE49-F238E27FC236}">
                      <a16:creationId xmlns:a16="http://schemas.microsoft.com/office/drawing/2014/main" id="{3068BD82-6ED4-2B5C-B7F0-3B5E9AB456C7}"/>
                    </a:ext>
                  </a:extLst>
                </p:cNvPr>
                <p:cNvSpPr/>
                <p:nvPr/>
              </p:nvSpPr>
              <p:spPr>
                <a:xfrm>
                  <a:off x="3067316" y="3811276"/>
                  <a:ext cx="66900" cy="669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cxnSp>
              <p:nvCxnSpPr>
                <p:cNvPr id="18" name="Google Shape;14779;p77">
                  <a:extLst>
                    <a:ext uri="{FF2B5EF4-FFF2-40B4-BE49-F238E27FC236}">
                      <a16:creationId xmlns:a16="http://schemas.microsoft.com/office/drawing/2014/main" id="{3F5E98A2-F01D-E2B8-DF73-AE1DC385E6C0}"/>
                    </a:ext>
                  </a:extLst>
                </p:cNvPr>
                <p:cNvCxnSpPr/>
                <p:nvPr/>
              </p:nvCxnSpPr>
              <p:spPr>
                <a:xfrm rot="-5400000">
                  <a:off x="3050460" y="3761616"/>
                  <a:ext cx="101100" cy="600"/>
                </a:xfrm>
                <a:prstGeom prst="bentConnector3">
                  <a:avLst>
                    <a:gd name="adj1" fmla="val 50000"/>
                  </a:avLst>
                </a:prstGeom>
                <a:grp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" name="Google Shape;14780;p77">
                <a:extLst>
                  <a:ext uri="{FF2B5EF4-FFF2-40B4-BE49-F238E27FC236}">
                    <a16:creationId xmlns:a16="http://schemas.microsoft.com/office/drawing/2014/main" id="{B8267710-A662-D39A-C776-B110A1F0CE91}"/>
                  </a:ext>
                </a:extLst>
              </p:cNvPr>
              <p:cNvGrpSpPr/>
              <p:nvPr/>
            </p:nvGrpSpPr>
            <p:grpSpPr>
              <a:xfrm>
                <a:off x="2157319" y="4058666"/>
                <a:ext cx="480723" cy="66900"/>
                <a:chOff x="2157319" y="4058666"/>
                <a:chExt cx="480723" cy="66900"/>
              </a:xfrm>
              <a:grpFill/>
            </p:grpSpPr>
            <p:sp>
              <p:nvSpPr>
                <p:cNvPr id="15" name="Google Shape;14781;p77">
                  <a:extLst>
                    <a:ext uri="{FF2B5EF4-FFF2-40B4-BE49-F238E27FC236}">
                      <a16:creationId xmlns:a16="http://schemas.microsoft.com/office/drawing/2014/main" id="{65CD6394-484A-2B0C-184D-1F4BB9C9EE89}"/>
                    </a:ext>
                  </a:extLst>
                </p:cNvPr>
                <p:cNvSpPr/>
                <p:nvPr/>
              </p:nvSpPr>
              <p:spPr>
                <a:xfrm>
                  <a:off x="2571142" y="4058666"/>
                  <a:ext cx="66900" cy="669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highlight>
                      <a:srgbClr val="800080"/>
                    </a:highlight>
                  </a:endParaRPr>
                </a:p>
              </p:txBody>
            </p:sp>
            <p:cxnSp>
              <p:nvCxnSpPr>
                <p:cNvPr id="16" name="Google Shape;14782;p77">
                  <a:extLst>
                    <a:ext uri="{FF2B5EF4-FFF2-40B4-BE49-F238E27FC236}">
                      <a16:creationId xmlns:a16="http://schemas.microsoft.com/office/drawing/2014/main" id="{36C5ABFD-EC55-BC42-04BD-D0289375F0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2157319" y="4092062"/>
                  <a:ext cx="416208" cy="16237"/>
                </a:xfrm>
                <a:prstGeom prst="bentConnector3">
                  <a:avLst>
                    <a:gd name="adj1" fmla="val 50000"/>
                  </a:avLst>
                </a:prstGeom>
                <a:grp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" name="Google Shape;14783;p77">
                <a:extLst>
                  <a:ext uri="{FF2B5EF4-FFF2-40B4-BE49-F238E27FC236}">
                    <a16:creationId xmlns:a16="http://schemas.microsoft.com/office/drawing/2014/main" id="{D6B61FC6-22CD-FDA1-4C48-D845D710E2C9}"/>
                  </a:ext>
                </a:extLst>
              </p:cNvPr>
              <p:cNvGrpSpPr/>
              <p:nvPr/>
            </p:nvGrpSpPr>
            <p:grpSpPr>
              <a:xfrm>
                <a:off x="3564643" y="4058666"/>
                <a:ext cx="288248" cy="66900"/>
                <a:chOff x="3564643" y="4058666"/>
                <a:chExt cx="288248" cy="66900"/>
              </a:xfrm>
              <a:grpFill/>
            </p:grpSpPr>
            <p:sp>
              <p:nvSpPr>
                <p:cNvPr id="13" name="Google Shape;14784;p77">
                  <a:extLst>
                    <a:ext uri="{FF2B5EF4-FFF2-40B4-BE49-F238E27FC236}">
                      <a16:creationId xmlns:a16="http://schemas.microsoft.com/office/drawing/2014/main" id="{8DE3FC86-B948-793C-6505-215702A6B5F9}"/>
                    </a:ext>
                  </a:extLst>
                </p:cNvPr>
                <p:cNvSpPr/>
                <p:nvPr/>
              </p:nvSpPr>
              <p:spPr>
                <a:xfrm>
                  <a:off x="3564643" y="4058666"/>
                  <a:ext cx="66900" cy="669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4" name="Google Shape;14785;p77">
                  <a:extLst>
                    <a:ext uri="{FF2B5EF4-FFF2-40B4-BE49-F238E27FC236}">
                      <a16:creationId xmlns:a16="http://schemas.microsoft.com/office/drawing/2014/main" id="{FE290BC3-F322-B2C4-F420-45BA1F4883E9}"/>
                    </a:ext>
                  </a:extLst>
                </p:cNvPr>
                <p:cNvCxnSpPr>
                  <a:cxnSpLocks/>
                  <a:endCxn id="23" idx="1"/>
                </p:cNvCxnSpPr>
                <p:nvPr/>
              </p:nvCxnSpPr>
              <p:spPr>
                <a:xfrm>
                  <a:off x="3630240" y="4092060"/>
                  <a:ext cx="222651" cy="23519"/>
                </a:xfrm>
                <a:prstGeom prst="bentConnector3">
                  <a:avLst>
                    <a:gd name="adj1" fmla="val 50000"/>
                  </a:avLst>
                </a:prstGeom>
                <a:grp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" name="Google Shape;14786;p77">
              <a:extLst>
                <a:ext uri="{FF2B5EF4-FFF2-40B4-BE49-F238E27FC236}">
                  <a16:creationId xmlns:a16="http://schemas.microsoft.com/office/drawing/2014/main" id="{C1E0877F-C39C-79CC-F2BD-EB6D8AB6FAF4}"/>
                </a:ext>
              </a:extLst>
            </p:cNvPr>
            <p:cNvGrpSpPr/>
            <p:nvPr/>
          </p:nvGrpSpPr>
          <p:grpSpPr>
            <a:xfrm>
              <a:off x="2633353" y="3965763"/>
              <a:ext cx="933975" cy="445687"/>
              <a:chOff x="2633353" y="3965763"/>
              <a:chExt cx="933975" cy="445687"/>
            </a:xfrm>
            <a:grpFill/>
          </p:grpSpPr>
          <p:sp>
            <p:nvSpPr>
              <p:cNvPr id="5" name="Google Shape;14787;p77">
                <a:extLst>
                  <a:ext uri="{FF2B5EF4-FFF2-40B4-BE49-F238E27FC236}">
                    <a16:creationId xmlns:a16="http://schemas.microsoft.com/office/drawing/2014/main" id="{FEA04727-C160-35C7-27B3-5A866C840029}"/>
                  </a:ext>
                </a:extLst>
              </p:cNvPr>
              <p:cNvSpPr/>
              <p:nvPr/>
            </p:nvSpPr>
            <p:spPr>
              <a:xfrm>
                <a:off x="2633353" y="3965763"/>
                <a:ext cx="933975" cy="445687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14788;p77">
                <a:extLst>
                  <a:ext uri="{FF2B5EF4-FFF2-40B4-BE49-F238E27FC236}">
                    <a16:creationId xmlns:a16="http://schemas.microsoft.com/office/drawing/2014/main" id="{DF9DA424-7A51-06EE-6407-A0D4D9F8B4AB}"/>
                  </a:ext>
                </a:extLst>
              </p:cNvPr>
              <p:cNvSpPr/>
              <p:nvPr/>
            </p:nvSpPr>
            <p:spPr>
              <a:xfrm>
                <a:off x="2702006" y="4030399"/>
                <a:ext cx="798496" cy="381051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" name="Google Shape;1434;p39">
            <a:extLst>
              <a:ext uri="{FF2B5EF4-FFF2-40B4-BE49-F238E27FC236}">
                <a16:creationId xmlns:a16="http://schemas.microsoft.com/office/drawing/2014/main" id="{5F50BFEA-94F5-88A1-0D19-C0A1080FD027}"/>
              </a:ext>
            </a:extLst>
          </p:cNvPr>
          <p:cNvSpPr txBox="1"/>
          <p:nvPr/>
        </p:nvSpPr>
        <p:spPr>
          <a:xfrm>
            <a:off x="3597445" y="755558"/>
            <a:ext cx="4019507" cy="69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u="sng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GENERALISATION: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Date de naissance            Tranche d'âge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Distance domicile-Travail            Tranche de distance </a:t>
            </a:r>
            <a:endParaRPr sz="1100" b="1" dirty="0">
              <a:solidFill>
                <a:schemeClr val="tx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" name="Google Shape;1434;p39">
            <a:extLst>
              <a:ext uri="{FF2B5EF4-FFF2-40B4-BE49-F238E27FC236}">
                <a16:creationId xmlns:a16="http://schemas.microsoft.com/office/drawing/2014/main" id="{DFF06233-73F1-24E7-5DE0-3A0C15092E18}"/>
              </a:ext>
            </a:extLst>
          </p:cNvPr>
          <p:cNvSpPr txBox="1"/>
          <p:nvPr/>
        </p:nvSpPr>
        <p:spPr>
          <a:xfrm>
            <a:off x="5935866" y="1662992"/>
            <a:ext cx="3089261" cy="62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u="sng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NORMALISATION: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Rémunération ramenée en équivalent temps plein </a:t>
            </a:r>
          </a:p>
        </p:txBody>
      </p:sp>
      <p:sp>
        <p:nvSpPr>
          <p:cNvPr id="30" name="Google Shape;1434;p39">
            <a:extLst>
              <a:ext uri="{FF2B5EF4-FFF2-40B4-BE49-F238E27FC236}">
                <a16:creationId xmlns:a16="http://schemas.microsoft.com/office/drawing/2014/main" id="{A414218D-A09D-0975-8F81-C0382A30E36A}"/>
              </a:ext>
            </a:extLst>
          </p:cNvPr>
          <p:cNvSpPr txBox="1"/>
          <p:nvPr/>
        </p:nvSpPr>
        <p:spPr>
          <a:xfrm>
            <a:off x="223418" y="2335201"/>
            <a:ext cx="2503200" cy="98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u="sng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IMPUTATION: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Valeurs manquantes d’augmentation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0 ( absence d’augmentation)</a:t>
            </a:r>
            <a:endParaRPr sz="1100" b="1" dirty="0">
              <a:solidFill>
                <a:schemeClr val="tx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13DA1996-29E3-45D7-FF0E-2243DABC0BA1}"/>
              </a:ext>
            </a:extLst>
          </p:cNvPr>
          <p:cNvCxnSpPr>
            <a:cxnSpLocks/>
          </p:cNvCxnSpPr>
          <p:nvPr/>
        </p:nvCxnSpPr>
        <p:spPr>
          <a:xfrm>
            <a:off x="5082049" y="1115568"/>
            <a:ext cx="219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E03B0380-A143-616B-BD1E-9150190A8292}"/>
              </a:ext>
            </a:extLst>
          </p:cNvPr>
          <p:cNvCxnSpPr>
            <a:cxnSpLocks/>
          </p:cNvCxnSpPr>
          <p:nvPr/>
        </p:nvCxnSpPr>
        <p:spPr>
          <a:xfrm>
            <a:off x="5716410" y="1277112"/>
            <a:ext cx="219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3476BA4-6900-F1A8-DF21-6895F19B3C34}"/>
              </a:ext>
            </a:extLst>
          </p:cNvPr>
          <p:cNvCxnSpPr>
            <a:cxnSpLocks/>
          </p:cNvCxnSpPr>
          <p:nvPr/>
        </p:nvCxnSpPr>
        <p:spPr>
          <a:xfrm>
            <a:off x="361733" y="2996184"/>
            <a:ext cx="219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oogle Shape;1434;p39">
            <a:extLst>
              <a:ext uri="{FF2B5EF4-FFF2-40B4-BE49-F238E27FC236}">
                <a16:creationId xmlns:a16="http://schemas.microsoft.com/office/drawing/2014/main" id="{84F38282-0BC3-102C-A1AE-97C2CBF7A98B}"/>
              </a:ext>
            </a:extLst>
          </p:cNvPr>
          <p:cNvSpPr txBox="1"/>
          <p:nvPr/>
        </p:nvSpPr>
        <p:spPr>
          <a:xfrm>
            <a:off x="2355125" y="4673266"/>
            <a:ext cx="8347559" cy="36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Traitements réalisés afin de garantir la conformité RGPD et la comparabilité des analyses</a:t>
            </a:r>
            <a:endParaRPr sz="1100" b="1" dirty="0">
              <a:solidFill>
                <a:schemeClr val="tx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44758E09-7C7A-8E25-8834-F55CFADDCB48}"/>
                  </a:ext>
                </a:extLst>
              </p:cNvPr>
              <p:cNvSpPr txBox="1"/>
              <p:nvPr/>
            </p:nvSpPr>
            <p:spPr>
              <a:xfrm>
                <a:off x="6678706" y="2418041"/>
                <a:ext cx="224187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u="sng" dirty="0"/>
                  <a:t>Exploitation des Données:</a:t>
                </a:r>
              </a:p>
              <a:p>
                <a:r>
                  <a:rPr lang="fr-FR" dirty="0"/>
                  <a:t>Ancienneté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dirty="0"/>
                  <a:t> 6 mois</a:t>
                </a:r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44758E09-7C7A-8E25-8834-F55CFADDC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706" y="2418041"/>
                <a:ext cx="2241876" cy="738664"/>
              </a:xfrm>
              <a:prstGeom prst="rect">
                <a:avLst/>
              </a:prstGeom>
              <a:blipFill>
                <a:blip r:embed="rId3"/>
                <a:stretch>
                  <a:fillRect l="-1130" t="-1695" b="-67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1">
            <a:extLst>
              <a:ext uri="{FF2B5EF4-FFF2-40B4-BE49-F238E27FC236}">
                <a16:creationId xmlns:a16="http://schemas.microsoft.com/office/drawing/2014/main" id="{15529B55-6529-4B94-3F5C-52820228529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44471" y="3774606"/>
            <a:ext cx="86217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Ancienneté ≥ 6 mois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3" name="Google Shape;6923;p61"/>
          <p:cNvGrpSpPr/>
          <p:nvPr/>
        </p:nvGrpSpPr>
        <p:grpSpPr>
          <a:xfrm rot="10800000">
            <a:off x="4278831" y="2801774"/>
            <a:ext cx="1022771" cy="1106897"/>
            <a:chOff x="704533" y="2873821"/>
            <a:chExt cx="1327412" cy="1436595"/>
          </a:xfrm>
        </p:grpSpPr>
        <p:grpSp>
          <p:nvGrpSpPr>
            <p:cNvPr id="6924" name="Google Shape;6924;p61"/>
            <p:cNvGrpSpPr/>
            <p:nvPr/>
          </p:nvGrpSpPr>
          <p:grpSpPr>
            <a:xfrm rot="2444057" flipH="1">
              <a:off x="1077802" y="3083594"/>
              <a:ext cx="864287" cy="596260"/>
              <a:chOff x="9263640" y="2992633"/>
              <a:chExt cx="864224" cy="596216"/>
            </a:xfrm>
          </p:grpSpPr>
          <p:grpSp>
            <p:nvGrpSpPr>
              <p:cNvPr id="6925" name="Google Shape;6925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6926" name="Google Shape;6926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rgbClr val="A48EFD">
                    <a:alpha val="6535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927" name="Google Shape;6927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6928" name="Google Shape;6928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29" name="Google Shape;6929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0" name="Google Shape;6930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1" name="Google Shape;6931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2" name="Google Shape;6932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3" name="Google Shape;6933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4" name="Google Shape;6934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5" name="Google Shape;6935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6" name="Google Shape;6936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937" name="Google Shape;6937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6938" name="Google Shape;6938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6939" name="Google Shape;6939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0" name="Google Shape;6940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1" name="Google Shape;6941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2" name="Google Shape;6942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3" name="Google Shape;6943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4" name="Google Shape;6944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5" name="Google Shape;6945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946" name="Google Shape;6946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6947" name="Google Shape;6947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8" name="Google Shape;6948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9" name="Google Shape;6949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50" name="Google Shape;6950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51" name="Google Shape;6951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6952" name="Google Shape;6952;p61"/>
            <p:cNvGrpSpPr/>
            <p:nvPr/>
          </p:nvGrpSpPr>
          <p:grpSpPr>
            <a:xfrm rot="335998" flipH="1">
              <a:off x="744183" y="3248063"/>
              <a:ext cx="958352" cy="859511"/>
              <a:chOff x="7997151" y="2856344"/>
              <a:chExt cx="489368" cy="438896"/>
            </a:xfrm>
          </p:grpSpPr>
          <p:sp>
            <p:nvSpPr>
              <p:cNvPr id="6953" name="Google Shape;6953;p61"/>
              <p:cNvSpPr/>
              <p:nvPr/>
            </p:nvSpPr>
            <p:spPr>
              <a:xfrm rot="786892">
                <a:off x="8171778" y="2886617"/>
                <a:ext cx="292870" cy="226446"/>
              </a:xfrm>
              <a:custGeom>
                <a:avLst/>
                <a:gdLst/>
                <a:ahLst/>
                <a:cxnLst/>
                <a:rect l="l" t="t" r="r" b="b"/>
                <a:pathLst>
                  <a:path w="11715" h="9058" extrusionOk="0">
                    <a:moveTo>
                      <a:pt x="9188" y="1"/>
                    </a:moveTo>
                    <a:cubicBezTo>
                      <a:pt x="8450" y="1"/>
                      <a:pt x="7618" y="244"/>
                      <a:pt x="7037" y="670"/>
                    </a:cubicBezTo>
                    <a:cubicBezTo>
                      <a:pt x="7481" y="935"/>
                      <a:pt x="7883" y="1268"/>
                      <a:pt x="8227" y="1654"/>
                    </a:cubicBezTo>
                    <a:cubicBezTo>
                      <a:pt x="7693" y="1433"/>
                      <a:pt x="7179" y="1172"/>
                      <a:pt x="6685" y="874"/>
                    </a:cubicBezTo>
                    <a:cubicBezTo>
                      <a:pt x="6036" y="1390"/>
                      <a:pt x="5215" y="1943"/>
                      <a:pt x="4502" y="2367"/>
                    </a:cubicBezTo>
                    <a:cubicBezTo>
                      <a:pt x="4244" y="3136"/>
                      <a:pt x="3856" y="3713"/>
                      <a:pt x="3640" y="4496"/>
                    </a:cubicBezTo>
                    <a:cubicBezTo>
                      <a:pt x="3579" y="4059"/>
                      <a:pt x="3594" y="3615"/>
                      <a:pt x="3685" y="3184"/>
                    </a:cubicBezTo>
                    <a:lnTo>
                      <a:pt x="3685" y="3184"/>
                    </a:lnTo>
                    <a:cubicBezTo>
                      <a:pt x="2716" y="4046"/>
                      <a:pt x="1873" y="5040"/>
                      <a:pt x="1181" y="6138"/>
                    </a:cubicBezTo>
                    <a:cubicBezTo>
                      <a:pt x="540" y="7156"/>
                      <a:pt x="0" y="9057"/>
                      <a:pt x="1552" y="9057"/>
                    </a:cubicBezTo>
                    <a:cubicBezTo>
                      <a:pt x="1679" y="9057"/>
                      <a:pt x="1821" y="9044"/>
                      <a:pt x="1977" y="9017"/>
                    </a:cubicBezTo>
                    <a:cubicBezTo>
                      <a:pt x="2572" y="8913"/>
                      <a:pt x="3130" y="8634"/>
                      <a:pt x="3700" y="8436"/>
                    </a:cubicBezTo>
                    <a:cubicBezTo>
                      <a:pt x="3846" y="8385"/>
                      <a:pt x="5971" y="7587"/>
                      <a:pt x="5911" y="7477"/>
                    </a:cubicBezTo>
                    <a:lnTo>
                      <a:pt x="5319" y="6427"/>
                    </a:lnTo>
                    <a:lnTo>
                      <a:pt x="5319" y="6427"/>
                    </a:lnTo>
                    <a:cubicBezTo>
                      <a:pt x="5716" y="6776"/>
                      <a:pt x="6223" y="7027"/>
                      <a:pt x="6713" y="7223"/>
                    </a:cubicBezTo>
                    <a:cubicBezTo>
                      <a:pt x="7895" y="6763"/>
                      <a:pt x="8980" y="5944"/>
                      <a:pt x="9760" y="4936"/>
                    </a:cubicBezTo>
                    <a:lnTo>
                      <a:pt x="9421" y="3133"/>
                    </a:lnTo>
                    <a:lnTo>
                      <a:pt x="9421" y="3133"/>
                    </a:lnTo>
                    <a:cubicBezTo>
                      <a:pt x="9741" y="3557"/>
                      <a:pt x="10019" y="4043"/>
                      <a:pt x="10337" y="4468"/>
                    </a:cubicBezTo>
                    <a:cubicBezTo>
                      <a:pt x="10905" y="3979"/>
                      <a:pt x="11405" y="3360"/>
                      <a:pt x="11558" y="2625"/>
                    </a:cubicBezTo>
                    <a:cubicBezTo>
                      <a:pt x="11715" y="1873"/>
                      <a:pt x="11376" y="1135"/>
                      <a:pt x="10823" y="635"/>
                    </a:cubicBezTo>
                    <a:cubicBezTo>
                      <a:pt x="10434" y="285"/>
                      <a:pt x="9940" y="51"/>
                      <a:pt x="9436" y="11"/>
                    </a:cubicBezTo>
                    <a:cubicBezTo>
                      <a:pt x="9355" y="4"/>
                      <a:pt x="9272" y="1"/>
                      <a:pt x="91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4" name="Google Shape;6954;p61"/>
              <p:cNvSpPr/>
              <p:nvPr/>
            </p:nvSpPr>
            <p:spPr>
              <a:xfrm rot="786892">
                <a:off x="8032533" y="2902948"/>
                <a:ext cx="372393" cy="354669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14187" extrusionOk="0">
                    <a:moveTo>
                      <a:pt x="14831" y="1"/>
                    </a:moveTo>
                    <a:cubicBezTo>
                      <a:pt x="14823" y="1"/>
                      <a:pt x="14815" y="3"/>
                      <a:pt x="14806" y="9"/>
                    </a:cubicBezTo>
                    <a:cubicBezTo>
                      <a:pt x="14773" y="28"/>
                      <a:pt x="11491" y="1941"/>
                      <a:pt x="8045" y="4626"/>
                    </a:cubicBezTo>
                    <a:cubicBezTo>
                      <a:pt x="6022" y="6202"/>
                      <a:pt x="4337" y="7732"/>
                      <a:pt x="3039" y="9172"/>
                    </a:cubicBezTo>
                    <a:cubicBezTo>
                      <a:pt x="1414" y="10975"/>
                      <a:pt x="394" y="12645"/>
                      <a:pt x="6" y="14133"/>
                    </a:cubicBezTo>
                    <a:cubicBezTo>
                      <a:pt x="0" y="14156"/>
                      <a:pt x="14" y="14180"/>
                      <a:pt x="37" y="14185"/>
                    </a:cubicBezTo>
                    <a:cubicBezTo>
                      <a:pt x="40" y="14187"/>
                      <a:pt x="45" y="14187"/>
                      <a:pt x="48" y="14187"/>
                    </a:cubicBezTo>
                    <a:cubicBezTo>
                      <a:pt x="67" y="14187"/>
                      <a:pt x="85" y="14174"/>
                      <a:pt x="90" y="14154"/>
                    </a:cubicBezTo>
                    <a:cubicBezTo>
                      <a:pt x="474" y="12681"/>
                      <a:pt x="1488" y="11024"/>
                      <a:pt x="3103" y="9230"/>
                    </a:cubicBezTo>
                    <a:cubicBezTo>
                      <a:pt x="4398" y="7794"/>
                      <a:pt x="6078" y="6269"/>
                      <a:pt x="8099" y="4696"/>
                    </a:cubicBezTo>
                    <a:cubicBezTo>
                      <a:pt x="11540" y="2016"/>
                      <a:pt x="14817" y="104"/>
                      <a:pt x="14849" y="85"/>
                    </a:cubicBezTo>
                    <a:cubicBezTo>
                      <a:pt x="14895" y="62"/>
                      <a:pt x="14870" y="1"/>
                      <a:pt x="148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5" name="Google Shape;6955;p61"/>
              <p:cNvSpPr/>
              <p:nvPr/>
            </p:nvSpPr>
            <p:spPr>
              <a:xfrm rot="786892">
                <a:off x="8400808" y="2905302"/>
                <a:ext cx="29374" cy="64199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2568" extrusionOk="0">
                    <a:moveTo>
                      <a:pt x="1115" y="0"/>
                    </a:moveTo>
                    <a:cubicBezTo>
                      <a:pt x="1099" y="0"/>
                      <a:pt x="1083" y="8"/>
                      <a:pt x="1076" y="28"/>
                    </a:cubicBezTo>
                    <a:lnTo>
                      <a:pt x="10" y="2507"/>
                    </a:lnTo>
                    <a:cubicBezTo>
                      <a:pt x="1" y="2529"/>
                      <a:pt x="11" y="2554"/>
                      <a:pt x="32" y="2565"/>
                    </a:cubicBezTo>
                    <a:cubicBezTo>
                      <a:pt x="38" y="2566"/>
                      <a:pt x="44" y="2568"/>
                      <a:pt x="50" y="2568"/>
                    </a:cubicBezTo>
                    <a:cubicBezTo>
                      <a:pt x="68" y="2568"/>
                      <a:pt x="83" y="2557"/>
                      <a:pt x="90" y="2541"/>
                    </a:cubicBezTo>
                    <a:lnTo>
                      <a:pt x="1157" y="64"/>
                    </a:lnTo>
                    <a:cubicBezTo>
                      <a:pt x="1174" y="28"/>
                      <a:pt x="1144" y="0"/>
                      <a:pt x="1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6" name="Google Shape;6956;p61"/>
              <p:cNvSpPr/>
              <p:nvPr/>
            </p:nvSpPr>
            <p:spPr>
              <a:xfrm rot="786892">
                <a:off x="8283194" y="3018686"/>
                <a:ext cx="102473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930" extrusionOk="0">
                    <a:moveTo>
                      <a:pt x="60" y="0"/>
                    </a:moveTo>
                    <a:cubicBezTo>
                      <a:pt x="12" y="0"/>
                      <a:pt x="0" y="76"/>
                      <a:pt x="53" y="87"/>
                    </a:cubicBezTo>
                    <a:lnTo>
                      <a:pt x="4028" y="928"/>
                    </a:lnTo>
                    <a:cubicBezTo>
                      <a:pt x="4031" y="929"/>
                      <a:pt x="4034" y="929"/>
                      <a:pt x="4037" y="929"/>
                    </a:cubicBezTo>
                    <a:lnTo>
                      <a:pt x="4039" y="929"/>
                    </a:lnTo>
                    <a:cubicBezTo>
                      <a:pt x="4090" y="928"/>
                      <a:pt x="4099" y="855"/>
                      <a:pt x="4048" y="843"/>
                    </a:cubicBezTo>
                    <a:lnTo>
                      <a:pt x="72" y="2"/>
                    </a:lnTo>
                    <a:cubicBezTo>
                      <a:pt x="68" y="1"/>
                      <a:pt x="64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57" name="Google Shape;6957;p61"/>
            <p:cNvGrpSpPr/>
            <p:nvPr/>
          </p:nvGrpSpPr>
          <p:grpSpPr>
            <a:xfrm rot="-5726876" flipH="1">
              <a:off x="1364480" y="4029185"/>
              <a:ext cx="272036" cy="266378"/>
              <a:chOff x="8504064" y="4345225"/>
              <a:chExt cx="172874" cy="169301"/>
            </a:xfrm>
          </p:grpSpPr>
          <p:grpSp>
            <p:nvGrpSpPr>
              <p:cNvPr id="6958" name="Google Shape;6958;p61"/>
              <p:cNvGrpSpPr/>
              <p:nvPr/>
            </p:nvGrpSpPr>
            <p:grpSpPr>
              <a:xfrm>
                <a:off x="8521693" y="4345225"/>
                <a:ext cx="155245" cy="145615"/>
                <a:chOff x="8521693" y="4345225"/>
                <a:chExt cx="155245" cy="145615"/>
              </a:xfrm>
            </p:grpSpPr>
            <p:sp>
              <p:nvSpPr>
                <p:cNvPr id="6959" name="Google Shape;6959;p61"/>
                <p:cNvSpPr/>
                <p:nvPr/>
              </p:nvSpPr>
              <p:spPr>
                <a:xfrm>
                  <a:off x="8521693" y="4378920"/>
                  <a:ext cx="38595" cy="7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1725" extrusionOk="0">
                      <a:moveTo>
                        <a:pt x="536" y="0"/>
                      </a:moveTo>
                      <a:cubicBezTo>
                        <a:pt x="408" y="0"/>
                        <a:pt x="279" y="59"/>
                        <a:pt x="202" y="160"/>
                      </a:cubicBezTo>
                      <a:cubicBezTo>
                        <a:pt x="0" y="421"/>
                        <a:pt x="281" y="931"/>
                        <a:pt x="358" y="1198"/>
                      </a:cubicBezTo>
                      <a:cubicBezTo>
                        <a:pt x="394" y="1320"/>
                        <a:pt x="378" y="1604"/>
                        <a:pt x="340" y="1724"/>
                      </a:cubicBezTo>
                      <a:lnTo>
                        <a:pt x="476" y="1532"/>
                      </a:lnTo>
                      <a:cubicBezTo>
                        <a:pt x="543" y="1159"/>
                        <a:pt x="798" y="873"/>
                        <a:pt x="891" y="515"/>
                      </a:cubicBezTo>
                      <a:cubicBezTo>
                        <a:pt x="937" y="338"/>
                        <a:pt x="894" y="145"/>
                        <a:pt x="724" y="48"/>
                      </a:cubicBezTo>
                      <a:cubicBezTo>
                        <a:pt x="666" y="16"/>
                        <a:pt x="601" y="0"/>
                        <a:pt x="5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0" name="Google Shape;6960;p61"/>
                <p:cNvSpPr/>
                <p:nvPr/>
              </p:nvSpPr>
              <p:spPr>
                <a:xfrm>
                  <a:off x="8560082" y="4349797"/>
                  <a:ext cx="47780" cy="85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2066" extrusionOk="0">
                      <a:moveTo>
                        <a:pt x="651" y="1"/>
                      </a:moveTo>
                      <a:cubicBezTo>
                        <a:pt x="523" y="1"/>
                        <a:pt x="393" y="47"/>
                        <a:pt x="299" y="133"/>
                      </a:cubicBezTo>
                      <a:cubicBezTo>
                        <a:pt x="0" y="408"/>
                        <a:pt x="237" y="1088"/>
                        <a:pt x="276" y="1429"/>
                      </a:cubicBezTo>
                      <a:cubicBezTo>
                        <a:pt x="294" y="1586"/>
                        <a:pt x="215" y="1926"/>
                        <a:pt x="144" y="2066"/>
                      </a:cubicBezTo>
                      <a:lnTo>
                        <a:pt x="188" y="2057"/>
                      </a:lnTo>
                      <a:cubicBezTo>
                        <a:pt x="346" y="1617"/>
                        <a:pt x="879" y="1125"/>
                        <a:pt x="1065" y="708"/>
                      </a:cubicBezTo>
                      <a:cubicBezTo>
                        <a:pt x="1159" y="502"/>
                        <a:pt x="1144" y="259"/>
                        <a:pt x="956" y="105"/>
                      </a:cubicBezTo>
                      <a:cubicBezTo>
                        <a:pt x="870" y="34"/>
                        <a:pt x="761" y="1"/>
                        <a:pt x="6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1" name="Google Shape;6961;p61"/>
                <p:cNvSpPr/>
                <p:nvPr/>
              </p:nvSpPr>
              <p:spPr>
                <a:xfrm>
                  <a:off x="8582819" y="4411009"/>
                  <a:ext cx="91524" cy="40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" h="992" extrusionOk="0">
                      <a:moveTo>
                        <a:pt x="1722" y="0"/>
                      </a:moveTo>
                      <a:cubicBezTo>
                        <a:pt x="1633" y="0"/>
                        <a:pt x="1542" y="23"/>
                        <a:pt x="1457" y="64"/>
                      </a:cubicBezTo>
                      <a:cubicBezTo>
                        <a:pt x="1047" y="265"/>
                        <a:pt x="764" y="646"/>
                        <a:pt x="330" y="819"/>
                      </a:cubicBezTo>
                      <a:lnTo>
                        <a:pt x="9" y="987"/>
                      </a:lnTo>
                      <a:lnTo>
                        <a:pt x="9" y="987"/>
                      </a:lnTo>
                      <a:cubicBezTo>
                        <a:pt x="141" y="921"/>
                        <a:pt x="519" y="876"/>
                        <a:pt x="706" y="876"/>
                      </a:cubicBezTo>
                      <a:cubicBezTo>
                        <a:pt x="728" y="876"/>
                        <a:pt x="746" y="877"/>
                        <a:pt x="762" y="878"/>
                      </a:cubicBezTo>
                      <a:cubicBezTo>
                        <a:pt x="965" y="894"/>
                        <a:pt x="1289" y="976"/>
                        <a:pt x="1574" y="976"/>
                      </a:cubicBezTo>
                      <a:cubicBezTo>
                        <a:pt x="1771" y="976"/>
                        <a:pt x="1950" y="937"/>
                        <a:pt x="2058" y="811"/>
                      </a:cubicBezTo>
                      <a:cubicBezTo>
                        <a:pt x="2213" y="631"/>
                        <a:pt x="2222" y="335"/>
                        <a:pt x="2064" y="154"/>
                      </a:cubicBezTo>
                      <a:cubicBezTo>
                        <a:pt x="1971" y="46"/>
                        <a:pt x="1849" y="0"/>
                        <a:pt x="1722" y="0"/>
                      </a:cubicBezTo>
                      <a:close/>
                      <a:moveTo>
                        <a:pt x="9" y="987"/>
                      </a:moveTo>
                      <a:cubicBezTo>
                        <a:pt x="6" y="988"/>
                        <a:pt x="3" y="990"/>
                        <a:pt x="0" y="992"/>
                      </a:cubicBezTo>
                      <a:lnTo>
                        <a:pt x="9" y="9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2" name="Google Shape;6962;p61"/>
                <p:cNvSpPr/>
                <p:nvPr/>
              </p:nvSpPr>
              <p:spPr>
                <a:xfrm>
                  <a:off x="8572357" y="4458751"/>
                  <a:ext cx="73153" cy="32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" h="779" extrusionOk="0">
                      <a:moveTo>
                        <a:pt x="1341" y="1"/>
                      </a:moveTo>
                      <a:cubicBezTo>
                        <a:pt x="1299" y="1"/>
                        <a:pt x="1256" y="6"/>
                        <a:pt x="1214" y="16"/>
                      </a:cubicBezTo>
                      <a:cubicBezTo>
                        <a:pt x="855" y="105"/>
                        <a:pt x="567" y="357"/>
                        <a:pt x="194" y="422"/>
                      </a:cubicBezTo>
                      <a:lnTo>
                        <a:pt x="1" y="557"/>
                      </a:lnTo>
                      <a:cubicBezTo>
                        <a:pt x="74" y="535"/>
                        <a:pt x="203" y="521"/>
                        <a:pt x="322" y="521"/>
                      </a:cubicBezTo>
                      <a:cubicBezTo>
                        <a:pt x="402" y="521"/>
                        <a:pt x="478" y="527"/>
                        <a:pt x="527" y="542"/>
                      </a:cubicBezTo>
                      <a:cubicBezTo>
                        <a:pt x="728" y="602"/>
                        <a:pt x="1064" y="778"/>
                        <a:pt x="1330" y="778"/>
                      </a:cubicBezTo>
                      <a:cubicBezTo>
                        <a:pt x="1418" y="778"/>
                        <a:pt x="1498" y="759"/>
                        <a:pt x="1563" y="709"/>
                      </a:cubicBezTo>
                      <a:cubicBezTo>
                        <a:pt x="1717" y="593"/>
                        <a:pt x="1775" y="360"/>
                        <a:pt x="1680" y="189"/>
                      </a:cubicBezTo>
                      <a:cubicBezTo>
                        <a:pt x="1607" y="58"/>
                        <a:pt x="1477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3" name="Google Shape;6963;p61"/>
                <p:cNvSpPr/>
                <p:nvPr/>
              </p:nvSpPr>
              <p:spPr>
                <a:xfrm>
                  <a:off x="8595011" y="4345225"/>
                  <a:ext cx="76201" cy="81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967" extrusionOk="0">
                      <a:moveTo>
                        <a:pt x="1488" y="1"/>
                      </a:moveTo>
                      <a:cubicBezTo>
                        <a:pt x="1448" y="1"/>
                        <a:pt x="1408" y="5"/>
                        <a:pt x="1370" y="12"/>
                      </a:cubicBezTo>
                      <a:cubicBezTo>
                        <a:pt x="1183" y="48"/>
                        <a:pt x="1027" y="173"/>
                        <a:pt x="900" y="315"/>
                      </a:cubicBezTo>
                      <a:cubicBezTo>
                        <a:pt x="730" y="504"/>
                        <a:pt x="602" y="726"/>
                        <a:pt x="521" y="968"/>
                      </a:cubicBezTo>
                      <a:cubicBezTo>
                        <a:pt x="454" y="1167"/>
                        <a:pt x="421" y="1381"/>
                        <a:pt x="314" y="1564"/>
                      </a:cubicBezTo>
                      <a:cubicBezTo>
                        <a:pt x="248" y="1677"/>
                        <a:pt x="174" y="1786"/>
                        <a:pt x="86" y="1882"/>
                      </a:cubicBezTo>
                      <a:lnTo>
                        <a:pt x="86" y="1882"/>
                      </a:lnTo>
                      <a:lnTo>
                        <a:pt x="1850" y="136"/>
                      </a:lnTo>
                      <a:cubicBezTo>
                        <a:pt x="1757" y="43"/>
                        <a:pt x="1622" y="1"/>
                        <a:pt x="1488" y="1"/>
                      </a:cubicBezTo>
                      <a:close/>
                      <a:moveTo>
                        <a:pt x="86" y="1882"/>
                      </a:moveTo>
                      <a:lnTo>
                        <a:pt x="1" y="1967"/>
                      </a:lnTo>
                      <a:cubicBezTo>
                        <a:pt x="31" y="1940"/>
                        <a:pt x="59" y="1912"/>
                        <a:pt x="86" y="188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4" name="Google Shape;6964;p61"/>
                <p:cNvSpPr/>
                <p:nvPr/>
              </p:nvSpPr>
              <p:spPr>
                <a:xfrm>
                  <a:off x="8594476" y="4350250"/>
                  <a:ext cx="82462" cy="75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" h="1833" extrusionOk="0">
                      <a:moveTo>
                        <a:pt x="1850" y="0"/>
                      </a:moveTo>
                      <a:lnTo>
                        <a:pt x="91" y="1743"/>
                      </a:lnTo>
                      <a:lnTo>
                        <a:pt x="91" y="1743"/>
                      </a:lnTo>
                      <a:cubicBezTo>
                        <a:pt x="187" y="1657"/>
                        <a:pt x="294" y="1587"/>
                        <a:pt x="408" y="1523"/>
                      </a:cubicBezTo>
                      <a:cubicBezTo>
                        <a:pt x="591" y="1417"/>
                        <a:pt x="804" y="1385"/>
                        <a:pt x="1006" y="1321"/>
                      </a:cubicBezTo>
                      <a:cubicBezTo>
                        <a:pt x="1247" y="1244"/>
                        <a:pt x="1471" y="1117"/>
                        <a:pt x="1662" y="949"/>
                      </a:cubicBezTo>
                      <a:cubicBezTo>
                        <a:pt x="1803" y="823"/>
                        <a:pt x="1932" y="667"/>
                        <a:pt x="1969" y="480"/>
                      </a:cubicBezTo>
                      <a:cubicBezTo>
                        <a:pt x="2002" y="313"/>
                        <a:pt x="1970" y="121"/>
                        <a:pt x="1850" y="0"/>
                      </a:cubicBezTo>
                      <a:close/>
                      <a:moveTo>
                        <a:pt x="91" y="1743"/>
                      </a:moveTo>
                      <a:cubicBezTo>
                        <a:pt x="60" y="1771"/>
                        <a:pt x="29" y="1801"/>
                        <a:pt x="0" y="1833"/>
                      </a:cubicBezTo>
                      <a:lnTo>
                        <a:pt x="91" y="174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65" name="Google Shape;6965;p61"/>
              <p:cNvGrpSpPr/>
              <p:nvPr/>
            </p:nvGrpSpPr>
            <p:grpSpPr>
              <a:xfrm>
                <a:off x="8504064" y="4362279"/>
                <a:ext cx="158170" cy="152247"/>
                <a:chOff x="8504064" y="4362279"/>
                <a:chExt cx="158170" cy="152247"/>
              </a:xfrm>
            </p:grpSpPr>
            <p:sp>
              <p:nvSpPr>
                <p:cNvPr id="6966" name="Google Shape;6966;p61"/>
                <p:cNvSpPr/>
                <p:nvPr/>
              </p:nvSpPr>
              <p:spPr>
                <a:xfrm>
                  <a:off x="8504064" y="4362279"/>
                  <a:ext cx="158170" cy="152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0" h="3696" extrusionOk="0">
                      <a:moveTo>
                        <a:pt x="3760" y="0"/>
                      </a:moveTo>
                      <a:cubicBezTo>
                        <a:pt x="3748" y="0"/>
                        <a:pt x="3735" y="5"/>
                        <a:pt x="3724" y="17"/>
                      </a:cubicBezTo>
                      <a:cubicBezTo>
                        <a:pt x="3517" y="221"/>
                        <a:pt x="3309" y="424"/>
                        <a:pt x="3101" y="627"/>
                      </a:cubicBezTo>
                      <a:cubicBezTo>
                        <a:pt x="2847" y="874"/>
                        <a:pt x="2592" y="1120"/>
                        <a:pt x="2337" y="1368"/>
                      </a:cubicBezTo>
                      <a:lnTo>
                        <a:pt x="1523" y="2157"/>
                      </a:lnTo>
                      <a:cubicBezTo>
                        <a:pt x="1263" y="2407"/>
                        <a:pt x="1005" y="2658"/>
                        <a:pt x="748" y="2908"/>
                      </a:cubicBezTo>
                      <a:cubicBezTo>
                        <a:pt x="533" y="3117"/>
                        <a:pt x="318" y="3327"/>
                        <a:pt x="103" y="3539"/>
                      </a:cubicBezTo>
                      <a:lnTo>
                        <a:pt x="39" y="3602"/>
                      </a:lnTo>
                      <a:cubicBezTo>
                        <a:pt x="0" y="3641"/>
                        <a:pt x="37" y="3696"/>
                        <a:pt x="79" y="3696"/>
                      </a:cubicBezTo>
                      <a:cubicBezTo>
                        <a:pt x="92" y="3696"/>
                        <a:pt x="105" y="3691"/>
                        <a:pt x="117" y="3679"/>
                      </a:cubicBezTo>
                      <a:cubicBezTo>
                        <a:pt x="323" y="3475"/>
                        <a:pt x="530" y="3272"/>
                        <a:pt x="739" y="3069"/>
                      </a:cubicBezTo>
                      <a:cubicBezTo>
                        <a:pt x="994" y="2822"/>
                        <a:pt x="1247" y="2576"/>
                        <a:pt x="1504" y="2328"/>
                      </a:cubicBezTo>
                      <a:lnTo>
                        <a:pt x="2318" y="1539"/>
                      </a:lnTo>
                      <a:cubicBezTo>
                        <a:pt x="2576" y="1289"/>
                        <a:pt x="2835" y="1038"/>
                        <a:pt x="3092" y="788"/>
                      </a:cubicBezTo>
                      <a:cubicBezTo>
                        <a:pt x="3308" y="577"/>
                        <a:pt x="3523" y="369"/>
                        <a:pt x="3736" y="157"/>
                      </a:cubicBezTo>
                      <a:lnTo>
                        <a:pt x="3800" y="94"/>
                      </a:lnTo>
                      <a:cubicBezTo>
                        <a:pt x="3839" y="55"/>
                        <a:pt x="3802" y="0"/>
                        <a:pt x="3760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7" name="Google Shape;6967;p61"/>
                <p:cNvSpPr/>
                <p:nvPr/>
              </p:nvSpPr>
              <p:spPr>
                <a:xfrm>
                  <a:off x="8514815" y="4412575"/>
                  <a:ext cx="28709" cy="9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" h="2201" extrusionOk="0">
                      <a:moveTo>
                        <a:pt x="642" y="0"/>
                      </a:moveTo>
                      <a:cubicBezTo>
                        <a:pt x="614" y="0"/>
                        <a:pt x="586" y="18"/>
                        <a:pt x="586" y="53"/>
                      </a:cubicBezTo>
                      <a:cubicBezTo>
                        <a:pt x="585" y="618"/>
                        <a:pt x="467" y="1176"/>
                        <a:pt x="242" y="1693"/>
                      </a:cubicBezTo>
                      <a:cubicBezTo>
                        <a:pt x="178" y="1839"/>
                        <a:pt x="106" y="1981"/>
                        <a:pt x="26" y="2118"/>
                      </a:cubicBezTo>
                      <a:cubicBezTo>
                        <a:pt x="1" y="2161"/>
                        <a:pt x="40" y="2200"/>
                        <a:pt x="77" y="2200"/>
                      </a:cubicBezTo>
                      <a:cubicBezTo>
                        <a:pt x="93" y="2200"/>
                        <a:pt x="109" y="2193"/>
                        <a:pt x="120" y="2175"/>
                      </a:cubicBezTo>
                      <a:lnTo>
                        <a:pt x="120" y="2173"/>
                      </a:lnTo>
                      <a:cubicBezTo>
                        <a:pt x="412" y="1671"/>
                        <a:pt x="598" y="1115"/>
                        <a:pt x="667" y="538"/>
                      </a:cubicBezTo>
                      <a:cubicBezTo>
                        <a:pt x="686" y="376"/>
                        <a:pt x="695" y="215"/>
                        <a:pt x="697" y="53"/>
                      </a:cubicBezTo>
                      <a:cubicBezTo>
                        <a:pt x="697" y="18"/>
                        <a:pt x="669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8" name="Google Shape;6968;p61"/>
                <p:cNvSpPr/>
                <p:nvPr/>
              </p:nvSpPr>
              <p:spPr>
                <a:xfrm>
                  <a:off x="8546119" y="4363556"/>
                  <a:ext cx="45144" cy="11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2677" extrusionOk="0">
                      <a:moveTo>
                        <a:pt x="1038" y="0"/>
                      </a:moveTo>
                      <a:cubicBezTo>
                        <a:pt x="1014" y="0"/>
                        <a:pt x="987" y="16"/>
                        <a:pt x="984" y="39"/>
                      </a:cubicBezTo>
                      <a:cubicBezTo>
                        <a:pt x="934" y="382"/>
                        <a:pt x="834" y="719"/>
                        <a:pt x="724" y="1046"/>
                      </a:cubicBezTo>
                      <a:cubicBezTo>
                        <a:pt x="603" y="1419"/>
                        <a:pt x="456" y="1783"/>
                        <a:pt x="284" y="2135"/>
                      </a:cubicBezTo>
                      <a:cubicBezTo>
                        <a:pt x="207" y="2294"/>
                        <a:pt x="117" y="2449"/>
                        <a:pt x="16" y="2595"/>
                      </a:cubicBezTo>
                      <a:cubicBezTo>
                        <a:pt x="1" y="2621"/>
                        <a:pt x="8" y="2654"/>
                        <a:pt x="34" y="2670"/>
                      </a:cubicBezTo>
                      <a:cubicBezTo>
                        <a:pt x="43" y="2674"/>
                        <a:pt x="52" y="2677"/>
                        <a:pt x="61" y="2677"/>
                      </a:cubicBezTo>
                      <a:cubicBezTo>
                        <a:pt x="80" y="2677"/>
                        <a:pt x="98" y="2668"/>
                        <a:pt x="108" y="2651"/>
                      </a:cubicBezTo>
                      <a:lnTo>
                        <a:pt x="110" y="2651"/>
                      </a:lnTo>
                      <a:cubicBezTo>
                        <a:pt x="201" y="2521"/>
                        <a:pt x="281" y="2385"/>
                        <a:pt x="351" y="2243"/>
                      </a:cubicBezTo>
                      <a:cubicBezTo>
                        <a:pt x="439" y="2072"/>
                        <a:pt x="518" y="1896"/>
                        <a:pt x="591" y="1719"/>
                      </a:cubicBezTo>
                      <a:cubicBezTo>
                        <a:pt x="744" y="1353"/>
                        <a:pt x="872" y="979"/>
                        <a:pt x="975" y="596"/>
                      </a:cubicBezTo>
                      <a:cubicBezTo>
                        <a:pt x="1022" y="423"/>
                        <a:pt x="1061" y="247"/>
                        <a:pt x="1089" y="69"/>
                      </a:cubicBezTo>
                      <a:cubicBezTo>
                        <a:pt x="1095" y="39"/>
                        <a:pt x="1079" y="10"/>
                        <a:pt x="1051" y="2"/>
                      </a:cubicBezTo>
                      <a:cubicBezTo>
                        <a:pt x="1047" y="1"/>
                        <a:pt x="1042" y="0"/>
                        <a:pt x="1038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9" name="Google Shape;6969;p61"/>
                <p:cNvSpPr/>
                <p:nvPr/>
              </p:nvSpPr>
              <p:spPr>
                <a:xfrm>
                  <a:off x="8517945" y="4474199"/>
                  <a:ext cx="92677" cy="27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0" h="659" extrusionOk="0">
                      <a:moveTo>
                        <a:pt x="2154" y="0"/>
                      </a:moveTo>
                      <a:cubicBezTo>
                        <a:pt x="1417" y="0"/>
                        <a:pt x="692" y="192"/>
                        <a:pt x="53" y="557"/>
                      </a:cubicBezTo>
                      <a:cubicBezTo>
                        <a:pt x="1" y="586"/>
                        <a:pt x="32" y="658"/>
                        <a:pt x="80" y="658"/>
                      </a:cubicBezTo>
                      <a:cubicBezTo>
                        <a:pt x="89" y="658"/>
                        <a:pt x="98" y="656"/>
                        <a:pt x="108" y="651"/>
                      </a:cubicBezTo>
                      <a:cubicBezTo>
                        <a:pt x="598" y="372"/>
                        <a:pt x="1140" y="197"/>
                        <a:pt x="1699" y="135"/>
                      </a:cubicBezTo>
                      <a:cubicBezTo>
                        <a:pt x="1858" y="117"/>
                        <a:pt x="2018" y="109"/>
                        <a:pt x="2179" y="109"/>
                      </a:cubicBezTo>
                      <a:cubicBezTo>
                        <a:pt x="2249" y="109"/>
                        <a:pt x="2249" y="0"/>
                        <a:pt x="2179" y="0"/>
                      </a:cubicBezTo>
                      <a:cubicBezTo>
                        <a:pt x="2171" y="0"/>
                        <a:pt x="2162" y="0"/>
                        <a:pt x="2154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0" name="Google Shape;6970;p61"/>
                <p:cNvSpPr/>
                <p:nvPr/>
              </p:nvSpPr>
              <p:spPr>
                <a:xfrm>
                  <a:off x="8548343" y="4431606"/>
                  <a:ext cx="103840" cy="39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950" extrusionOk="0">
                      <a:moveTo>
                        <a:pt x="2469" y="1"/>
                      </a:moveTo>
                      <a:cubicBezTo>
                        <a:pt x="2468" y="1"/>
                        <a:pt x="2467" y="1"/>
                        <a:pt x="2466" y="1"/>
                      </a:cubicBezTo>
                      <a:cubicBezTo>
                        <a:pt x="2137" y="49"/>
                        <a:pt x="1815" y="120"/>
                        <a:pt x="1498" y="216"/>
                      </a:cubicBezTo>
                      <a:cubicBezTo>
                        <a:pt x="1149" y="316"/>
                        <a:pt x="809" y="442"/>
                        <a:pt x="479" y="594"/>
                      </a:cubicBezTo>
                      <a:cubicBezTo>
                        <a:pt x="324" y="666"/>
                        <a:pt x="175" y="751"/>
                        <a:pt x="33" y="848"/>
                      </a:cubicBezTo>
                      <a:cubicBezTo>
                        <a:pt x="10" y="863"/>
                        <a:pt x="1" y="896"/>
                        <a:pt x="15" y="923"/>
                      </a:cubicBezTo>
                      <a:cubicBezTo>
                        <a:pt x="25" y="940"/>
                        <a:pt x="44" y="949"/>
                        <a:pt x="62" y="949"/>
                      </a:cubicBezTo>
                      <a:cubicBezTo>
                        <a:pt x="72" y="949"/>
                        <a:pt x="81" y="947"/>
                        <a:pt x="90" y="942"/>
                      </a:cubicBezTo>
                      <a:cubicBezTo>
                        <a:pt x="351" y="758"/>
                        <a:pt x="649" y="629"/>
                        <a:pt x="943" y="517"/>
                      </a:cubicBezTo>
                      <a:cubicBezTo>
                        <a:pt x="1279" y="390"/>
                        <a:pt x="1620" y="286"/>
                        <a:pt x="1969" y="205"/>
                      </a:cubicBezTo>
                      <a:cubicBezTo>
                        <a:pt x="2055" y="186"/>
                        <a:pt x="2143" y="166"/>
                        <a:pt x="2231" y="150"/>
                      </a:cubicBezTo>
                      <a:cubicBezTo>
                        <a:pt x="2273" y="141"/>
                        <a:pt x="2315" y="134"/>
                        <a:pt x="2357" y="128"/>
                      </a:cubicBezTo>
                      <a:lnTo>
                        <a:pt x="2418" y="119"/>
                      </a:lnTo>
                      <a:lnTo>
                        <a:pt x="2443" y="114"/>
                      </a:lnTo>
                      <a:lnTo>
                        <a:pt x="2457" y="113"/>
                      </a:lnTo>
                      <a:cubicBezTo>
                        <a:pt x="2459" y="113"/>
                        <a:pt x="2468" y="111"/>
                        <a:pt x="2469" y="111"/>
                      </a:cubicBezTo>
                      <a:lnTo>
                        <a:pt x="2469" y="111"/>
                      </a:lnTo>
                      <a:cubicBezTo>
                        <a:pt x="2497" y="108"/>
                        <a:pt x="2519" y="85"/>
                        <a:pt x="2521" y="56"/>
                      </a:cubicBezTo>
                      <a:cubicBezTo>
                        <a:pt x="2521" y="30"/>
                        <a:pt x="2498" y="1"/>
                        <a:pt x="2469" y="1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971" name="Google Shape;6971;p61"/>
            <p:cNvGrpSpPr/>
            <p:nvPr/>
          </p:nvGrpSpPr>
          <p:grpSpPr>
            <a:xfrm flipH="1">
              <a:off x="781777" y="3457733"/>
              <a:ext cx="864224" cy="596216"/>
              <a:chOff x="9263640" y="2992633"/>
              <a:chExt cx="864224" cy="596216"/>
            </a:xfrm>
          </p:grpSpPr>
          <p:grpSp>
            <p:nvGrpSpPr>
              <p:cNvPr id="6972" name="Google Shape;6972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6973" name="Google Shape;6973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974" name="Google Shape;6974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6975" name="Google Shape;6975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6" name="Google Shape;6976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7" name="Google Shape;6977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8" name="Google Shape;6978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9" name="Google Shape;6979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0" name="Google Shape;6980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1" name="Google Shape;6981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2" name="Google Shape;6982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3" name="Google Shape;6983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984" name="Google Shape;6984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6985" name="Google Shape;6985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6986" name="Google Shape;6986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7" name="Google Shape;6987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8" name="Google Shape;6988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9" name="Google Shape;6989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0" name="Google Shape;6990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1" name="Google Shape;6991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2" name="Google Shape;6992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993" name="Google Shape;6993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6994" name="Google Shape;6994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5" name="Google Shape;6995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6" name="Google Shape;6996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7" name="Google Shape;6997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8" name="Google Shape;6998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6999" name="Google Shape;6999;p61"/>
          <p:cNvGrpSpPr/>
          <p:nvPr/>
        </p:nvGrpSpPr>
        <p:grpSpPr>
          <a:xfrm flipH="1">
            <a:off x="3737141" y="1398504"/>
            <a:ext cx="1226027" cy="1429036"/>
            <a:chOff x="7032791" y="2919079"/>
            <a:chExt cx="1226027" cy="1429036"/>
          </a:xfrm>
        </p:grpSpPr>
        <p:grpSp>
          <p:nvGrpSpPr>
            <p:cNvPr id="7000" name="Google Shape;7000;p61"/>
            <p:cNvGrpSpPr/>
            <p:nvPr/>
          </p:nvGrpSpPr>
          <p:grpSpPr>
            <a:xfrm rot="282999">
              <a:off x="7424820" y="3247151"/>
              <a:ext cx="803762" cy="768487"/>
              <a:chOff x="8059125" y="2818475"/>
              <a:chExt cx="411275" cy="393225"/>
            </a:xfrm>
          </p:grpSpPr>
          <p:sp>
            <p:nvSpPr>
              <p:cNvPr id="7001" name="Google Shape;7001;p61"/>
              <p:cNvSpPr/>
              <p:nvPr/>
            </p:nvSpPr>
            <p:spPr>
              <a:xfrm>
                <a:off x="8177525" y="2820225"/>
                <a:ext cx="292875" cy="226450"/>
              </a:xfrm>
              <a:custGeom>
                <a:avLst/>
                <a:gdLst/>
                <a:ahLst/>
                <a:cxnLst/>
                <a:rect l="l" t="t" r="r" b="b"/>
                <a:pathLst>
                  <a:path w="11715" h="9058" extrusionOk="0">
                    <a:moveTo>
                      <a:pt x="9188" y="1"/>
                    </a:moveTo>
                    <a:cubicBezTo>
                      <a:pt x="8450" y="1"/>
                      <a:pt x="7618" y="244"/>
                      <a:pt x="7037" y="670"/>
                    </a:cubicBezTo>
                    <a:cubicBezTo>
                      <a:pt x="7481" y="935"/>
                      <a:pt x="7883" y="1268"/>
                      <a:pt x="8227" y="1654"/>
                    </a:cubicBezTo>
                    <a:cubicBezTo>
                      <a:pt x="7693" y="1433"/>
                      <a:pt x="7179" y="1172"/>
                      <a:pt x="6685" y="874"/>
                    </a:cubicBezTo>
                    <a:cubicBezTo>
                      <a:pt x="6036" y="1390"/>
                      <a:pt x="5215" y="1943"/>
                      <a:pt x="4502" y="2367"/>
                    </a:cubicBezTo>
                    <a:cubicBezTo>
                      <a:pt x="4244" y="3136"/>
                      <a:pt x="3856" y="3713"/>
                      <a:pt x="3640" y="4496"/>
                    </a:cubicBezTo>
                    <a:cubicBezTo>
                      <a:pt x="3579" y="4059"/>
                      <a:pt x="3594" y="3615"/>
                      <a:pt x="3685" y="3184"/>
                    </a:cubicBezTo>
                    <a:lnTo>
                      <a:pt x="3685" y="3184"/>
                    </a:lnTo>
                    <a:cubicBezTo>
                      <a:pt x="2716" y="4046"/>
                      <a:pt x="1873" y="5040"/>
                      <a:pt x="1181" y="6138"/>
                    </a:cubicBezTo>
                    <a:cubicBezTo>
                      <a:pt x="540" y="7156"/>
                      <a:pt x="0" y="9057"/>
                      <a:pt x="1552" y="9057"/>
                    </a:cubicBezTo>
                    <a:cubicBezTo>
                      <a:pt x="1679" y="9057"/>
                      <a:pt x="1821" y="9044"/>
                      <a:pt x="1977" y="9017"/>
                    </a:cubicBezTo>
                    <a:cubicBezTo>
                      <a:pt x="2572" y="8913"/>
                      <a:pt x="3130" y="8634"/>
                      <a:pt x="3700" y="8436"/>
                    </a:cubicBezTo>
                    <a:cubicBezTo>
                      <a:pt x="3846" y="8385"/>
                      <a:pt x="5971" y="7587"/>
                      <a:pt x="5911" y="7477"/>
                    </a:cubicBezTo>
                    <a:lnTo>
                      <a:pt x="5319" y="6427"/>
                    </a:lnTo>
                    <a:lnTo>
                      <a:pt x="5319" y="6427"/>
                    </a:lnTo>
                    <a:cubicBezTo>
                      <a:pt x="5716" y="6776"/>
                      <a:pt x="6223" y="7027"/>
                      <a:pt x="6713" y="7223"/>
                    </a:cubicBezTo>
                    <a:cubicBezTo>
                      <a:pt x="7895" y="6763"/>
                      <a:pt x="8980" y="5944"/>
                      <a:pt x="9760" y="4936"/>
                    </a:cubicBezTo>
                    <a:lnTo>
                      <a:pt x="9421" y="3133"/>
                    </a:lnTo>
                    <a:lnTo>
                      <a:pt x="9421" y="3133"/>
                    </a:lnTo>
                    <a:cubicBezTo>
                      <a:pt x="9741" y="3557"/>
                      <a:pt x="10019" y="4043"/>
                      <a:pt x="10337" y="4468"/>
                    </a:cubicBezTo>
                    <a:cubicBezTo>
                      <a:pt x="10905" y="3979"/>
                      <a:pt x="11405" y="3360"/>
                      <a:pt x="11558" y="2625"/>
                    </a:cubicBezTo>
                    <a:cubicBezTo>
                      <a:pt x="11715" y="1873"/>
                      <a:pt x="11376" y="1135"/>
                      <a:pt x="10823" y="635"/>
                    </a:cubicBezTo>
                    <a:cubicBezTo>
                      <a:pt x="10434" y="285"/>
                      <a:pt x="9940" y="51"/>
                      <a:pt x="9436" y="11"/>
                    </a:cubicBezTo>
                    <a:cubicBezTo>
                      <a:pt x="9355" y="4"/>
                      <a:pt x="9272" y="1"/>
                      <a:pt x="91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2" name="Google Shape;7002;p61"/>
              <p:cNvSpPr/>
              <p:nvPr/>
            </p:nvSpPr>
            <p:spPr>
              <a:xfrm>
                <a:off x="8059125" y="2857025"/>
                <a:ext cx="372400" cy="354675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14187" extrusionOk="0">
                    <a:moveTo>
                      <a:pt x="14831" y="1"/>
                    </a:moveTo>
                    <a:cubicBezTo>
                      <a:pt x="14823" y="1"/>
                      <a:pt x="14815" y="3"/>
                      <a:pt x="14806" y="9"/>
                    </a:cubicBezTo>
                    <a:cubicBezTo>
                      <a:pt x="14773" y="28"/>
                      <a:pt x="11491" y="1941"/>
                      <a:pt x="8045" y="4626"/>
                    </a:cubicBezTo>
                    <a:cubicBezTo>
                      <a:pt x="6022" y="6202"/>
                      <a:pt x="4337" y="7732"/>
                      <a:pt x="3039" y="9172"/>
                    </a:cubicBezTo>
                    <a:cubicBezTo>
                      <a:pt x="1414" y="10975"/>
                      <a:pt x="394" y="12645"/>
                      <a:pt x="6" y="14133"/>
                    </a:cubicBezTo>
                    <a:cubicBezTo>
                      <a:pt x="0" y="14156"/>
                      <a:pt x="14" y="14180"/>
                      <a:pt x="37" y="14185"/>
                    </a:cubicBezTo>
                    <a:cubicBezTo>
                      <a:pt x="40" y="14187"/>
                      <a:pt x="45" y="14187"/>
                      <a:pt x="48" y="14187"/>
                    </a:cubicBezTo>
                    <a:cubicBezTo>
                      <a:pt x="67" y="14187"/>
                      <a:pt x="85" y="14174"/>
                      <a:pt x="90" y="14154"/>
                    </a:cubicBezTo>
                    <a:cubicBezTo>
                      <a:pt x="474" y="12681"/>
                      <a:pt x="1488" y="11024"/>
                      <a:pt x="3103" y="9230"/>
                    </a:cubicBezTo>
                    <a:cubicBezTo>
                      <a:pt x="4398" y="7794"/>
                      <a:pt x="6078" y="6269"/>
                      <a:pt x="8099" y="4696"/>
                    </a:cubicBezTo>
                    <a:cubicBezTo>
                      <a:pt x="11540" y="2016"/>
                      <a:pt x="14817" y="104"/>
                      <a:pt x="14849" y="85"/>
                    </a:cubicBezTo>
                    <a:cubicBezTo>
                      <a:pt x="14895" y="62"/>
                      <a:pt x="14870" y="1"/>
                      <a:pt x="148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3" name="Google Shape;7003;p61"/>
              <p:cNvSpPr/>
              <p:nvPr/>
            </p:nvSpPr>
            <p:spPr>
              <a:xfrm>
                <a:off x="8389850" y="2818475"/>
                <a:ext cx="2937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2568" extrusionOk="0">
                    <a:moveTo>
                      <a:pt x="1115" y="0"/>
                    </a:moveTo>
                    <a:cubicBezTo>
                      <a:pt x="1099" y="0"/>
                      <a:pt x="1083" y="8"/>
                      <a:pt x="1076" y="28"/>
                    </a:cubicBezTo>
                    <a:lnTo>
                      <a:pt x="10" y="2507"/>
                    </a:lnTo>
                    <a:cubicBezTo>
                      <a:pt x="1" y="2529"/>
                      <a:pt x="11" y="2554"/>
                      <a:pt x="32" y="2565"/>
                    </a:cubicBezTo>
                    <a:cubicBezTo>
                      <a:pt x="38" y="2566"/>
                      <a:pt x="44" y="2568"/>
                      <a:pt x="50" y="2568"/>
                    </a:cubicBezTo>
                    <a:cubicBezTo>
                      <a:pt x="68" y="2568"/>
                      <a:pt x="83" y="2557"/>
                      <a:pt x="90" y="2541"/>
                    </a:cubicBezTo>
                    <a:lnTo>
                      <a:pt x="1157" y="64"/>
                    </a:lnTo>
                    <a:cubicBezTo>
                      <a:pt x="1174" y="28"/>
                      <a:pt x="1144" y="0"/>
                      <a:pt x="1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4" name="Google Shape;7004;p61"/>
              <p:cNvSpPr/>
              <p:nvPr/>
            </p:nvSpPr>
            <p:spPr>
              <a:xfrm>
                <a:off x="8295425" y="2947825"/>
                <a:ext cx="102475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930" extrusionOk="0">
                    <a:moveTo>
                      <a:pt x="60" y="0"/>
                    </a:moveTo>
                    <a:cubicBezTo>
                      <a:pt x="12" y="0"/>
                      <a:pt x="0" y="76"/>
                      <a:pt x="53" y="87"/>
                    </a:cubicBezTo>
                    <a:lnTo>
                      <a:pt x="4028" y="928"/>
                    </a:lnTo>
                    <a:cubicBezTo>
                      <a:pt x="4031" y="929"/>
                      <a:pt x="4034" y="929"/>
                      <a:pt x="4037" y="929"/>
                    </a:cubicBezTo>
                    <a:lnTo>
                      <a:pt x="4039" y="929"/>
                    </a:lnTo>
                    <a:cubicBezTo>
                      <a:pt x="4090" y="928"/>
                      <a:pt x="4099" y="855"/>
                      <a:pt x="4048" y="843"/>
                    </a:cubicBezTo>
                    <a:lnTo>
                      <a:pt x="72" y="2"/>
                    </a:lnTo>
                    <a:cubicBezTo>
                      <a:pt x="68" y="1"/>
                      <a:pt x="64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05" name="Google Shape;7005;p61"/>
            <p:cNvGrpSpPr/>
            <p:nvPr/>
          </p:nvGrpSpPr>
          <p:grpSpPr>
            <a:xfrm rot="-2226426">
              <a:off x="7125142" y="3119409"/>
              <a:ext cx="864214" cy="596209"/>
              <a:chOff x="9263640" y="2992633"/>
              <a:chExt cx="864224" cy="596216"/>
            </a:xfrm>
          </p:grpSpPr>
          <p:grpSp>
            <p:nvGrpSpPr>
              <p:cNvPr id="7006" name="Google Shape;7006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7007" name="Google Shape;7007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008" name="Google Shape;7008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7009" name="Google Shape;7009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0" name="Google Shape;7010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1" name="Google Shape;7011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2" name="Google Shape;7012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3" name="Google Shape;7013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4" name="Google Shape;7014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5" name="Google Shape;7015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6" name="Google Shape;7016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7" name="Google Shape;7017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7018" name="Google Shape;7018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7019" name="Google Shape;7019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7020" name="Google Shape;7020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1" name="Google Shape;7021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2" name="Google Shape;7022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3" name="Google Shape;7023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4" name="Google Shape;7024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5" name="Google Shape;7025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6" name="Google Shape;7026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027" name="Google Shape;7027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7028" name="Google Shape;7028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9" name="Google Shape;7029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0" name="Google Shape;7030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1" name="Google Shape;7031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2" name="Google Shape;7032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033" name="Google Shape;7033;p61"/>
            <p:cNvGrpSpPr/>
            <p:nvPr/>
          </p:nvGrpSpPr>
          <p:grpSpPr>
            <a:xfrm>
              <a:off x="7371440" y="3500583"/>
              <a:ext cx="864224" cy="596216"/>
              <a:chOff x="9263640" y="2992633"/>
              <a:chExt cx="864224" cy="596216"/>
            </a:xfrm>
          </p:grpSpPr>
          <p:grpSp>
            <p:nvGrpSpPr>
              <p:cNvPr id="7034" name="Google Shape;7034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7035" name="Google Shape;7035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036" name="Google Shape;7036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7037" name="Google Shape;7037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8" name="Google Shape;7038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9" name="Google Shape;7039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0" name="Google Shape;7040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1" name="Google Shape;7041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2" name="Google Shape;7042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3" name="Google Shape;7043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4" name="Google Shape;7044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5" name="Google Shape;7045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7046" name="Google Shape;7046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7047" name="Google Shape;7047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7048" name="Google Shape;7048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9" name="Google Shape;7049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0" name="Google Shape;7050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1" name="Google Shape;7051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2" name="Google Shape;7052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3" name="Google Shape;7053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4" name="Google Shape;7054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055" name="Google Shape;7055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7056" name="Google Shape;7056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7" name="Google Shape;7057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8" name="Google Shape;7058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9" name="Google Shape;7059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60" name="Google Shape;7060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061" name="Google Shape;7061;p61"/>
            <p:cNvGrpSpPr/>
            <p:nvPr/>
          </p:nvGrpSpPr>
          <p:grpSpPr>
            <a:xfrm rot="5400000">
              <a:off x="7388214" y="4078899"/>
              <a:ext cx="272052" cy="266378"/>
              <a:chOff x="8504064" y="4345225"/>
              <a:chExt cx="172874" cy="169301"/>
            </a:xfrm>
          </p:grpSpPr>
          <p:grpSp>
            <p:nvGrpSpPr>
              <p:cNvPr id="7062" name="Google Shape;7062;p61"/>
              <p:cNvGrpSpPr/>
              <p:nvPr/>
            </p:nvGrpSpPr>
            <p:grpSpPr>
              <a:xfrm>
                <a:off x="8521693" y="4345225"/>
                <a:ext cx="155245" cy="145615"/>
                <a:chOff x="8521693" y="4345225"/>
                <a:chExt cx="155245" cy="145615"/>
              </a:xfrm>
            </p:grpSpPr>
            <p:sp>
              <p:nvSpPr>
                <p:cNvPr id="7063" name="Google Shape;7063;p61"/>
                <p:cNvSpPr/>
                <p:nvPr/>
              </p:nvSpPr>
              <p:spPr>
                <a:xfrm>
                  <a:off x="8521693" y="4378920"/>
                  <a:ext cx="38595" cy="7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1725" extrusionOk="0">
                      <a:moveTo>
                        <a:pt x="536" y="0"/>
                      </a:moveTo>
                      <a:cubicBezTo>
                        <a:pt x="408" y="0"/>
                        <a:pt x="279" y="59"/>
                        <a:pt x="202" y="160"/>
                      </a:cubicBezTo>
                      <a:cubicBezTo>
                        <a:pt x="0" y="421"/>
                        <a:pt x="281" y="931"/>
                        <a:pt x="358" y="1198"/>
                      </a:cubicBezTo>
                      <a:cubicBezTo>
                        <a:pt x="394" y="1320"/>
                        <a:pt x="378" y="1604"/>
                        <a:pt x="340" y="1724"/>
                      </a:cubicBezTo>
                      <a:lnTo>
                        <a:pt x="476" y="1532"/>
                      </a:lnTo>
                      <a:cubicBezTo>
                        <a:pt x="543" y="1159"/>
                        <a:pt x="798" y="873"/>
                        <a:pt x="891" y="515"/>
                      </a:cubicBezTo>
                      <a:cubicBezTo>
                        <a:pt x="937" y="338"/>
                        <a:pt x="894" y="145"/>
                        <a:pt x="724" y="48"/>
                      </a:cubicBezTo>
                      <a:cubicBezTo>
                        <a:pt x="666" y="16"/>
                        <a:pt x="601" y="0"/>
                        <a:pt x="5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4" name="Google Shape;7064;p61"/>
                <p:cNvSpPr/>
                <p:nvPr/>
              </p:nvSpPr>
              <p:spPr>
                <a:xfrm>
                  <a:off x="8560082" y="4349797"/>
                  <a:ext cx="47780" cy="85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2066" extrusionOk="0">
                      <a:moveTo>
                        <a:pt x="651" y="1"/>
                      </a:moveTo>
                      <a:cubicBezTo>
                        <a:pt x="523" y="1"/>
                        <a:pt x="393" y="47"/>
                        <a:pt x="299" y="133"/>
                      </a:cubicBezTo>
                      <a:cubicBezTo>
                        <a:pt x="0" y="408"/>
                        <a:pt x="237" y="1088"/>
                        <a:pt x="276" y="1429"/>
                      </a:cubicBezTo>
                      <a:cubicBezTo>
                        <a:pt x="294" y="1586"/>
                        <a:pt x="215" y="1926"/>
                        <a:pt x="144" y="2066"/>
                      </a:cubicBezTo>
                      <a:lnTo>
                        <a:pt x="188" y="2057"/>
                      </a:lnTo>
                      <a:cubicBezTo>
                        <a:pt x="346" y="1617"/>
                        <a:pt x="879" y="1125"/>
                        <a:pt x="1065" y="708"/>
                      </a:cubicBezTo>
                      <a:cubicBezTo>
                        <a:pt x="1159" y="502"/>
                        <a:pt x="1144" y="259"/>
                        <a:pt x="956" y="105"/>
                      </a:cubicBezTo>
                      <a:cubicBezTo>
                        <a:pt x="870" y="34"/>
                        <a:pt x="761" y="1"/>
                        <a:pt x="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5" name="Google Shape;7065;p61"/>
                <p:cNvSpPr/>
                <p:nvPr/>
              </p:nvSpPr>
              <p:spPr>
                <a:xfrm>
                  <a:off x="8582819" y="4411009"/>
                  <a:ext cx="91524" cy="40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" h="992" extrusionOk="0">
                      <a:moveTo>
                        <a:pt x="1722" y="0"/>
                      </a:moveTo>
                      <a:cubicBezTo>
                        <a:pt x="1633" y="0"/>
                        <a:pt x="1542" y="23"/>
                        <a:pt x="1457" y="64"/>
                      </a:cubicBezTo>
                      <a:cubicBezTo>
                        <a:pt x="1047" y="265"/>
                        <a:pt x="764" y="646"/>
                        <a:pt x="330" y="819"/>
                      </a:cubicBezTo>
                      <a:lnTo>
                        <a:pt x="9" y="987"/>
                      </a:lnTo>
                      <a:lnTo>
                        <a:pt x="9" y="987"/>
                      </a:lnTo>
                      <a:cubicBezTo>
                        <a:pt x="141" y="921"/>
                        <a:pt x="519" y="876"/>
                        <a:pt x="706" y="876"/>
                      </a:cubicBezTo>
                      <a:cubicBezTo>
                        <a:pt x="728" y="876"/>
                        <a:pt x="746" y="877"/>
                        <a:pt x="762" y="878"/>
                      </a:cubicBezTo>
                      <a:cubicBezTo>
                        <a:pt x="965" y="894"/>
                        <a:pt x="1289" y="976"/>
                        <a:pt x="1574" y="976"/>
                      </a:cubicBezTo>
                      <a:cubicBezTo>
                        <a:pt x="1771" y="976"/>
                        <a:pt x="1950" y="937"/>
                        <a:pt x="2058" y="811"/>
                      </a:cubicBezTo>
                      <a:cubicBezTo>
                        <a:pt x="2213" y="631"/>
                        <a:pt x="2222" y="335"/>
                        <a:pt x="2064" y="154"/>
                      </a:cubicBezTo>
                      <a:cubicBezTo>
                        <a:pt x="1971" y="46"/>
                        <a:pt x="1849" y="0"/>
                        <a:pt x="1722" y="0"/>
                      </a:cubicBezTo>
                      <a:close/>
                      <a:moveTo>
                        <a:pt x="9" y="987"/>
                      </a:moveTo>
                      <a:cubicBezTo>
                        <a:pt x="6" y="988"/>
                        <a:pt x="3" y="990"/>
                        <a:pt x="0" y="992"/>
                      </a:cubicBezTo>
                      <a:lnTo>
                        <a:pt x="9" y="98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6" name="Google Shape;7066;p61"/>
                <p:cNvSpPr/>
                <p:nvPr/>
              </p:nvSpPr>
              <p:spPr>
                <a:xfrm>
                  <a:off x="8572357" y="4458751"/>
                  <a:ext cx="73153" cy="32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" h="779" extrusionOk="0">
                      <a:moveTo>
                        <a:pt x="1341" y="1"/>
                      </a:moveTo>
                      <a:cubicBezTo>
                        <a:pt x="1299" y="1"/>
                        <a:pt x="1256" y="6"/>
                        <a:pt x="1214" y="16"/>
                      </a:cubicBezTo>
                      <a:cubicBezTo>
                        <a:pt x="855" y="105"/>
                        <a:pt x="567" y="357"/>
                        <a:pt x="194" y="422"/>
                      </a:cubicBezTo>
                      <a:lnTo>
                        <a:pt x="1" y="557"/>
                      </a:lnTo>
                      <a:cubicBezTo>
                        <a:pt x="74" y="535"/>
                        <a:pt x="203" y="521"/>
                        <a:pt x="322" y="521"/>
                      </a:cubicBezTo>
                      <a:cubicBezTo>
                        <a:pt x="402" y="521"/>
                        <a:pt x="478" y="527"/>
                        <a:pt x="527" y="542"/>
                      </a:cubicBezTo>
                      <a:cubicBezTo>
                        <a:pt x="728" y="602"/>
                        <a:pt x="1064" y="778"/>
                        <a:pt x="1330" y="778"/>
                      </a:cubicBezTo>
                      <a:cubicBezTo>
                        <a:pt x="1418" y="778"/>
                        <a:pt x="1498" y="759"/>
                        <a:pt x="1563" y="709"/>
                      </a:cubicBezTo>
                      <a:cubicBezTo>
                        <a:pt x="1717" y="593"/>
                        <a:pt x="1775" y="360"/>
                        <a:pt x="1680" y="189"/>
                      </a:cubicBezTo>
                      <a:cubicBezTo>
                        <a:pt x="1607" y="58"/>
                        <a:pt x="1477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7" name="Google Shape;7067;p61"/>
                <p:cNvSpPr/>
                <p:nvPr/>
              </p:nvSpPr>
              <p:spPr>
                <a:xfrm>
                  <a:off x="8595011" y="4345225"/>
                  <a:ext cx="76201" cy="81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967" extrusionOk="0">
                      <a:moveTo>
                        <a:pt x="1488" y="1"/>
                      </a:moveTo>
                      <a:cubicBezTo>
                        <a:pt x="1448" y="1"/>
                        <a:pt x="1408" y="5"/>
                        <a:pt x="1370" y="12"/>
                      </a:cubicBezTo>
                      <a:cubicBezTo>
                        <a:pt x="1183" y="48"/>
                        <a:pt x="1027" y="173"/>
                        <a:pt x="900" y="315"/>
                      </a:cubicBezTo>
                      <a:cubicBezTo>
                        <a:pt x="730" y="504"/>
                        <a:pt x="602" y="726"/>
                        <a:pt x="521" y="968"/>
                      </a:cubicBezTo>
                      <a:cubicBezTo>
                        <a:pt x="454" y="1167"/>
                        <a:pt x="421" y="1381"/>
                        <a:pt x="314" y="1564"/>
                      </a:cubicBezTo>
                      <a:cubicBezTo>
                        <a:pt x="248" y="1677"/>
                        <a:pt x="174" y="1786"/>
                        <a:pt x="86" y="1882"/>
                      </a:cubicBezTo>
                      <a:lnTo>
                        <a:pt x="86" y="1882"/>
                      </a:lnTo>
                      <a:lnTo>
                        <a:pt x="1850" y="136"/>
                      </a:lnTo>
                      <a:cubicBezTo>
                        <a:pt x="1757" y="43"/>
                        <a:pt x="1622" y="1"/>
                        <a:pt x="1488" y="1"/>
                      </a:cubicBezTo>
                      <a:close/>
                      <a:moveTo>
                        <a:pt x="86" y="1882"/>
                      </a:moveTo>
                      <a:lnTo>
                        <a:pt x="1" y="1967"/>
                      </a:lnTo>
                      <a:cubicBezTo>
                        <a:pt x="31" y="1940"/>
                        <a:pt x="59" y="1912"/>
                        <a:pt x="86" y="18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8" name="Google Shape;7068;p61"/>
                <p:cNvSpPr/>
                <p:nvPr/>
              </p:nvSpPr>
              <p:spPr>
                <a:xfrm>
                  <a:off x="8594476" y="4350250"/>
                  <a:ext cx="82462" cy="75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" h="1833" extrusionOk="0">
                      <a:moveTo>
                        <a:pt x="1850" y="0"/>
                      </a:moveTo>
                      <a:lnTo>
                        <a:pt x="91" y="1743"/>
                      </a:lnTo>
                      <a:lnTo>
                        <a:pt x="91" y="1743"/>
                      </a:lnTo>
                      <a:cubicBezTo>
                        <a:pt x="187" y="1657"/>
                        <a:pt x="294" y="1587"/>
                        <a:pt x="408" y="1523"/>
                      </a:cubicBezTo>
                      <a:cubicBezTo>
                        <a:pt x="591" y="1417"/>
                        <a:pt x="804" y="1385"/>
                        <a:pt x="1006" y="1321"/>
                      </a:cubicBezTo>
                      <a:cubicBezTo>
                        <a:pt x="1247" y="1244"/>
                        <a:pt x="1471" y="1117"/>
                        <a:pt x="1662" y="949"/>
                      </a:cubicBezTo>
                      <a:cubicBezTo>
                        <a:pt x="1803" y="823"/>
                        <a:pt x="1932" y="667"/>
                        <a:pt x="1969" y="480"/>
                      </a:cubicBezTo>
                      <a:cubicBezTo>
                        <a:pt x="2002" y="313"/>
                        <a:pt x="1970" y="121"/>
                        <a:pt x="1850" y="0"/>
                      </a:cubicBezTo>
                      <a:close/>
                      <a:moveTo>
                        <a:pt x="91" y="1743"/>
                      </a:moveTo>
                      <a:cubicBezTo>
                        <a:pt x="60" y="1771"/>
                        <a:pt x="29" y="1801"/>
                        <a:pt x="0" y="1833"/>
                      </a:cubicBezTo>
                      <a:lnTo>
                        <a:pt x="91" y="174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69" name="Google Shape;7069;p61"/>
              <p:cNvGrpSpPr/>
              <p:nvPr/>
            </p:nvGrpSpPr>
            <p:grpSpPr>
              <a:xfrm>
                <a:off x="8504064" y="4362279"/>
                <a:ext cx="158170" cy="152247"/>
                <a:chOff x="8504064" y="4362279"/>
                <a:chExt cx="158170" cy="152247"/>
              </a:xfrm>
            </p:grpSpPr>
            <p:sp>
              <p:nvSpPr>
                <p:cNvPr id="7070" name="Google Shape;7070;p61"/>
                <p:cNvSpPr/>
                <p:nvPr/>
              </p:nvSpPr>
              <p:spPr>
                <a:xfrm>
                  <a:off x="8504064" y="4362279"/>
                  <a:ext cx="158170" cy="152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0" h="3696" extrusionOk="0">
                      <a:moveTo>
                        <a:pt x="3760" y="0"/>
                      </a:moveTo>
                      <a:cubicBezTo>
                        <a:pt x="3748" y="0"/>
                        <a:pt x="3735" y="5"/>
                        <a:pt x="3724" y="17"/>
                      </a:cubicBezTo>
                      <a:cubicBezTo>
                        <a:pt x="3517" y="221"/>
                        <a:pt x="3309" y="424"/>
                        <a:pt x="3101" y="627"/>
                      </a:cubicBezTo>
                      <a:cubicBezTo>
                        <a:pt x="2847" y="874"/>
                        <a:pt x="2592" y="1120"/>
                        <a:pt x="2337" y="1368"/>
                      </a:cubicBezTo>
                      <a:lnTo>
                        <a:pt x="1523" y="2157"/>
                      </a:lnTo>
                      <a:cubicBezTo>
                        <a:pt x="1263" y="2407"/>
                        <a:pt x="1005" y="2658"/>
                        <a:pt x="748" y="2908"/>
                      </a:cubicBezTo>
                      <a:cubicBezTo>
                        <a:pt x="533" y="3117"/>
                        <a:pt x="318" y="3327"/>
                        <a:pt x="103" y="3539"/>
                      </a:cubicBezTo>
                      <a:lnTo>
                        <a:pt x="39" y="3602"/>
                      </a:lnTo>
                      <a:cubicBezTo>
                        <a:pt x="0" y="3641"/>
                        <a:pt x="37" y="3696"/>
                        <a:pt x="79" y="3696"/>
                      </a:cubicBezTo>
                      <a:cubicBezTo>
                        <a:pt x="92" y="3696"/>
                        <a:pt x="105" y="3691"/>
                        <a:pt x="117" y="3679"/>
                      </a:cubicBezTo>
                      <a:cubicBezTo>
                        <a:pt x="323" y="3475"/>
                        <a:pt x="530" y="3272"/>
                        <a:pt x="739" y="3069"/>
                      </a:cubicBezTo>
                      <a:cubicBezTo>
                        <a:pt x="994" y="2822"/>
                        <a:pt x="1247" y="2576"/>
                        <a:pt x="1504" y="2328"/>
                      </a:cubicBezTo>
                      <a:lnTo>
                        <a:pt x="2318" y="1539"/>
                      </a:lnTo>
                      <a:cubicBezTo>
                        <a:pt x="2576" y="1289"/>
                        <a:pt x="2835" y="1038"/>
                        <a:pt x="3092" y="788"/>
                      </a:cubicBezTo>
                      <a:cubicBezTo>
                        <a:pt x="3308" y="577"/>
                        <a:pt x="3523" y="369"/>
                        <a:pt x="3736" y="157"/>
                      </a:cubicBezTo>
                      <a:lnTo>
                        <a:pt x="3800" y="94"/>
                      </a:lnTo>
                      <a:cubicBezTo>
                        <a:pt x="3839" y="55"/>
                        <a:pt x="3802" y="0"/>
                        <a:pt x="3760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1" name="Google Shape;7071;p61"/>
                <p:cNvSpPr/>
                <p:nvPr/>
              </p:nvSpPr>
              <p:spPr>
                <a:xfrm>
                  <a:off x="8514815" y="4412575"/>
                  <a:ext cx="28709" cy="9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" h="2201" extrusionOk="0">
                      <a:moveTo>
                        <a:pt x="642" y="0"/>
                      </a:moveTo>
                      <a:cubicBezTo>
                        <a:pt x="614" y="0"/>
                        <a:pt x="586" y="18"/>
                        <a:pt x="586" y="53"/>
                      </a:cubicBezTo>
                      <a:cubicBezTo>
                        <a:pt x="585" y="618"/>
                        <a:pt x="467" y="1176"/>
                        <a:pt x="242" y="1693"/>
                      </a:cubicBezTo>
                      <a:cubicBezTo>
                        <a:pt x="178" y="1839"/>
                        <a:pt x="106" y="1981"/>
                        <a:pt x="26" y="2118"/>
                      </a:cubicBezTo>
                      <a:cubicBezTo>
                        <a:pt x="1" y="2161"/>
                        <a:pt x="40" y="2200"/>
                        <a:pt x="77" y="2200"/>
                      </a:cubicBezTo>
                      <a:cubicBezTo>
                        <a:pt x="93" y="2200"/>
                        <a:pt x="109" y="2193"/>
                        <a:pt x="120" y="2175"/>
                      </a:cubicBezTo>
                      <a:lnTo>
                        <a:pt x="120" y="2173"/>
                      </a:lnTo>
                      <a:cubicBezTo>
                        <a:pt x="412" y="1671"/>
                        <a:pt x="598" y="1115"/>
                        <a:pt x="667" y="538"/>
                      </a:cubicBezTo>
                      <a:cubicBezTo>
                        <a:pt x="686" y="376"/>
                        <a:pt x="695" y="215"/>
                        <a:pt x="697" y="53"/>
                      </a:cubicBezTo>
                      <a:cubicBezTo>
                        <a:pt x="697" y="18"/>
                        <a:pt x="669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2" name="Google Shape;7072;p61"/>
                <p:cNvSpPr/>
                <p:nvPr/>
              </p:nvSpPr>
              <p:spPr>
                <a:xfrm>
                  <a:off x="8546119" y="4363556"/>
                  <a:ext cx="45144" cy="11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2677" extrusionOk="0">
                      <a:moveTo>
                        <a:pt x="1038" y="0"/>
                      </a:moveTo>
                      <a:cubicBezTo>
                        <a:pt x="1014" y="0"/>
                        <a:pt x="987" y="16"/>
                        <a:pt x="984" y="39"/>
                      </a:cubicBezTo>
                      <a:cubicBezTo>
                        <a:pt x="934" y="382"/>
                        <a:pt x="834" y="719"/>
                        <a:pt x="724" y="1046"/>
                      </a:cubicBezTo>
                      <a:cubicBezTo>
                        <a:pt x="603" y="1419"/>
                        <a:pt x="456" y="1783"/>
                        <a:pt x="284" y="2135"/>
                      </a:cubicBezTo>
                      <a:cubicBezTo>
                        <a:pt x="207" y="2294"/>
                        <a:pt x="117" y="2449"/>
                        <a:pt x="16" y="2595"/>
                      </a:cubicBezTo>
                      <a:cubicBezTo>
                        <a:pt x="1" y="2621"/>
                        <a:pt x="8" y="2654"/>
                        <a:pt x="34" y="2670"/>
                      </a:cubicBezTo>
                      <a:cubicBezTo>
                        <a:pt x="43" y="2674"/>
                        <a:pt x="52" y="2677"/>
                        <a:pt x="61" y="2677"/>
                      </a:cubicBezTo>
                      <a:cubicBezTo>
                        <a:pt x="80" y="2677"/>
                        <a:pt x="98" y="2668"/>
                        <a:pt x="108" y="2651"/>
                      </a:cubicBezTo>
                      <a:lnTo>
                        <a:pt x="110" y="2651"/>
                      </a:lnTo>
                      <a:cubicBezTo>
                        <a:pt x="201" y="2521"/>
                        <a:pt x="281" y="2385"/>
                        <a:pt x="351" y="2243"/>
                      </a:cubicBezTo>
                      <a:cubicBezTo>
                        <a:pt x="439" y="2072"/>
                        <a:pt x="518" y="1896"/>
                        <a:pt x="591" y="1719"/>
                      </a:cubicBezTo>
                      <a:cubicBezTo>
                        <a:pt x="744" y="1353"/>
                        <a:pt x="872" y="979"/>
                        <a:pt x="975" y="596"/>
                      </a:cubicBezTo>
                      <a:cubicBezTo>
                        <a:pt x="1022" y="423"/>
                        <a:pt x="1061" y="247"/>
                        <a:pt x="1089" y="69"/>
                      </a:cubicBezTo>
                      <a:cubicBezTo>
                        <a:pt x="1095" y="39"/>
                        <a:pt x="1079" y="10"/>
                        <a:pt x="1051" y="2"/>
                      </a:cubicBezTo>
                      <a:cubicBezTo>
                        <a:pt x="1047" y="1"/>
                        <a:pt x="1042" y="0"/>
                        <a:pt x="1038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3" name="Google Shape;7073;p61"/>
                <p:cNvSpPr/>
                <p:nvPr/>
              </p:nvSpPr>
              <p:spPr>
                <a:xfrm>
                  <a:off x="8517945" y="4474199"/>
                  <a:ext cx="92677" cy="27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0" h="659" extrusionOk="0">
                      <a:moveTo>
                        <a:pt x="2154" y="0"/>
                      </a:moveTo>
                      <a:cubicBezTo>
                        <a:pt x="1417" y="0"/>
                        <a:pt x="692" y="192"/>
                        <a:pt x="53" y="557"/>
                      </a:cubicBezTo>
                      <a:cubicBezTo>
                        <a:pt x="1" y="586"/>
                        <a:pt x="32" y="658"/>
                        <a:pt x="80" y="658"/>
                      </a:cubicBezTo>
                      <a:cubicBezTo>
                        <a:pt x="89" y="658"/>
                        <a:pt x="98" y="656"/>
                        <a:pt x="108" y="651"/>
                      </a:cubicBezTo>
                      <a:cubicBezTo>
                        <a:pt x="598" y="372"/>
                        <a:pt x="1140" y="197"/>
                        <a:pt x="1699" y="135"/>
                      </a:cubicBezTo>
                      <a:cubicBezTo>
                        <a:pt x="1858" y="117"/>
                        <a:pt x="2018" y="109"/>
                        <a:pt x="2179" y="109"/>
                      </a:cubicBezTo>
                      <a:cubicBezTo>
                        <a:pt x="2249" y="109"/>
                        <a:pt x="2249" y="0"/>
                        <a:pt x="2179" y="0"/>
                      </a:cubicBezTo>
                      <a:cubicBezTo>
                        <a:pt x="2171" y="0"/>
                        <a:pt x="2162" y="0"/>
                        <a:pt x="2154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4" name="Google Shape;7074;p61"/>
                <p:cNvSpPr/>
                <p:nvPr/>
              </p:nvSpPr>
              <p:spPr>
                <a:xfrm>
                  <a:off x="8548343" y="4431606"/>
                  <a:ext cx="103840" cy="39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950" extrusionOk="0">
                      <a:moveTo>
                        <a:pt x="2469" y="1"/>
                      </a:moveTo>
                      <a:cubicBezTo>
                        <a:pt x="2468" y="1"/>
                        <a:pt x="2467" y="1"/>
                        <a:pt x="2466" y="1"/>
                      </a:cubicBezTo>
                      <a:cubicBezTo>
                        <a:pt x="2137" y="49"/>
                        <a:pt x="1815" y="120"/>
                        <a:pt x="1498" y="216"/>
                      </a:cubicBezTo>
                      <a:cubicBezTo>
                        <a:pt x="1149" y="316"/>
                        <a:pt x="809" y="442"/>
                        <a:pt x="479" y="594"/>
                      </a:cubicBezTo>
                      <a:cubicBezTo>
                        <a:pt x="324" y="666"/>
                        <a:pt x="175" y="751"/>
                        <a:pt x="33" y="848"/>
                      </a:cubicBezTo>
                      <a:cubicBezTo>
                        <a:pt x="10" y="863"/>
                        <a:pt x="1" y="896"/>
                        <a:pt x="15" y="923"/>
                      </a:cubicBezTo>
                      <a:cubicBezTo>
                        <a:pt x="25" y="940"/>
                        <a:pt x="44" y="949"/>
                        <a:pt x="62" y="949"/>
                      </a:cubicBezTo>
                      <a:cubicBezTo>
                        <a:pt x="72" y="949"/>
                        <a:pt x="81" y="947"/>
                        <a:pt x="90" y="942"/>
                      </a:cubicBezTo>
                      <a:cubicBezTo>
                        <a:pt x="351" y="758"/>
                        <a:pt x="649" y="629"/>
                        <a:pt x="943" y="517"/>
                      </a:cubicBezTo>
                      <a:cubicBezTo>
                        <a:pt x="1279" y="390"/>
                        <a:pt x="1620" y="286"/>
                        <a:pt x="1969" y="205"/>
                      </a:cubicBezTo>
                      <a:cubicBezTo>
                        <a:pt x="2055" y="186"/>
                        <a:pt x="2143" y="166"/>
                        <a:pt x="2231" y="150"/>
                      </a:cubicBezTo>
                      <a:cubicBezTo>
                        <a:pt x="2273" y="141"/>
                        <a:pt x="2315" y="134"/>
                        <a:pt x="2357" y="128"/>
                      </a:cubicBezTo>
                      <a:lnTo>
                        <a:pt x="2418" y="119"/>
                      </a:lnTo>
                      <a:lnTo>
                        <a:pt x="2443" y="114"/>
                      </a:lnTo>
                      <a:lnTo>
                        <a:pt x="2457" y="113"/>
                      </a:lnTo>
                      <a:cubicBezTo>
                        <a:pt x="2459" y="113"/>
                        <a:pt x="2468" y="111"/>
                        <a:pt x="2469" y="111"/>
                      </a:cubicBezTo>
                      <a:lnTo>
                        <a:pt x="2469" y="111"/>
                      </a:lnTo>
                      <a:cubicBezTo>
                        <a:pt x="2497" y="108"/>
                        <a:pt x="2519" y="85"/>
                        <a:pt x="2521" y="56"/>
                      </a:cubicBezTo>
                      <a:cubicBezTo>
                        <a:pt x="2521" y="30"/>
                        <a:pt x="2498" y="1"/>
                        <a:pt x="2469" y="1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075" name="Google Shape;7075;p61"/>
          <p:cNvSpPr txBox="1">
            <a:spLocks noGrp="1"/>
          </p:cNvSpPr>
          <p:nvPr>
            <p:ph type="title"/>
          </p:nvPr>
        </p:nvSpPr>
        <p:spPr>
          <a:xfrm>
            <a:off x="312517" y="2648050"/>
            <a:ext cx="4259484" cy="1426239"/>
          </a:xfrm>
          <a:prstGeom prst="rect">
            <a:avLst/>
          </a:prstGeom>
        </p:spPr>
        <p:txBody>
          <a:bodyPr spcFirstLastPara="1" wrap="square" lIns="72000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Plateforme d’analyse</a:t>
            </a:r>
            <a:endParaRPr dirty="0"/>
          </a:p>
        </p:txBody>
      </p:sp>
      <p:sp>
        <p:nvSpPr>
          <p:cNvPr id="7077" name="Google Shape;7077;p61"/>
          <p:cNvSpPr txBox="1">
            <a:spLocks noGrp="1"/>
          </p:cNvSpPr>
          <p:nvPr>
            <p:ph type="title" idx="2"/>
          </p:nvPr>
        </p:nvSpPr>
        <p:spPr>
          <a:xfrm>
            <a:off x="4628618" y="968018"/>
            <a:ext cx="3206100" cy="18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00" dirty="0"/>
              <a:t>02</a:t>
            </a:r>
            <a:endParaRPr sz="12300" dirty="0"/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4C92C9AB-DBD8-01D3-4568-E22C8B470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81" y="1717287"/>
            <a:ext cx="30099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5" name="Google Shape;7125;p64"/>
          <p:cNvSpPr txBox="1">
            <a:spLocks noGrp="1"/>
          </p:cNvSpPr>
          <p:nvPr>
            <p:ph type="title"/>
          </p:nvPr>
        </p:nvSpPr>
        <p:spPr>
          <a:xfrm>
            <a:off x="1" y="68156"/>
            <a:ext cx="91440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highlight>
                  <a:schemeClr val="accent3"/>
                </a:highlight>
              </a:rPr>
              <a:t>Pipeline de préparation et d’intégration des données sous KNIME</a:t>
            </a:r>
            <a:endParaRPr sz="2000" dirty="0">
              <a:highlight>
                <a:schemeClr val="accent3"/>
              </a:highlight>
            </a:endParaRPr>
          </a:p>
        </p:txBody>
      </p:sp>
      <p:cxnSp>
        <p:nvCxnSpPr>
          <p:cNvPr id="7126" name="Google Shape;7126;p64"/>
          <p:cNvCxnSpPr/>
          <p:nvPr/>
        </p:nvCxnSpPr>
        <p:spPr>
          <a:xfrm>
            <a:off x="704850" y="2775450"/>
            <a:ext cx="7715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28" name="Google Shape;7128;p64"/>
          <p:cNvCxnSpPr>
            <a:cxnSpLocks/>
          </p:cNvCxnSpPr>
          <p:nvPr/>
        </p:nvCxnSpPr>
        <p:spPr>
          <a:xfrm>
            <a:off x="979145" y="1410156"/>
            <a:ext cx="0" cy="32172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33" name="Google Shape;7133;p64"/>
          <p:cNvSpPr txBox="1"/>
          <p:nvPr/>
        </p:nvSpPr>
        <p:spPr>
          <a:xfrm>
            <a:off x="109144" y="976501"/>
            <a:ext cx="1740001" cy="4369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Importation</a:t>
            </a:r>
            <a:endParaRPr sz="18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7134" name="Google Shape;7134;p64"/>
          <p:cNvCxnSpPr>
            <a:cxnSpLocks/>
          </p:cNvCxnSpPr>
          <p:nvPr/>
        </p:nvCxnSpPr>
        <p:spPr>
          <a:xfrm>
            <a:off x="4356901" y="2915718"/>
            <a:ext cx="0" cy="139500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135" name="Google Shape;7135;p64"/>
          <p:cNvSpPr txBox="1"/>
          <p:nvPr/>
        </p:nvSpPr>
        <p:spPr>
          <a:xfrm>
            <a:off x="3325243" y="4140745"/>
            <a:ext cx="2129737" cy="6412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Préparation des données </a:t>
            </a:r>
            <a:endParaRPr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7138" name="Google Shape;7138;p64"/>
          <p:cNvCxnSpPr/>
          <p:nvPr/>
        </p:nvCxnSpPr>
        <p:spPr>
          <a:xfrm>
            <a:off x="7733587" y="1859095"/>
            <a:ext cx="0" cy="871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39" name="Google Shape;7139;p64"/>
          <p:cNvSpPr txBox="1"/>
          <p:nvPr/>
        </p:nvSpPr>
        <p:spPr>
          <a:xfrm>
            <a:off x="6993258" y="1481061"/>
            <a:ext cx="1445400" cy="36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Jointure</a:t>
            </a:r>
            <a:endParaRPr sz="18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7140" name="Google Shape;7140;p64"/>
          <p:cNvCxnSpPr/>
          <p:nvPr/>
        </p:nvCxnSpPr>
        <p:spPr>
          <a:xfrm>
            <a:off x="6859313" y="3078438"/>
            <a:ext cx="0" cy="875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141" name="Google Shape;7141;p64"/>
          <p:cNvSpPr txBox="1"/>
          <p:nvPr/>
        </p:nvSpPr>
        <p:spPr>
          <a:xfrm>
            <a:off x="6664012" y="3945623"/>
            <a:ext cx="1445400" cy="36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JULY 28</a:t>
            </a:r>
            <a:endParaRPr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151" name="Google Shape;7151;p64"/>
          <p:cNvSpPr/>
          <p:nvPr/>
        </p:nvSpPr>
        <p:spPr>
          <a:xfrm>
            <a:off x="7489350" y="1213638"/>
            <a:ext cx="844200" cy="1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 4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A5FE8B13-338F-F743-782E-08A6915B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72" y="1731883"/>
            <a:ext cx="855747" cy="2870318"/>
          </a:xfrm>
          <a:prstGeom prst="rect">
            <a:avLst/>
          </a:prstGeom>
        </p:spPr>
      </p:pic>
      <p:pic>
        <p:nvPicPr>
          <p:cNvPr id="8" name="Image 7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72A93FB7-C087-816C-E19D-0CC0C4D07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995" y="623492"/>
            <a:ext cx="2765812" cy="2588800"/>
          </a:xfrm>
          <a:prstGeom prst="rect">
            <a:avLst/>
          </a:prstGeom>
        </p:spPr>
      </p:pic>
      <p:pic>
        <p:nvPicPr>
          <p:cNvPr id="13" name="Image 12" descr="Une image contenant diagramme, ligne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DF25E7C-C62C-F686-2495-59F379617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685" y="2613797"/>
            <a:ext cx="25527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4">
          <a:extLst>
            <a:ext uri="{FF2B5EF4-FFF2-40B4-BE49-F238E27FC236}">
              <a16:creationId xmlns:a16="http://schemas.microsoft.com/office/drawing/2014/main" id="{EE5A41EB-2C8C-47AE-4542-1A0A80BA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5" name="Google Shape;7125;p64">
            <a:extLst>
              <a:ext uri="{FF2B5EF4-FFF2-40B4-BE49-F238E27FC236}">
                <a16:creationId xmlns:a16="http://schemas.microsoft.com/office/drawing/2014/main" id="{96547386-EB4E-EDDE-FEF2-EDFF39CE92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50" y="1"/>
            <a:ext cx="8247707" cy="7105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highlight>
                  <a:schemeClr val="accent3"/>
                </a:highlight>
              </a:rPr>
              <a:t>Construction des indicateurs et visualisation des résultats </a:t>
            </a:r>
            <a:endParaRPr sz="2000" dirty="0">
              <a:highlight>
                <a:schemeClr val="accent3"/>
              </a:highlight>
            </a:endParaRPr>
          </a:p>
        </p:txBody>
      </p:sp>
      <p:cxnSp>
        <p:nvCxnSpPr>
          <p:cNvPr id="7126" name="Google Shape;7126;p64">
            <a:extLst>
              <a:ext uri="{FF2B5EF4-FFF2-40B4-BE49-F238E27FC236}">
                <a16:creationId xmlns:a16="http://schemas.microsoft.com/office/drawing/2014/main" id="{F7DE5F42-CFC8-B038-8CCF-DCE5B7200569}"/>
              </a:ext>
            </a:extLst>
          </p:cNvPr>
          <p:cNvCxnSpPr/>
          <p:nvPr/>
        </p:nvCxnSpPr>
        <p:spPr>
          <a:xfrm>
            <a:off x="704850" y="2775450"/>
            <a:ext cx="7715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28" name="Google Shape;7128;p64">
            <a:extLst>
              <a:ext uri="{FF2B5EF4-FFF2-40B4-BE49-F238E27FC236}">
                <a16:creationId xmlns:a16="http://schemas.microsoft.com/office/drawing/2014/main" id="{6F6BED10-46AF-C50A-E2FF-ED000E7AFF84}"/>
              </a:ext>
            </a:extLst>
          </p:cNvPr>
          <p:cNvCxnSpPr>
            <a:cxnSpLocks/>
          </p:cNvCxnSpPr>
          <p:nvPr/>
        </p:nvCxnSpPr>
        <p:spPr>
          <a:xfrm>
            <a:off x="704850" y="1192061"/>
            <a:ext cx="0" cy="853112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33" name="Google Shape;7133;p64">
            <a:extLst>
              <a:ext uri="{FF2B5EF4-FFF2-40B4-BE49-F238E27FC236}">
                <a16:creationId xmlns:a16="http://schemas.microsoft.com/office/drawing/2014/main" id="{640B9684-5A62-C7FB-9A52-38753662AF2C}"/>
              </a:ext>
            </a:extLst>
          </p:cNvPr>
          <p:cNvSpPr txBox="1"/>
          <p:nvPr/>
        </p:nvSpPr>
        <p:spPr>
          <a:xfrm>
            <a:off x="0" y="911451"/>
            <a:ext cx="2091350" cy="5745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Dernière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</a:t>
            </a:r>
            <a:r>
              <a:rPr lang="en"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nonymisation</a:t>
            </a:r>
            <a:endParaRPr sz="18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7134" name="Google Shape;7134;p64">
            <a:extLst>
              <a:ext uri="{FF2B5EF4-FFF2-40B4-BE49-F238E27FC236}">
                <a16:creationId xmlns:a16="http://schemas.microsoft.com/office/drawing/2014/main" id="{15092CDE-4A78-A6F6-A13E-EB10AA70CAB0}"/>
              </a:ext>
            </a:extLst>
          </p:cNvPr>
          <p:cNvCxnSpPr>
            <a:cxnSpLocks/>
          </p:cNvCxnSpPr>
          <p:nvPr/>
        </p:nvCxnSpPr>
        <p:spPr>
          <a:xfrm>
            <a:off x="4408815" y="2722978"/>
            <a:ext cx="0" cy="962923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135" name="Google Shape;7135;p64">
            <a:extLst>
              <a:ext uri="{FF2B5EF4-FFF2-40B4-BE49-F238E27FC236}">
                <a16:creationId xmlns:a16="http://schemas.microsoft.com/office/drawing/2014/main" id="{7DED86D8-C447-4C7C-DEEE-75DB98B59781}"/>
              </a:ext>
            </a:extLst>
          </p:cNvPr>
          <p:cNvSpPr txBox="1"/>
          <p:nvPr/>
        </p:nvSpPr>
        <p:spPr>
          <a:xfrm>
            <a:off x="3236450" y="3686853"/>
            <a:ext cx="2129737" cy="6412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Requêtes pour analyses </a:t>
            </a:r>
            <a:endParaRPr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7138" name="Google Shape;7138;p64">
            <a:extLst>
              <a:ext uri="{FF2B5EF4-FFF2-40B4-BE49-F238E27FC236}">
                <a16:creationId xmlns:a16="http://schemas.microsoft.com/office/drawing/2014/main" id="{AE7EDCE3-00D2-F2AA-3001-2D0F9D8658B6}"/>
              </a:ext>
            </a:extLst>
          </p:cNvPr>
          <p:cNvCxnSpPr>
            <a:cxnSpLocks/>
          </p:cNvCxnSpPr>
          <p:nvPr/>
        </p:nvCxnSpPr>
        <p:spPr>
          <a:xfrm>
            <a:off x="7762185" y="2197591"/>
            <a:ext cx="0" cy="55496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39" name="Google Shape;7139;p64">
            <a:extLst>
              <a:ext uri="{FF2B5EF4-FFF2-40B4-BE49-F238E27FC236}">
                <a16:creationId xmlns:a16="http://schemas.microsoft.com/office/drawing/2014/main" id="{6C0C259C-6F17-0916-A07F-B748533220EB}"/>
              </a:ext>
            </a:extLst>
          </p:cNvPr>
          <p:cNvSpPr txBox="1"/>
          <p:nvPr/>
        </p:nvSpPr>
        <p:spPr>
          <a:xfrm>
            <a:off x="6906734" y="2030852"/>
            <a:ext cx="1710901" cy="333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Graphique</a:t>
            </a:r>
            <a:endParaRPr sz="18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7140" name="Google Shape;7140;p64">
            <a:extLst>
              <a:ext uri="{FF2B5EF4-FFF2-40B4-BE49-F238E27FC236}">
                <a16:creationId xmlns:a16="http://schemas.microsoft.com/office/drawing/2014/main" id="{F11ABAE1-6850-4B5F-855E-33DF021B5BAD}"/>
              </a:ext>
            </a:extLst>
          </p:cNvPr>
          <p:cNvCxnSpPr/>
          <p:nvPr/>
        </p:nvCxnSpPr>
        <p:spPr>
          <a:xfrm>
            <a:off x="6859313" y="3078438"/>
            <a:ext cx="0" cy="875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141" name="Google Shape;7141;p64">
            <a:extLst>
              <a:ext uri="{FF2B5EF4-FFF2-40B4-BE49-F238E27FC236}">
                <a16:creationId xmlns:a16="http://schemas.microsoft.com/office/drawing/2014/main" id="{444D17EB-ED69-E0E3-C8FB-FF694FAFE9A6}"/>
              </a:ext>
            </a:extLst>
          </p:cNvPr>
          <p:cNvSpPr txBox="1"/>
          <p:nvPr/>
        </p:nvSpPr>
        <p:spPr>
          <a:xfrm>
            <a:off x="6664012" y="3945623"/>
            <a:ext cx="1445400" cy="36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JULY 28</a:t>
            </a:r>
            <a:endParaRPr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" name="Image 2" descr="Une image contenant texte, diagramm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9F04A47B-A086-004C-7DA6-EDAEB6E3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5" y="1980992"/>
            <a:ext cx="1198682" cy="2446896"/>
          </a:xfrm>
          <a:prstGeom prst="rect">
            <a:avLst/>
          </a:prstGeom>
        </p:spPr>
      </p:pic>
      <p:pic>
        <p:nvPicPr>
          <p:cNvPr id="6" name="Image 5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DC20CCA-0C80-6C36-5D44-B982B2CCA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100" y="828083"/>
            <a:ext cx="2346087" cy="1699072"/>
          </a:xfrm>
          <a:prstGeom prst="rect">
            <a:avLst/>
          </a:prstGeom>
        </p:spPr>
      </p:pic>
      <p:pic>
        <p:nvPicPr>
          <p:cNvPr id="15" name="Image 1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4A36B341-8ADA-1A52-484F-67E5569F3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082" y="2527155"/>
            <a:ext cx="2359460" cy="1951284"/>
          </a:xfrm>
          <a:prstGeom prst="rect">
            <a:avLst/>
          </a:prstGeom>
        </p:spPr>
      </p:pic>
      <p:pic>
        <p:nvPicPr>
          <p:cNvPr id="17" name="Image 1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7B9DFA4-181C-A7CE-8231-D656D0B760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1990" y="2571750"/>
            <a:ext cx="4381084" cy="641289"/>
          </a:xfrm>
          <a:prstGeom prst="rect">
            <a:avLst/>
          </a:prstGeom>
        </p:spPr>
      </p:pic>
      <p:pic>
        <p:nvPicPr>
          <p:cNvPr id="4" name="Image 3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72257C5A-CA16-4A7C-1C32-322DBDEA1B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980" y="860679"/>
            <a:ext cx="701754" cy="848275"/>
          </a:xfrm>
          <a:prstGeom prst="rect">
            <a:avLst/>
          </a:prstGeom>
        </p:spPr>
      </p:pic>
      <p:sp>
        <p:nvSpPr>
          <p:cNvPr id="5" name="Google Shape;7139;p64">
            <a:extLst>
              <a:ext uri="{FF2B5EF4-FFF2-40B4-BE49-F238E27FC236}">
                <a16:creationId xmlns:a16="http://schemas.microsoft.com/office/drawing/2014/main" id="{10ABEEBA-F173-6D3C-9F29-06566C9FE025}"/>
              </a:ext>
            </a:extLst>
          </p:cNvPr>
          <p:cNvSpPr txBox="1"/>
          <p:nvPr/>
        </p:nvSpPr>
        <p:spPr>
          <a:xfrm>
            <a:off x="7117012" y="926373"/>
            <a:ext cx="1710901" cy="333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Traçabilité</a:t>
            </a:r>
            <a:r>
              <a:rPr lang="en"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18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8" name="Google Shape;7138;p64">
            <a:extLst>
              <a:ext uri="{FF2B5EF4-FFF2-40B4-BE49-F238E27FC236}">
                <a16:creationId xmlns:a16="http://schemas.microsoft.com/office/drawing/2014/main" id="{ADD50073-6758-DA73-1F7A-7919CB04C35F}"/>
              </a:ext>
            </a:extLst>
          </p:cNvPr>
          <p:cNvCxnSpPr>
            <a:cxnSpLocks/>
          </p:cNvCxnSpPr>
          <p:nvPr/>
        </p:nvCxnSpPr>
        <p:spPr>
          <a:xfrm flipH="1">
            <a:off x="6859313" y="1122652"/>
            <a:ext cx="282653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04639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46"/>
          <p:cNvSpPr txBox="1">
            <a:spLocks noGrp="1"/>
          </p:cNvSpPr>
          <p:nvPr>
            <p:ph type="title"/>
          </p:nvPr>
        </p:nvSpPr>
        <p:spPr>
          <a:xfrm>
            <a:off x="5123436" y="2784562"/>
            <a:ext cx="4020563" cy="14646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Analyse structurelle des effectifs</a:t>
            </a:r>
            <a:endParaRPr sz="3200" dirty="0"/>
          </a:p>
        </p:txBody>
      </p:sp>
      <p:sp>
        <p:nvSpPr>
          <p:cNvPr id="1798" name="Google Shape;1798;p46"/>
          <p:cNvSpPr txBox="1">
            <a:spLocks noGrp="1"/>
          </p:cNvSpPr>
          <p:nvPr>
            <p:ph type="title" idx="2"/>
          </p:nvPr>
        </p:nvSpPr>
        <p:spPr>
          <a:xfrm>
            <a:off x="5222800" y="894275"/>
            <a:ext cx="3206100" cy="18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00" dirty="0"/>
              <a:t>03</a:t>
            </a:r>
            <a:endParaRPr sz="12300" dirty="0"/>
          </a:p>
        </p:txBody>
      </p:sp>
      <p:grpSp>
        <p:nvGrpSpPr>
          <p:cNvPr id="1799" name="Google Shape;1799;p46"/>
          <p:cNvGrpSpPr/>
          <p:nvPr/>
        </p:nvGrpSpPr>
        <p:grpSpPr>
          <a:xfrm>
            <a:off x="481448" y="894275"/>
            <a:ext cx="4448797" cy="2708140"/>
            <a:chOff x="3827545" y="1085875"/>
            <a:chExt cx="4712708" cy="2868791"/>
          </a:xfrm>
        </p:grpSpPr>
        <p:grpSp>
          <p:nvGrpSpPr>
            <p:cNvPr id="1800" name="Google Shape;1800;p46"/>
            <p:cNvGrpSpPr/>
            <p:nvPr/>
          </p:nvGrpSpPr>
          <p:grpSpPr>
            <a:xfrm>
              <a:off x="3827545" y="1085875"/>
              <a:ext cx="4712708" cy="2868791"/>
              <a:chOff x="3827478" y="1002853"/>
              <a:chExt cx="4544560" cy="2766434"/>
            </a:xfrm>
          </p:grpSpPr>
          <p:sp>
            <p:nvSpPr>
              <p:cNvPr id="1801" name="Google Shape;1801;p46"/>
              <p:cNvSpPr/>
              <p:nvPr/>
            </p:nvSpPr>
            <p:spPr>
              <a:xfrm>
                <a:off x="6692038" y="3418228"/>
                <a:ext cx="1680000" cy="190500"/>
              </a:xfrm>
              <a:prstGeom prst="ellipse">
                <a:avLst/>
              </a:prstGeom>
              <a:solidFill>
                <a:srgbClr val="A48EFD">
                  <a:alpha val="653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6"/>
              <p:cNvSpPr/>
              <p:nvPr/>
            </p:nvSpPr>
            <p:spPr>
              <a:xfrm rot="-3093">
                <a:off x="3868862" y="3531087"/>
                <a:ext cx="1667401" cy="238200"/>
              </a:xfrm>
              <a:prstGeom prst="ellipse">
                <a:avLst/>
              </a:prstGeom>
              <a:solidFill>
                <a:srgbClr val="A48EFD">
                  <a:alpha val="653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46"/>
              <p:cNvSpPr/>
              <p:nvPr/>
            </p:nvSpPr>
            <p:spPr>
              <a:xfrm>
                <a:off x="4901557" y="3125442"/>
                <a:ext cx="2323948" cy="71607"/>
              </a:xfrm>
              <a:custGeom>
                <a:avLst/>
                <a:gdLst/>
                <a:ahLst/>
                <a:cxnLst/>
                <a:rect l="l" t="t" r="r" b="b"/>
                <a:pathLst>
                  <a:path w="24893" h="767" extrusionOk="0">
                    <a:moveTo>
                      <a:pt x="0" y="0"/>
                    </a:moveTo>
                    <a:lnTo>
                      <a:pt x="0" y="767"/>
                    </a:lnTo>
                    <a:lnTo>
                      <a:pt x="24893" y="767"/>
                    </a:lnTo>
                    <a:lnTo>
                      <a:pt x="24893" y="0"/>
                    </a:lnTo>
                    <a:close/>
                  </a:path>
                </a:pathLst>
              </a:custGeom>
              <a:solidFill>
                <a:srgbClr val="FFAA91">
                  <a:alpha val="64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46"/>
              <p:cNvSpPr/>
              <p:nvPr/>
            </p:nvSpPr>
            <p:spPr>
              <a:xfrm>
                <a:off x="4896888" y="1124466"/>
                <a:ext cx="2333844" cy="2045238"/>
              </a:xfrm>
              <a:custGeom>
                <a:avLst/>
                <a:gdLst/>
                <a:ahLst/>
                <a:cxnLst/>
                <a:rect l="l" t="t" r="r" b="b"/>
                <a:pathLst>
                  <a:path w="24999" h="21907" extrusionOk="0">
                    <a:moveTo>
                      <a:pt x="0" y="1"/>
                    </a:moveTo>
                    <a:lnTo>
                      <a:pt x="0" y="21906"/>
                    </a:lnTo>
                    <a:lnTo>
                      <a:pt x="24999" y="21906"/>
                    </a:lnTo>
                    <a:lnTo>
                      <a:pt x="2499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46"/>
              <p:cNvSpPr/>
              <p:nvPr/>
            </p:nvSpPr>
            <p:spPr>
              <a:xfrm>
                <a:off x="4975962" y="1202981"/>
                <a:ext cx="2175697" cy="1888206"/>
              </a:xfrm>
              <a:custGeom>
                <a:avLst/>
                <a:gdLst/>
                <a:ahLst/>
                <a:cxnLst/>
                <a:rect l="l" t="t" r="r" b="b"/>
                <a:pathLst>
                  <a:path w="23305" h="20225" extrusionOk="0">
                    <a:moveTo>
                      <a:pt x="0" y="1"/>
                    </a:moveTo>
                    <a:lnTo>
                      <a:pt x="0" y="20224"/>
                    </a:lnTo>
                    <a:lnTo>
                      <a:pt x="23305" y="20224"/>
                    </a:lnTo>
                    <a:lnTo>
                      <a:pt x="23305" y="1"/>
                    </a:lnTo>
                    <a:close/>
                  </a:path>
                </a:pathLst>
              </a:custGeom>
              <a:solidFill>
                <a:srgbClr val="FF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46"/>
              <p:cNvSpPr/>
              <p:nvPr/>
            </p:nvSpPr>
            <p:spPr>
              <a:xfrm>
                <a:off x="4807918" y="1046137"/>
                <a:ext cx="2511784" cy="2202082"/>
              </a:xfrm>
              <a:custGeom>
                <a:avLst/>
                <a:gdLst/>
                <a:ahLst/>
                <a:cxnLst/>
                <a:rect l="l" t="t" r="r" b="b"/>
                <a:pathLst>
                  <a:path w="26905" h="23587" extrusionOk="0">
                    <a:moveTo>
                      <a:pt x="26834" y="70"/>
                    </a:moveTo>
                    <a:lnTo>
                      <a:pt x="26834" y="23515"/>
                    </a:lnTo>
                    <a:lnTo>
                      <a:pt x="71" y="23515"/>
                    </a:lnTo>
                    <a:lnTo>
                      <a:pt x="71" y="70"/>
                    </a:lnTo>
                    <a:close/>
                    <a:moveTo>
                      <a:pt x="1" y="0"/>
                    </a:moveTo>
                    <a:lnTo>
                      <a:pt x="1" y="23586"/>
                    </a:lnTo>
                    <a:lnTo>
                      <a:pt x="26904" y="23586"/>
                    </a:lnTo>
                    <a:lnTo>
                      <a:pt x="2690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46"/>
              <p:cNvSpPr/>
              <p:nvPr/>
            </p:nvSpPr>
            <p:spPr>
              <a:xfrm>
                <a:off x="4812213" y="1050712"/>
                <a:ext cx="86822" cy="77489"/>
              </a:xfrm>
              <a:custGeom>
                <a:avLst/>
                <a:gdLst/>
                <a:ahLst/>
                <a:cxnLst/>
                <a:rect l="l" t="t" r="r" b="b"/>
                <a:pathLst>
                  <a:path w="930" h="830" extrusionOk="0">
                    <a:moveTo>
                      <a:pt x="47" y="0"/>
                    </a:moveTo>
                    <a:lnTo>
                      <a:pt x="1" y="53"/>
                    </a:lnTo>
                    <a:lnTo>
                      <a:pt x="884" y="829"/>
                    </a:lnTo>
                    <a:lnTo>
                      <a:pt x="930" y="777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6"/>
              <p:cNvSpPr/>
              <p:nvPr/>
            </p:nvSpPr>
            <p:spPr>
              <a:xfrm>
                <a:off x="7228398" y="1050525"/>
                <a:ext cx="86822" cy="77676"/>
              </a:xfrm>
              <a:custGeom>
                <a:avLst/>
                <a:gdLst/>
                <a:ahLst/>
                <a:cxnLst/>
                <a:rect l="l" t="t" r="r" b="b"/>
                <a:pathLst>
                  <a:path w="930" h="832" extrusionOk="0">
                    <a:moveTo>
                      <a:pt x="884" y="1"/>
                    </a:moveTo>
                    <a:lnTo>
                      <a:pt x="1" y="778"/>
                    </a:lnTo>
                    <a:lnTo>
                      <a:pt x="47" y="831"/>
                    </a:lnTo>
                    <a:lnTo>
                      <a:pt x="930" y="55"/>
                    </a:lnTo>
                    <a:lnTo>
                      <a:pt x="8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6"/>
              <p:cNvSpPr/>
              <p:nvPr/>
            </p:nvSpPr>
            <p:spPr>
              <a:xfrm>
                <a:off x="4811839" y="3167733"/>
                <a:ext cx="86916" cy="77489"/>
              </a:xfrm>
              <a:custGeom>
                <a:avLst/>
                <a:gdLst/>
                <a:ahLst/>
                <a:cxnLst/>
                <a:rect l="l" t="t" r="r" b="b"/>
                <a:pathLst>
                  <a:path w="931" h="830" extrusionOk="0">
                    <a:moveTo>
                      <a:pt x="883" y="1"/>
                    </a:moveTo>
                    <a:lnTo>
                      <a:pt x="0" y="778"/>
                    </a:lnTo>
                    <a:lnTo>
                      <a:pt x="48" y="830"/>
                    </a:lnTo>
                    <a:lnTo>
                      <a:pt x="931" y="54"/>
                    </a:lnTo>
                    <a:lnTo>
                      <a:pt x="88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6"/>
              <p:cNvSpPr/>
              <p:nvPr/>
            </p:nvSpPr>
            <p:spPr>
              <a:xfrm>
                <a:off x="7228398" y="3165399"/>
                <a:ext cx="93544" cy="84211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902" extrusionOk="0">
                    <a:moveTo>
                      <a:pt x="48" y="0"/>
                    </a:moveTo>
                    <a:lnTo>
                      <a:pt x="1" y="53"/>
                    </a:lnTo>
                    <a:lnTo>
                      <a:pt x="955" y="901"/>
                    </a:lnTo>
                    <a:lnTo>
                      <a:pt x="1001" y="847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46"/>
              <p:cNvSpPr/>
              <p:nvPr/>
            </p:nvSpPr>
            <p:spPr>
              <a:xfrm>
                <a:off x="4093453" y="1096399"/>
                <a:ext cx="162442" cy="5461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85" extrusionOk="0">
                    <a:moveTo>
                      <a:pt x="1" y="0"/>
                    </a:moveTo>
                    <a:lnTo>
                      <a:pt x="1" y="585"/>
                    </a:lnTo>
                    <a:lnTo>
                      <a:pt x="1739" y="585"/>
                    </a:lnTo>
                    <a:lnTo>
                      <a:pt x="1739" y="0"/>
                    </a:lnTo>
                    <a:close/>
                  </a:path>
                </a:pathLst>
              </a:custGeom>
              <a:solidFill>
                <a:srgbClr val="FFCF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6"/>
              <p:cNvSpPr/>
              <p:nvPr/>
            </p:nvSpPr>
            <p:spPr>
              <a:xfrm>
                <a:off x="3924476" y="1190319"/>
                <a:ext cx="206133" cy="69273"/>
              </a:xfrm>
              <a:custGeom>
                <a:avLst/>
                <a:gdLst/>
                <a:ahLst/>
                <a:cxnLst/>
                <a:rect l="l" t="t" r="r" b="b"/>
                <a:pathLst>
                  <a:path w="2208" h="742" extrusionOk="0">
                    <a:moveTo>
                      <a:pt x="0" y="1"/>
                    </a:moveTo>
                    <a:lnTo>
                      <a:pt x="0" y="742"/>
                    </a:lnTo>
                    <a:lnTo>
                      <a:pt x="2207" y="742"/>
                    </a:lnTo>
                    <a:lnTo>
                      <a:pt x="2207" y="1"/>
                    </a:lnTo>
                    <a:close/>
                  </a:path>
                </a:pathLst>
              </a:custGeom>
              <a:solidFill>
                <a:srgbClr val="FFCF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6"/>
              <p:cNvSpPr/>
              <p:nvPr/>
            </p:nvSpPr>
            <p:spPr>
              <a:xfrm>
                <a:off x="4203895" y="1170434"/>
                <a:ext cx="162349" cy="54709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586" extrusionOk="0">
                    <a:moveTo>
                      <a:pt x="0" y="1"/>
                    </a:moveTo>
                    <a:lnTo>
                      <a:pt x="0" y="585"/>
                    </a:lnTo>
                    <a:lnTo>
                      <a:pt x="1739" y="585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FFCF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46"/>
              <p:cNvSpPr/>
              <p:nvPr/>
            </p:nvSpPr>
            <p:spPr>
              <a:xfrm>
                <a:off x="5193111" y="2011323"/>
                <a:ext cx="1540212" cy="127156"/>
              </a:xfrm>
              <a:custGeom>
                <a:avLst/>
                <a:gdLst/>
                <a:ahLst/>
                <a:cxnLst/>
                <a:rect l="l" t="t" r="r" b="b"/>
                <a:pathLst>
                  <a:path w="16498" h="1362" extrusionOk="0">
                    <a:moveTo>
                      <a:pt x="1" y="0"/>
                    </a:moveTo>
                    <a:lnTo>
                      <a:pt x="1" y="1362"/>
                    </a:lnTo>
                    <a:lnTo>
                      <a:pt x="16498" y="4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AA91">
                  <a:alpha val="64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46"/>
              <p:cNvSpPr/>
              <p:nvPr/>
            </p:nvSpPr>
            <p:spPr>
              <a:xfrm>
                <a:off x="5238543" y="1748196"/>
                <a:ext cx="1587264" cy="360930"/>
              </a:xfrm>
              <a:custGeom>
                <a:avLst/>
                <a:gdLst/>
                <a:ahLst/>
                <a:cxnLst/>
                <a:rect l="l" t="t" r="r" b="b"/>
                <a:pathLst>
                  <a:path w="17002" h="3866" extrusionOk="0">
                    <a:moveTo>
                      <a:pt x="1" y="0"/>
                    </a:moveTo>
                    <a:lnTo>
                      <a:pt x="1" y="3866"/>
                    </a:lnTo>
                    <a:lnTo>
                      <a:pt x="17002" y="3866"/>
                    </a:lnTo>
                    <a:lnTo>
                      <a:pt x="1700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2800" b="1" dirty="0"/>
                  <a:t>HOMME</a:t>
                </a:r>
                <a:endParaRPr sz="2800" b="1" dirty="0"/>
              </a:p>
            </p:txBody>
          </p:sp>
          <p:sp>
            <p:nvSpPr>
              <p:cNvPr id="1816" name="Google Shape;1816;p46"/>
              <p:cNvSpPr/>
              <p:nvPr/>
            </p:nvSpPr>
            <p:spPr>
              <a:xfrm>
                <a:off x="5433414" y="2547674"/>
                <a:ext cx="1405030" cy="127250"/>
              </a:xfrm>
              <a:custGeom>
                <a:avLst/>
                <a:gdLst/>
                <a:ahLst/>
                <a:cxnLst/>
                <a:rect l="l" t="t" r="r" b="b"/>
                <a:pathLst>
                  <a:path w="15050" h="1363" extrusionOk="0">
                    <a:moveTo>
                      <a:pt x="15049" y="1"/>
                    </a:moveTo>
                    <a:lnTo>
                      <a:pt x="0" y="490"/>
                    </a:lnTo>
                    <a:lnTo>
                      <a:pt x="15049" y="1362"/>
                    </a:lnTo>
                    <a:lnTo>
                      <a:pt x="15049" y="1"/>
                    </a:lnTo>
                    <a:close/>
                  </a:path>
                </a:pathLst>
              </a:custGeom>
              <a:solidFill>
                <a:srgbClr val="FFAA91">
                  <a:alpha val="64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46"/>
              <p:cNvSpPr/>
              <p:nvPr/>
            </p:nvSpPr>
            <p:spPr>
              <a:xfrm>
                <a:off x="5243582" y="2261434"/>
                <a:ext cx="1729046" cy="361023"/>
              </a:xfrm>
              <a:custGeom>
                <a:avLst/>
                <a:gdLst/>
                <a:ahLst/>
                <a:cxnLst/>
                <a:rect l="l" t="t" r="r" b="b"/>
                <a:pathLst>
                  <a:path w="15513" h="3867" extrusionOk="0">
                    <a:moveTo>
                      <a:pt x="1" y="1"/>
                    </a:moveTo>
                    <a:lnTo>
                      <a:pt x="1" y="3866"/>
                    </a:lnTo>
                    <a:lnTo>
                      <a:pt x="15512" y="3866"/>
                    </a:lnTo>
                    <a:lnTo>
                      <a:pt x="155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2400" b="1" dirty="0"/>
                  <a:t>  </a:t>
                </a:r>
                <a:r>
                  <a:rPr lang="fr-FR" sz="2800" b="1" dirty="0"/>
                  <a:t>FEMME</a:t>
                </a:r>
                <a:endParaRPr sz="2400" b="1" dirty="0"/>
              </a:p>
            </p:txBody>
          </p:sp>
          <p:sp>
            <p:nvSpPr>
              <p:cNvPr id="1832" name="Google Shape;1832;p46"/>
              <p:cNvSpPr/>
              <p:nvPr/>
            </p:nvSpPr>
            <p:spPr>
              <a:xfrm>
                <a:off x="5127668" y="1860361"/>
                <a:ext cx="29314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04" extrusionOk="0">
                    <a:moveTo>
                      <a:pt x="76" y="0"/>
                    </a:moveTo>
                    <a:cubicBezTo>
                      <a:pt x="0" y="0"/>
                      <a:pt x="187" y="703"/>
                      <a:pt x="187" y="703"/>
                    </a:cubicBezTo>
                    <a:lnTo>
                      <a:pt x="314" y="512"/>
                    </a:lnTo>
                    <a:cubicBezTo>
                      <a:pt x="314" y="512"/>
                      <a:pt x="165" y="22"/>
                      <a:pt x="80" y="1"/>
                    </a:cubicBezTo>
                    <a:cubicBezTo>
                      <a:pt x="79" y="1"/>
                      <a:pt x="77" y="0"/>
                      <a:pt x="76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46"/>
              <p:cNvSpPr/>
              <p:nvPr/>
            </p:nvSpPr>
            <p:spPr>
              <a:xfrm>
                <a:off x="5147086" y="1784179"/>
                <a:ext cx="23900" cy="12407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329" extrusionOk="0">
                    <a:moveTo>
                      <a:pt x="170" y="1"/>
                    </a:moveTo>
                    <a:cubicBezTo>
                      <a:pt x="163" y="1"/>
                      <a:pt x="156" y="3"/>
                      <a:pt x="149" y="9"/>
                    </a:cubicBezTo>
                    <a:cubicBezTo>
                      <a:pt x="64" y="71"/>
                      <a:pt x="0" y="1264"/>
                      <a:pt x="0" y="1328"/>
                    </a:cubicBezTo>
                    <a:lnTo>
                      <a:pt x="255" y="285"/>
                    </a:lnTo>
                    <a:cubicBezTo>
                      <a:pt x="255" y="285"/>
                      <a:pt x="238" y="1"/>
                      <a:pt x="170" y="1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46"/>
              <p:cNvSpPr/>
              <p:nvPr/>
            </p:nvSpPr>
            <p:spPr>
              <a:xfrm>
                <a:off x="5105262" y="1776897"/>
                <a:ext cx="85609" cy="202871"/>
              </a:xfrm>
              <a:custGeom>
                <a:avLst/>
                <a:gdLst/>
                <a:ahLst/>
                <a:cxnLst/>
                <a:rect l="l" t="t" r="r" b="b"/>
                <a:pathLst>
                  <a:path w="917" h="2173" extrusionOk="0">
                    <a:moveTo>
                      <a:pt x="784" y="0"/>
                    </a:moveTo>
                    <a:cubicBezTo>
                      <a:pt x="713" y="0"/>
                      <a:pt x="448" y="981"/>
                      <a:pt x="448" y="1023"/>
                    </a:cubicBezTo>
                    <a:cubicBezTo>
                      <a:pt x="448" y="1065"/>
                      <a:pt x="363" y="1661"/>
                      <a:pt x="320" y="1725"/>
                    </a:cubicBezTo>
                    <a:cubicBezTo>
                      <a:pt x="278" y="1790"/>
                      <a:pt x="1" y="1810"/>
                      <a:pt x="1" y="1810"/>
                    </a:cubicBezTo>
                    <a:lnTo>
                      <a:pt x="150" y="2173"/>
                    </a:lnTo>
                    <a:cubicBezTo>
                      <a:pt x="150" y="2173"/>
                      <a:pt x="660" y="2150"/>
                      <a:pt x="767" y="2109"/>
                    </a:cubicBezTo>
                    <a:cubicBezTo>
                      <a:pt x="873" y="2065"/>
                      <a:pt x="916" y="1939"/>
                      <a:pt x="916" y="1790"/>
                    </a:cubicBezTo>
                    <a:cubicBezTo>
                      <a:pt x="916" y="1640"/>
                      <a:pt x="831" y="1406"/>
                      <a:pt x="788" y="1321"/>
                    </a:cubicBezTo>
                    <a:cubicBezTo>
                      <a:pt x="746" y="1235"/>
                      <a:pt x="852" y="43"/>
                      <a:pt x="788" y="2"/>
                    </a:cubicBezTo>
                    <a:cubicBezTo>
                      <a:pt x="787" y="1"/>
                      <a:pt x="785" y="0"/>
                      <a:pt x="784" y="0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46"/>
              <p:cNvSpPr/>
              <p:nvPr/>
            </p:nvSpPr>
            <p:spPr>
              <a:xfrm>
                <a:off x="4403774" y="1882674"/>
                <a:ext cx="721467" cy="16478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1765" extrusionOk="0">
                    <a:moveTo>
                      <a:pt x="1060" y="0"/>
                    </a:moveTo>
                    <a:cubicBezTo>
                      <a:pt x="916" y="0"/>
                      <a:pt x="780" y="30"/>
                      <a:pt x="661" y="103"/>
                    </a:cubicBezTo>
                    <a:cubicBezTo>
                      <a:pt x="1" y="507"/>
                      <a:pt x="342" y="1487"/>
                      <a:pt x="491" y="1636"/>
                    </a:cubicBezTo>
                    <a:cubicBezTo>
                      <a:pt x="570" y="1715"/>
                      <a:pt x="1912" y="1764"/>
                      <a:pt x="3286" y="1764"/>
                    </a:cubicBezTo>
                    <a:cubicBezTo>
                      <a:pt x="4502" y="1764"/>
                      <a:pt x="5743" y="1726"/>
                      <a:pt x="6153" y="1636"/>
                    </a:cubicBezTo>
                    <a:cubicBezTo>
                      <a:pt x="7026" y="1444"/>
                      <a:pt x="7728" y="1061"/>
                      <a:pt x="7728" y="1061"/>
                    </a:cubicBezTo>
                    <a:lnTo>
                      <a:pt x="7621" y="636"/>
                    </a:lnTo>
                    <a:cubicBezTo>
                      <a:pt x="7621" y="636"/>
                      <a:pt x="5919" y="721"/>
                      <a:pt x="5855" y="721"/>
                    </a:cubicBezTo>
                    <a:cubicBezTo>
                      <a:pt x="5791" y="721"/>
                      <a:pt x="2598" y="636"/>
                      <a:pt x="2598" y="636"/>
                    </a:cubicBezTo>
                    <a:cubicBezTo>
                      <a:pt x="2529" y="619"/>
                      <a:pt x="1715" y="0"/>
                      <a:pt x="10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46"/>
              <p:cNvSpPr/>
              <p:nvPr/>
            </p:nvSpPr>
            <p:spPr>
              <a:xfrm>
                <a:off x="5071467" y="1930007"/>
                <a:ext cx="57695" cy="75622"/>
              </a:xfrm>
              <a:custGeom>
                <a:avLst/>
                <a:gdLst/>
                <a:ahLst/>
                <a:cxnLst/>
                <a:rect l="l" t="t" r="r" b="b"/>
                <a:pathLst>
                  <a:path w="618" h="810" extrusionOk="0">
                    <a:moveTo>
                      <a:pt x="597" y="0"/>
                    </a:moveTo>
                    <a:lnTo>
                      <a:pt x="0" y="106"/>
                    </a:lnTo>
                    <a:cubicBezTo>
                      <a:pt x="0" y="149"/>
                      <a:pt x="84" y="809"/>
                      <a:pt x="127" y="809"/>
                    </a:cubicBezTo>
                    <a:cubicBezTo>
                      <a:pt x="127" y="809"/>
                      <a:pt x="128" y="809"/>
                      <a:pt x="129" y="809"/>
                    </a:cubicBezTo>
                    <a:cubicBezTo>
                      <a:pt x="172" y="788"/>
                      <a:pt x="576" y="639"/>
                      <a:pt x="597" y="531"/>
                    </a:cubicBezTo>
                    <a:cubicBezTo>
                      <a:pt x="618" y="425"/>
                      <a:pt x="597" y="0"/>
                      <a:pt x="5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46"/>
              <p:cNvSpPr/>
              <p:nvPr/>
            </p:nvSpPr>
            <p:spPr>
              <a:xfrm>
                <a:off x="4900902" y="1998253"/>
                <a:ext cx="184754" cy="46867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502" extrusionOk="0">
                    <a:moveTo>
                      <a:pt x="1949" y="0"/>
                    </a:moveTo>
                    <a:cubicBezTo>
                      <a:pt x="1946" y="0"/>
                      <a:pt x="1943" y="1"/>
                      <a:pt x="1941" y="2"/>
                    </a:cubicBezTo>
                    <a:cubicBezTo>
                      <a:pt x="1705" y="112"/>
                      <a:pt x="1462" y="203"/>
                      <a:pt x="1211" y="276"/>
                    </a:cubicBezTo>
                    <a:cubicBezTo>
                      <a:pt x="961" y="349"/>
                      <a:pt x="706" y="403"/>
                      <a:pt x="448" y="439"/>
                    </a:cubicBezTo>
                    <a:cubicBezTo>
                      <a:pt x="302" y="458"/>
                      <a:pt x="156" y="468"/>
                      <a:pt x="11" y="486"/>
                    </a:cubicBezTo>
                    <a:cubicBezTo>
                      <a:pt x="1" y="486"/>
                      <a:pt x="1" y="501"/>
                      <a:pt x="11" y="501"/>
                    </a:cubicBezTo>
                    <a:cubicBezTo>
                      <a:pt x="22" y="501"/>
                      <a:pt x="33" y="501"/>
                      <a:pt x="44" y="501"/>
                    </a:cubicBezTo>
                    <a:cubicBezTo>
                      <a:pt x="164" y="501"/>
                      <a:pt x="286" y="494"/>
                      <a:pt x="406" y="477"/>
                    </a:cubicBezTo>
                    <a:cubicBezTo>
                      <a:pt x="536" y="461"/>
                      <a:pt x="664" y="442"/>
                      <a:pt x="792" y="416"/>
                    </a:cubicBezTo>
                    <a:cubicBezTo>
                      <a:pt x="1050" y="364"/>
                      <a:pt x="1302" y="294"/>
                      <a:pt x="1550" y="203"/>
                    </a:cubicBezTo>
                    <a:cubicBezTo>
                      <a:pt x="1689" y="152"/>
                      <a:pt x="1826" y="97"/>
                      <a:pt x="1960" y="34"/>
                    </a:cubicBezTo>
                    <a:cubicBezTo>
                      <a:pt x="1978" y="25"/>
                      <a:pt x="1967" y="0"/>
                      <a:pt x="1949" y="0"/>
                    </a:cubicBezTo>
                    <a:close/>
                  </a:path>
                </a:pathLst>
              </a:custGeom>
              <a:solidFill>
                <a:srgbClr val="E0E6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46"/>
              <p:cNvSpPr/>
              <p:nvPr/>
            </p:nvSpPr>
            <p:spPr>
              <a:xfrm>
                <a:off x="5131682" y="1817976"/>
                <a:ext cx="60589" cy="162820"/>
              </a:xfrm>
              <a:custGeom>
                <a:avLst/>
                <a:gdLst/>
                <a:ahLst/>
                <a:cxnLst/>
                <a:rect l="l" t="t" r="r" b="b"/>
                <a:pathLst>
                  <a:path w="649" h="1744" extrusionOk="0">
                    <a:moveTo>
                      <a:pt x="518" y="0"/>
                    </a:moveTo>
                    <a:cubicBezTo>
                      <a:pt x="515" y="0"/>
                      <a:pt x="512" y="2"/>
                      <a:pt x="511" y="6"/>
                    </a:cubicBezTo>
                    <a:cubicBezTo>
                      <a:pt x="505" y="33"/>
                      <a:pt x="504" y="60"/>
                      <a:pt x="505" y="88"/>
                    </a:cubicBezTo>
                    <a:lnTo>
                      <a:pt x="505" y="170"/>
                    </a:lnTo>
                    <a:cubicBezTo>
                      <a:pt x="505" y="225"/>
                      <a:pt x="504" y="280"/>
                      <a:pt x="502" y="336"/>
                    </a:cubicBezTo>
                    <a:cubicBezTo>
                      <a:pt x="499" y="446"/>
                      <a:pt x="495" y="556"/>
                      <a:pt x="486" y="667"/>
                    </a:cubicBezTo>
                    <a:cubicBezTo>
                      <a:pt x="483" y="701"/>
                      <a:pt x="480" y="735"/>
                      <a:pt x="478" y="769"/>
                    </a:cubicBezTo>
                    <a:cubicBezTo>
                      <a:pt x="471" y="769"/>
                      <a:pt x="463" y="775"/>
                      <a:pt x="463" y="783"/>
                    </a:cubicBezTo>
                    <a:cubicBezTo>
                      <a:pt x="465" y="831"/>
                      <a:pt x="472" y="878"/>
                      <a:pt x="489" y="923"/>
                    </a:cubicBezTo>
                    <a:cubicBezTo>
                      <a:pt x="502" y="969"/>
                      <a:pt x="518" y="1016"/>
                      <a:pt x="535" y="1060"/>
                    </a:cubicBezTo>
                    <a:cubicBezTo>
                      <a:pt x="568" y="1148"/>
                      <a:pt x="602" y="1239"/>
                      <a:pt x="608" y="1335"/>
                    </a:cubicBezTo>
                    <a:cubicBezTo>
                      <a:pt x="612" y="1420"/>
                      <a:pt x="596" y="1508"/>
                      <a:pt x="542" y="1575"/>
                    </a:cubicBezTo>
                    <a:cubicBezTo>
                      <a:pt x="489" y="1634"/>
                      <a:pt x="420" y="1675"/>
                      <a:pt x="342" y="1693"/>
                    </a:cubicBezTo>
                    <a:cubicBezTo>
                      <a:pt x="284" y="1707"/>
                      <a:pt x="226" y="1711"/>
                      <a:pt x="167" y="1711"/>
                    </a:cubicBezTo>
                    <a:cubicBezTo>
                      <a:pt x="117" y="1711"/>
                      <a:pt x="67" y="1708"/>
                      <a:pt x="17" y="1707"/>
                    </a:cubicBezTo>
                    <a:cubicBezTo>
                      <a:pt x="4" y="1707"/>
                      <a:pt x="1" y="1728"/>
                      <a:pt x="14" y="1731"/>
                    </a:cubicBezTo>
                    <a:cubicBezTo>
                      <a:pt x="68" y="1739"/>
                      <a:pt x="125" y="1744"/>
                      <a:pt x="182" y="1744"/>
                    </a:cubicBezTo>
                    <a:cubicBezTo>
                      <a:pt x="314" y="1744"/>
                      <a:pt x="447" y="1716"/>
                      <a:pt x="542" y="1624"/>
                    </a:cubicBezTo>
                    <a:cubicBezTo>
                      <a:pt x="603" y="1561"/>
                      <a:pt x="639" y="1478"/>
                      <a:pt x="642" y="1390"/>
                    </a:cubicBezTo>
                    <a:cubicBezTo>
                      <a:pt x="648" y="1291"/>
                      <a:pt x="620" y="1196"/>
                      <a:pt x="589" y="1105"/>
                    </a:cubicBezTo>
                    <a:cubicBezTo>
                      <a:pt x="569" y="1051"/>
                      <a:pt x="548" y="999"/>
                      <a:pt x="530" y="945"/>
                    </a:cubicBezTo>
                    <a:cubicBezTo>
                      <a:pt x="521" y="919"/>
                      <a:pt x="514" y="890"/>
                      <a:pt x="508" y="863"/>
                    </a:cubicBezTo>
                    <a:cubicBezTo>
                      <a:pt x="504" y="846"/>
                      <a:pt x="499" y="826"/>
                      <a:pt x="496" y="808"/>
                    </a:cubicBezTo>
                    <a:cubicBezTo>
                      <a:pt x="508" y="714"/>
                      <a:pt x="511" y="620"/>
                      <a:pt x="518" y="526"/>
                    </a:cubicBezTo>
                    <a:cubicBezTo>
                      <a:pt x="527" y="416"/>
                      <a:pt x="529" y="304"/>
                      <a:pt x="530" y="194"/>
                    </a:cubicBezTo>
                    <a:lnTo>
                      <a:pt x="530" y="98"/>
                    </a:lnTo>
                    <a:cubicBezTo>
                      <a:pt x="533" y="67"/>
                      <a:pt x="532" y="36"/>
                      <a:pt x="524" y="6"/>
                    </a:cubicBezTo>
                    <a:cubicBezTo>
                      <a:pt x="524" y="2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6"/>
              <p:cNvSpPr/>
              <p:nvPr/>
            </p:nvSpPr>
            <p:spPr>
              <a:xfrm>
                <a:off x="3868368" y="1002853"/>
                <a:ext cx="752368" cy="580699"/>
              </a:xfrm>
              <a:custGeom>
                <a:avLst/>
                <a:gdLst/>
                <a:ahLst/>
                <a:cxnLst/>
                <a:rect l="l" t="t" r="r" b="b"/>
                <a:pathLst>
                  <a:path w="8059" h="6220" extrusionOk="0">
                    <a:moveTo>
                      <a:pt x="4030" y="0"/>
                    </a:moveTo>
                    <a:cubicBezTo>
                      <a:pt x="1803" y="0"/>
                      <a:pt x="0" y="1391"/>
                      <a:pt x="0" y="3111"/>
                    </a:cubicBezTo>
                    <a:cubicBezTo>
                      <a:pt x="0" y="4829"/>
                      <a:pt x="1805" y="6220"/>
                      <a:pt x="4030" y="6220"/>
                    </a:cubicBezTo>
                    <a:cubicBezTo>
                      <a:pt x="4265" y="6220"/>
                      <a:pt x="4499" y="6203"/>
                      <a:pt x="4732" y="6172"/>
                    </a:cubicBezTo>
                    <a:lnTo>
                      <a:pt x="5276" y="6062"/>
                    </a:lnTo>
                    <a:lnTo>
                      <a:pt x="5967" y="5837"/>
                    </a:lnTo>
                    <a:cubicBezTo>
                      <a:pt x="7213" y="5309"/>
                      <a:pt x="8059" y="4286"/>
                      <a:pt x="8059" y="3111"/>
                    </a:cubicBezTo>
                    <a:cubicBezTo>
                      <a:pt x="8059" y="1393"/>
                      <a:pt x="6255" y="0"/>
                      <a:pt x="40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6"/>
              <p:cNvSpPr/>
              <p:nvPr/>
            </p:nvSpPr>
            <p:spPr>
              <a:xfrm>
                <a:off x="7438639" y="1504287"/>
                <a:ext cx="752368" cy="580886"/>
              </a:xfrm>
              <a:custGeom>
                <a:avLst/>
                <a:gdLst/>
                <a:ahLst/>
                <a:cxnLst/>
                <a:rect l="l" t="t" r="r" b="b"/>
                <a:pathLst>
                  <a:path w="8059" h="6222" extrusionOk="0">
                    <a:moveTo>
                      <a:pt x="4030" y="0"/>
                    </a:moveTo>
                    <a:cubicBezTo>
                      <a:pt x="1805" y="0"/>
                      <a:pt x="0" y="1393"/>
                      <a:pt x="0" y="3111"/>
                    </a:cubicBezTo>
                    <a:cubicBezTo>
                      <a:pt x="0" y="4288"/>
                      <a:pt x="846" y="5311"/>
                      <a:pt x="2093" y="5838"/>
                    </a:cubicBezTo>
                    <a:lnTo>
                      <a:pt x="2665" y="6059"/>
                    </a:lnTo>
                    <a:lnTo>
                      <a:pt x="3327" y="6174"/>
                    </a:lnTo>
                    <a:cubicBezTo>
                      <a:pt x="3560" y="6205"/>
                      <a:pt x="3794" y="6222"/>
                      <a:pt x="4030" y="6222"/>
                    </a:cubicBezTo>
                    <a:cubicBezTo>
                      <a:pt x="6254" y="6222"/>
                      <a:pt x="8059" y="4829"/>
                      <a:pt x="8059" y="3111"/>
                    </a:cubicBezTo>
                    <a:cubicBezTo>
                      <a:pt x="8059" y="1393"/>
                      <a:pt x="6254" y="0"/>
                      <a:pt x="40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46"/>
              <p:cNvSpPr/>
              <p:nvPr/>
            </p:nvSpPr>
            <p:spPr>
              <a:xfrm>
                <a:off x="4697663" y="3539620"/>
                <a:ext cx="306493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827" extrusionOk="0">
                    <a:moveTo>
                      <a:pt x="1451" y="1"/>
                    </a:moveTo>
                    <a:lnTo>
                      <a:pt x="387" y="405"/>
                    </a:lnTo>
                    <a:lnTo>
                      <a:pt x="387" y="767"/>
                    </a:lnTo>
                    <a:cubicBezTo>
                      <a:pt x="300" y="852"/>
                      <a:pt x="226" y="946"/>
                      <a:pt x="162" y="1049"/>
                    </a:cubicBezTo>
                    <a:cubicBezTo>
                      <a:pt x="51" y="1229"/>
                      <a:pt x="0" y="1442"/>
                      <a:pt x="302" y="1513"/>
                    </a:cubicBezTo>
                    <a:cubicBezTo>
                      <a:pt x="709" y="1606"/>
                      <a:pt x="2166" y="1827"/>
                      <a:pt x="2873" y="1827"/>
                    </a:cubicBezTo>
                    <a:cubicBezTo>
                      <a:pt x="3126" y="1827"/>
                      <a:pt x="3283" y="1799"/>
                      <a:pt x="3260" y="1726"/>
                    </a:cubicBezTo>
                    <a:cubicBezTo>
                      <a:pt x="3245" y="1675"/>
                      <a:pt x="3187" y="1609"/>
                      <a:pt x="3102" y="1533"/>
                    </a:cubicBezTo>
                    <a:cubicBezTo>
                      <a:pt x="2713" y="1189"/>
                      <a:pt x="1762" y="657"/>
                      <a:pt x="1727" y="639"/>
                    </a:cubicBezTo>
                    <a:cubicBezTo>
                      <a:pt x="1686" y="618"/>
                      <a:pt x="1451" y="1"/>
                      <a:pt x="14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46"/>
              <p:cNvSpPr/>
              <p:nvPr/>
            </p:nvSpPr>
            <p:spPr>
              <a:xfrm>
                <a:off x="3827478" y="3505823"/>
                <a:ext cx="269523" cy="174863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1873" extrusionOk="0">
                    <a:moveTo>
                      <a:pt x="746" y="0"/>
                    </a:moveTo>
                    <a:cubicBezTo>
                      <a:pt x="713" y="34"/>
                      <a:pt x="157" y="819"/>
                      <a:pt x="36" y="1271"/>
                    </a:cubicBezTo>
                    <a:cubicBezTo>
                      <a:pt x="0" y="1403"/>
                      <a:pt x="2" y="1506"/>
                      <a:pt x="64" y="1554"/>
                    </a:cubicBezTo>
                    <a:cubicBezTo>
                      <a:pt x="264" y="1708"/>
                      <a:pt x="1658" y="1872"/>
                      <a:pt x="2405" y="1872"/>
                    </a:cubicBezTo>
                    <a:cubicBezTo>
                      <a:pt x="2695" y="1872"/>
                      <a:pt x="2887" y="1848"/>
                      <a:pt x="2875" y="1788"/>
                    </a:cubicBezTo>
                    <a:cubicBezTo>
                      <a:pt x="2866" y="1746"/>
                      <a:pt x="2804" y="1682"/>
                      <a:pt x="2710" y="1606"/>
                    </a:cubicBezTo>
                    <a:cubicBezTo>
                      <a:pt x="2337" y="1306"/>
                      <a:pt x="1461" y="831"/>
                      <a:pt x="1427" y="831"/>
                    </a:cubicBezTo>
                    <a:cubicBezTo>
                      <a:pt x="1384" y="831"/>
                      <a:pt x="1512" y="468"/>
                      <a:pt x="1512" y="468"/>
                    </a:cubicBezTo>
                    <a:lnTo>
                      <a:pt x="7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6"/>
              <p:cNvSpPr/>
              <p:nvPr/>
            </p:nvSpPr>
            <p:spPr>
              <a:xfrm>
                <a:off x="4414323" y="2588566"/>
                <a:ext cx="428791" cy="995684"/>
              </a:xfrm>
              <a:custGeom>
                <a:avLst/>
                <a:gdLst/>
                <a:ahLst/>
                <a:cxnLst/>
                <a:rect l="l" t="t" r="r" b="b"/>
                <a:pathLst>
                  <a:path w="4593" h="10665" extrusionOk="0">
                    <a:moveTo>
                      <a:pt x="1609" y="0"/>
                    </a:moveTo>
                    <a:cubicBezTo>
                      <a:pt x="684" y="0"/>
                      <a:pt x="1" y="2758"/>
                      <a:pt x="1" y="2758"/>
                    </a:cubicBezTo>
                    <a:lnTo>
                      <a:pt x="477" y="3338"/>
                    </a:lnTo>
                    <a:lnTo>
                      <a:pt x="1115" y="4118"/>
                    </a:lnTo>
                    <a:lnTo>
                      <a:pt x="1734" y="4871"/>
                    </a:lnTo>
                    <a:lnTo>
                      <a:pt x="2740" y="6100"/>
                    </a:lnTo>
                    <a:cubicBezTo>
                      <a:pt x="2740" y="6100"/>
                      <a:pt x="2934" y="7387"/>
                      <a:pt x="3129" y="8573"/>
                    </a:cubicBezTo>
                    <a:cubicBezTo>
                      <a:pt x="3276" y="9461"/>
                      <a:pt x="3420" y="10293"/>
                      <a:pt x="3484" y="10486"/>
                    </a:cubicBezTo>
                    <a:cubicBezTo>
                      <a:pt x="3528" y="10616"/>
                      <a:pt x="3603" y="10665"/>
                      <a:pt x="3694" y="10665"/>
                    </a:cubicBezTo>
                    <a:cubicBezTo>
                      <a:pt x="3916" y="10665"/>
                      <a:pt x="4228" y="10372"/>
                      <a:pt x="4379" y="10252"/>
                    </a:cubicBezTo>
                    <a:cubicBezTo>
                      <a:pt x="4592" y="10082"/>
                      <a:pt x="4294" y="5781"/>
                      <a:pt x="4102" y="4654"/>
                    </a:cubicBezTo>
                    <a:cubicBezTo>
                      <a:pt x="3911" y="3525"/>
                      <a:pt x="1719" y="13"/>
                      <a:pt x="1719" y="13"/>
                    </a:cubicBezTo>
                    <a:cubicBezTo>
                      <a:pt x="1682" y="4"/>
                      <a:pt x="1645" y="0"/>
                      <a:pt x="16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46"/>
              <p:cNvSpPr/>
              <p:nvPr/>
            </p:nvSpPr>
            <p:spPr>
              <a:xfrm>
                <a:off x="3878264" y="2512197"/>
                <a:ext cx="684591" cy="1044698"/>
              </a:xfrm>
              <a:custGeom>
                <a:avLst/>
                <a:gdLst/>
                <a:ahLst/>
                <a:cxnLst/>
                <a:rect l="l" t="t" r="r" b="b"/>
                <a:pathLst>
                  <a:path w="7333" h="11190" extrusionOk="0">
                    <a:moveTo>
                      <a:pt x="4651" y="1"/>
                    </a:moveTo>
                    <a:cubicBezTo>
                      <a:pt x="4587" y="21"/>
                      <a:pt x="3587" y="745"/>
                      <a:pt x="3628" y="2023"/>
                    </a:cubicBezTo>
                    <a:cubicBezTo>
                      <a:pt x="3645" y="2507"/>
                      <a:pt x="3530" y="3280"/>
                      <a:pt x="3381" y="4054"/>
                    </a:cubicBezTo>
                    <a:cubicBezTo>
                      <a:pt x="3136" y="5326"/>
                      <a:pt x="2799" y="6599"/>
                      <a:pt x="2799" y="6599"/>
                    </a:cubicBezTo>
                    <a:cubicBezTo>
                      <a:pt x="2799" y="6599"/>
                      <a:pt x="1946" y="7722"/>
                      <a:pt x="1202" y="8802"/>
                    </a:cubicBezTo>
                    <a:cubicBezTo>
                      <a:pt x="561" y="9734"/>
                      <a:pt x="0" y="10631"/>
                      <a:pt x="138" y="10749"/>
                    </a:cubicBezTo>
                    <a:cubicBezTo>
                      <a:pt x="365" y="10945"/>
                      <a:pt x="643" y="11190"/>
                      <a:pt x="828" y="11190"/>
                    </a:cubicBezTo>
                    <a:cubicBezTo>
                      <a:pt x="885" y="11190"/>
                      <a:pt x="933" y="11167"/>
                      <a:pt x="968" y="11111"/>
                    </a:cubicBezTo>
                    <a:cubicBezTo>
                      <a:pt x="1117" y="10877"/>
                      <a:pt x="4161" y="7407"/>
                      <a:pt x="4183" y="7343"/>
                    </a:cubicBezTo>
                    <a:cubicBezTo>
                      <a:pt x="4204" y="7281"/>
                      <a:pt x="6908" y="3831"/>
                      <a:pt x="7119" y="2597"/>
                    </a:cubicBezTo>
                    <a:cubicBezTo>
                      <a:pt x="7333" y="1364"/>
                      <a:pt x="7119" y="724"/>
                      <a:pt x="7119" y="724"/>
                    </a:cubicBezTo>
                    <a:lnTo>
                      <a:pt x="4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46"/>
              <p:cNvSpPr/>
              <p:nvPr/>
            </p:nvSpPr>
            <p:spPr>
              <a:xfrm>
                <a:off x="4260657" y="1888275"/>
                <a:ext cx="432339" cy="725034"/>
              </a:xfrm>
              <a:custGeom>
                <a:avLst/>
                <a:gdLst/>
                <a:ahLst/>
                <a:cxnLst/>
                <a:rect l="l" t="t" r="r" b="b"/>
                <a:pathLst>
                  <a:path w="4631" h="7766" extrusionOk="0">
                    <a:moveTo>
                      <a:pt x="2874" y="0"/>
                    </a:moveTo>
                    <a:cubicBezTo>
                      <a:pt x="2874" y="0"/>
                      <a:pt x="1660" y="553"/>
                      <a:pt x="1449" y="1022"/>
                    </a:cubicBezTo>
                    <a:cubicBezTo>
                      <a:pt x="1307" y="1332"/>
                      <a:pt x="1138" y="3011"/>
                      <a:pt x="997" y="4229"/>
                    </a:cubicBezTo>
                    <a:cubicBezTo>
                      <a:pt x="925" y="4852"/>
                      <a:pt x="860" y="5355"/>
                      <a:pt x="810" y="5492"/>
                    </a:cubicBezTo>
                    <a:cubicBezTo>
                      <a:pt x="661" y="5896"/>
                      <a:pt x="1" y="6619"/>
                      <a:pt x="448" y="6874"/>
                    </a:cubicBezTo>
                    <a:cubicBezTo>
                      <a:pt x="585" y="6953"/>
                      <a:pt x="897" y="7110"/>
                      <a:pt x="1271" y="7270"/>
                    </a:cubicBezTo>
                    <a:lnTo>
                      <a:pt x="1305" y="7285"/>
                    </a:lnTo>
                    <a:cubicBezTo>
                      <a:pt x="1871" y="7524"/>
                      <a:pt x="2566" y="7766"/>
                      <a:pt x="3013" y="7766"/>
                    </a:cubicBezTo>
                    <a:cubicBezTo>
                      <a:pt x="3235" y="7766"/>
                      <a:pt x="3396" y="7706"/>
                      <a:pt x="3450" y="7556"/>
                    </a:cubicBezTo>
                    <a:cubicBezTo>
                      <a:pt x="3569" y="7222"/>
                      <a:pt x="3940" y="5954"/>
                      <a:pt x="4212" y="4617"/>
                    </a:cubicBezTo>
                    <a:cubicBezTo>
                      <a:pt x="4464" y="3385"/>
                      <a:pt x="4631" y="2092"/>
                      <a:pt x="4440" y="1420"/>
                    </a:cubicBezTo>
                    <a:cubicBezTo>
                      <a:pt x="4429" y="1384"/>
                      <a:pt x="4419" y="1351"/>
                      <a:pt x="4407" y="1320"/>
                    </a:cubicBez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46"/>
              <p:cNvSpPr/>
              <p:nvPr/>
            </p:nvSpPr>
            <p:spPr>
              <a:xfrm>
                <a:off x="5173320" y="1878286"/>
                <a:ext cx="29501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704" extrusionOk="0">
                    <a:moveTo>
                      <a:pt x="76" y="1"/>
                    </a:moveTo>
                    <a:cubicBezTo>
                      <a:pt x="1" y="1"/>
                      <a:pt x="187" y="704"/>
                      <a:pt x="187" y="704"/>
                    </a:cubicBezTo>
                    <a:lnTo>
                      <a:pt x="316" y="511"/>
                    </a:lnTo>
                    <a:cubicBezTo>
                      <a:pt x="316" y="511"/>
                      <a:pt x="166" y="22"/>
                      <a:pt x="80" y="1"/>
                    </a:cubicBezTo>
                    <a:cubicBezTo>
                      <a:pt x="79" y="1"/>
                      <a:pt x="77" y="1"/>
                      <a:pt x="76" y="1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46"/>
              <p:cNvSpPr/>
              <p:nvPr/>
            </p:nvSpPr>
            <p:spPr>
              <a:xfrm>
                <a:off x="5192738" y="1802011"/>
                <a:ext cx="23993" cy="12407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329" extrusionOk="0">
                    <a:moveTo>
                      <a:pt x="170" y="0"/>
                    </a:moveTo>
                    <a:cubicBezTo>
                      <a:pt x="163" y="0"/>
                      <a:pt x="157" y="3"/>
                      <a:pt x="149" y="9"/>
                    </a:cubicBezTo>
                    <a:cubicBezTo>
                      <a:pt x="64" y="73"/>
                      <a:pt x="0" y="1264"/>
                      <a:pt x="0" y="1328"/>
                    </a:cubicBezTo>
                    <a:lnTo>
                      <a:pt x="257" y="286"/>
                    </a:lnTo>
                    <a:cubicBezTo>
                      <a:pt x="257" y="286"/>
                      <a:pt x="238" y="0"/>
                      <a:pt x="170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6"/>
              <p:cNvSpPr/>
              <p:nvPr/>
            </p:nvSpPr>
            <p:spPr>
              <a:xfrm>
                <a:off x="5150914" y="1794729"/>
                <a:ext cx="85609" cy="202871"/>
              </a:xfrm>
              <a:custGeom>
                <a:avLst/>
                <a:gdLst/>
                <a:ahLst/>
                <a:cxnLst/>
                <a:rect l="l" t="t" r="r" b="b"/>
                <a:pathLst>
                  <a:path w="917" h="2173" extrusionOk="0">
                    <a:moveTo>
                      <a:pt x="785" y="0"/>
                    </a:moveTo>
                    <a:cubicBezTo>
                      <a:pt x="714" y="0"/>
                      <a:pt x="448" y="982"/>
                      <a:pt x="448" y="1023"/>
                    </a:cubicBezTo>
                    <a:cubicBezTo>
                      <a:pt x="448" y="1066"/>
                      <a:pt x="363" y="1663"/>
                      <a:pt x="321" y="1725"/>
                    </a:cubicBezTo>
                    <a:cubicBezTo>
                      <a:pt x="278" y="1789"/>
                      <a:pt x="1" y="1810"/>
                      <a:pt x="1" y="1810"/>
                    </a:cubicBezTo>
                    <a:lnTo>
                      <a:pt x="150" y="2173"/>
                    </a:lnTo>
                    <a:cubicBezTo>
                      <a:pt x="150" y="2173"/>
                      <a:pt x="661" y="2152"/>
                      <a:pt x="767" y="2109"/>
                    </a:cubicBezTo>
                    <a:cubicBezTo>
                      <a:pt x="875" y="2067"/>
                      <a:pt x="916" y="1939"/>
                      <a:pt x="916" y="1789"/>
                    </a:cubicBezTo>
                    <a:cubicBezTo>
                      <a:pt x="916" y="1640"/>
                      <a:pt x="831" y="1406"/>
                      <a:pt x="790" y="1321"/>
                    </a:cubicBezTo>
                    <a:cubicBezTo>
                      <a:pt x="746" y="1236"/>
                      <a:pt x="852" y="45"/>
                      <a:pt x="790" y="2"/>
                    </a:cubicBezTo>
                    <a:cubicBezTo>
                      <a:pt x="788" y="1"/>
                      <a:pt x="787" y="0"/>
                      <a:pt x="785" y="0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6"/>
              <p:cNvSpPr/>
              <p:nvPr/>
            </p:nvSpPr>
            <p:spPr>
              <a:xfrm>
                <a:off x="4544930" y="1684845"/>
                <a:ext cx="200719" cy="157778"/>
              </a:xfrm>
              <a:custGeom>
                <a:avLst/>
                <a:gdLst/>
                <a:ahLst/>
                <a:cxnLst/>
                <a:rect l="l" t="t" r="r" b="b"/>
                <a:pathLst>
                  <a:path w="2150" h="1690" extrusionOk="0">
                    <a:moveTo>
                      <a:pt x="1102" y="0"/>
                    </a:moveTo>
                    <a:cubicBezTo>
                      <a:pt x="651" y="0"/>
                      <a:pt x="169" y="104"/>
                      <a:pt x="108" y="348"/>
                    </a:cubicBezTo>
                    <a:cubicBezTo>
                      <a:pt x="1" y="774"/>
                      <a:pt x="171" y="1434"/>
                      <a:pt x="150" y="1477"/>
                    </a:cubicBezTo>
                    <a:cubicBezTo>
                      <a:pt x="129" y="1520"/>
                      <a:pt x="90" y="1606"/>
                      <a:pt x="215" y="1690"/>
                    </a:cubicBezTo>
                    <a:lnTo>
                      <a:pt x="1874" y="958"/>
                    </a:lnTo>
                    <a:cubicBezTo>
                      <a:pt x="1874" y="924"/>
                      <a:pt x="2149" y="391"/>
                      <a:pt x="1874" y="157"/>
                    </a:cubicBezTo>
                    <a:cubicBezTo>
                      <a:pt x="1756" y="57"/>
                      <a:pt x="1437" y="0"/>
                      <a:pt x="1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6"/>
              <p:cNvSpPr/>
              <p:nvPr/>
            </p:nvSpPr>
            <p:spPr>
              <a:xfrm>
                <a:off x="4511135" y="1803505"/>
                <a:ext cx="145171" cy="144428"/>
              </a:xfrm>
              <a:custGeom>
                <a:avLst/>
                <a:gdLst/>
                <a:ahLst/>
                <a:cxnLst/>
                <a:rect l="l" t="t" r="r" b="b"/>
                <a:pathLst>
                  <a:path w="1555" h="1547" extrusionOk="0">
                    <a:moveTo>
                      <a:pt x="868" y="0"/>
                    </a:moveTo>
                    <a:cubicBezTo>
                      <a:pt x="819" y="0"/>
                      <a:pt x="782" y="23"/>
                      <a:pt x="767" y="78"/>
                    </a:cubicBezTo>
                    <a:cubicBezTo>
                      <a:pt x="729" y="210"/>
                      <a:pt x="574" y="434"/>
                      <a:pt x="413" y="643"/>
                    </a:cubicBezTo>
                    <a:cubicBezTo>
                      <a:pt x="212" y="905"/>
                      <a:pt x="0" y="1142"/>
                      <a:pt x="0" y="1142"/>
                    </a:cubicBezTo>
                    <a:cubicBezTo>
                      <a:pt x="2" y="1142"/>
                      <a:pt x="4" y="1141"/>
                      <a:pt x="7" y="1141"/>
                    </a:cubicBezTo>
                    <a:cubicBezTo>
                      <a:pt x="127" y="1141"/>
                      <a:pt x="1384" y="1546"/>
                      <a:pt x="1384" y="1546"/>
                    </a:cubicBezTo>
                    <a:lnTo>
                      <a:pt x="1396" y="1469"/>
                    </a:lnTo>
                    <a:lnTo>
                      <a:pt x="1554" y="440"/>
                    </a:lnTo>
                    <a:cubicBezTo>
                      <a:pt x="1554" y="440"/>
                      <a:pt x="1087" y="0"/>
                      <a:pt x="868" y="0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6"/>
              <p:cNvSpPr/>
              <p:nvPr/>
            </p:nvSpPr>
            <p:spPr>
              <a:xfrm>
                <a:off x="4549691" y="1803505"/>
                <a:ext cx="106614" cy="137146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469" extrusionOk="0">
                    <a:moveTo>
                      <a:pt x="455" y="0"/>
                    </a:moveTo>
                    <a:cubicBezTo>
                      <a:pt x="406" y="0"/>
                      <a:pt x="369" y="23"/>
                      <a:pt x="354" y="78"/>
                    </a:cubicBezTo>
                    <a:cubicBezTo>
                      <a:pt x="316" y="210"/>
                      <a:pt x="161" y="434"/>
                      <a:pt x="0" y="643"/>
                    </a:cubicBezTo>
                    <a:cubicBezTo>
                      <a:pt x="166" y="887"/>
                      <a:pt x="686" y="1451"/>
                      <a:pt x="983" y="1469"/>
                    </a:cubicBezTo>
                    <a:lnTo>
                      <a:pt x="1141" y="440"/>
                    </a:lnTo>
                    <a:cubicBezTo>
                      <a:pt x="1141" y="440"/>
                      <a:pt x="674" y="0"/>
                      <a:pt x="4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6"/>
              <p:cNvSpPr/>
              <p:nvPr/>
            </p:nvSpPr>
            <p:spPr>
              <a:xfrm>
                <a:off x="4558280" y="1708465"/>
                <a:ext cx="165056" cy="219863"/>
              </a:xfrm>
              <a:custGeom>
                <a:avLst/>
                <a:gdLst/>
                <a:ahLst/>
                <a:cxnLst/>
                <a:rect l="l" t="t" r="r" b="b"/>
                <a:pathLst>
                  <a:path w="1768" h="2355" extrusionOk="0">
                    <a:moveTo>
                      <a:pt x="1260" y="1"/>
                    </a:moveTo>
                    <a:cubicBezTo>
                      <a:pt x="914" y="1"/>
                      <a:pt x="353" y="171"/>
                      <a:pt x="277" y="480"/>
                    </a:cubicBezTo>
                    <a:cubicBezTo>
                      <a:pt x="277" y="480"/>
                      <a:pt x="230" y="651"/>
                      <a:pt x="192" y="866"/>
                    </a:cubicBezTo>
                    <a:lnTo>
                      <a:pt x="186" y="866"/>
                    </a:lnTo>
                    <a:cubicBezTo>
                      <a:pt x="181" y="865"/>
                      <a:pt x="177" y="865"/>
                      <a:pt x="173" y="865"/>
                    </a:cubicBezTo>
                    <a:cubicBezTo>
                      <a:pt x="108" y="865"/>
                      <a:pt x="52" y="916"/>
                      <a:pt x="29" y="975"/>
                    </a:cubicBezTo>
                    <a:cubicBezTo>
                      <a:pt x="1" y="1045"/>
                      <a:pt x="20" y="1128"/>
                      <a:pt x="59" y="1191"/>
                    </a:cubicBezTo>
                    <a:cubicBezTo>
                      <a:pt x="80" y="1224"/>
                      <a:pt x="107" y="1252"/>
                      <a:pt x="137" y="1276"/>
                    </a:cubicBezTo>
                    <a:cubicBezTo>
                      <a:pt x="128" y="1427"/>
                      <a:pt x="137" y="1559"/>
                      <a:pt x="183" y="1629"/>
                    </a:cubicBezTo>
                    <a:cubicBezTo>
                      <a:pt x="317" y="1839"/>
                      <a:pt x="724" y="2355"/>
                      <a:pt x="998" y="2355"/>
                    </a:cubicBezTo>
                    <a:cubicBezTo>
                      <a:pt x="1031" y="2355"/>
                      <a:pt x="1061" y="2347"/>
                      <a:pt x="1089" y="2332"/>
                    </a:cubicBezTo>
                    <a:cubicBezTo>
                      <a:pt x="1353" y="2183"/>
                      <a:pt x="1655" y="1650"/>
                      <a:pt x="1711" y="1118"/>
                    </a:cubicBezTo>
                    <a:cubicBezTo>
                      <a:pt x="1768" y="586"/>
                      <a:pt x="1713" y="138"/>
                      <a:pt x="1467" y="32"/>
                    </a:cubicBezTo>
                    <a:cubicBezTo>
                      <a:pt x="1418" y="11"/>
                      <a:pt x="1346" y="1"/>
                      <a:pt x="1260" y="1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46"/>
              <p:cNvSpPr/>
              <p:nvPr/>
            </p:nvSpPr>
            <p:spPr>
              <a:xfrm>
                <a:off x="4584607" y="1699129"/>
                <a:ext cx="151893" cy="54149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580" extrusionOk="0">
                    <a:moveTo>
                      <a:pt x="970" y="1"/>
                    </a:moveTo>
                    <a:cubicBezTo>
                      <a:pt x="953" y="1"/>
                      <a:pt x="942" y="2"/>
                      <a:pt x="937" y="4"/>
                    </a:cubicBezTo>
                    <a:cubicBezTo>
                      <a:pt x="895" y="25"/>
                      <a:pt x="1" y="153"/>
                      <a:pt x="1" y="153"/>
                    </a:cubicBezTo>
                    <a:lnTo>
                      <a:pt x="1" y="174"/>
                    </a:lnTo>
                    <a:cubicBezTo>
                      <a:pt x="1" y="174"/>
                      <a:pt x="824" y="579"/>
                      <a:pt x="1259" y="579"/>
                    </a:cubicBezTo>
                    <a:cubicBezTo>
                      <a:pt x="1388" y="579"/>
                      <a:pt x="1483" y="544"/>
                      <a:pt x="1513" y="451"/>
                    </a:cubicBezTo>
                    <a:cubicBezTo>
                      <a:pt x="1626" y="90"/>
                      <a:pt x="1111" y="1"/>
                      <a:pt x="9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46"/>
              <p:cNvSpPr/>
              <p:nvPr/>
            </p:nvSpPr>
            <p:spPr>
              <a:xfrm>
                <a:off x="4566683" y="1709305"/>
                <a:ext cx="55734" cy="96908"/>
              </a:xfrm>
              <a:custGeom>
                <a:avLst/>
                <a:gdLst/>
                <a:ahLst/>
                <a:cxnLst/>
                <a:rect l="l" t="t" r="r" b="b"/>
                <a:pathLst>
                  <a:path w="597" h="1038" extrusionOk="0">
                    <a:moveTo>
                      <a:pt x="257" y="1"/>
                    </a:moveTo>
                    <a:lnTo>
                      <a:pt x="129" y="150"/>
                    </a:lnTo>
                    <a:cubicBezTo>
                      <a:pt x="129" y="150"/>
                      <a:pt x="0" y="618"/>
                      <a:pt x="0" y="682"/>
                    </a:cubicBezTo>
                    <a:cubicBezTo>
                      <a:pt x="0" y="747"/>
                      <a:pt x="129" y="873"/>
                      <a:pt x="303" y="1024"/>
                    </a:cubicBezTo>
                    <a:cubicBezTo>
                      <a:pt x="314" y="1033"/>
                      <a:pt x="324" y="1037"/>
                      <a:pt x="334" y="1037"/>
                    </a:cubicBezTo>
                    <a:cubicBezTo>
                      <a:pt x="492" y="1037"/>
                      <a:pt x="597" y="23"/>
                      <a:pt x="597" y="23"/>
                    </a:cubicBezTo>
                    <a:lnTo>
                      <a:pt x="2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46"/>
              <p:cNvSpPr/>
              <p:nvPr/>
            </p:nvSpPr>
            <p:spPr>
              <a:xfrm>
                <a:off x="4671710" y="1812934"/>
                <a:ext cx="19605" cy="3902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418" extrusionOk="0">
                    <a:moveTo>
                      <a:pt x="198" y="0"/>
                    </a:moveTo>
                    <a:cubicBezTo>
                      <a:pt x="194" y="0"/>
                      <a:pt x="191" y="2"/>
                      <a:pt x="189" y="6"/>
                    </a:cubicBezTo>
                    <a:cubicBezTo>
                      <a:pt x="176" y="60"/>
                      <a:pt x="162" y="114"/>
                      <a:pt x="147" y="166"/>
                    </a:cubicBezTo>
                    <a:cubicBezTo>
                      <a:pt x="141" y="191"/>
                      <a:pt x="134" y="218"/>
                      <a:pt x="125" y="243"/>
                    </a:cubicBezTo>
                    <a:cubicBezTo>
                      <a:pt x="119" y="264"/>
                      <a:pt x="110" y="285"/>
                      <a:pt x="104" y="306"/>
                    </a:cubicBezTo>
                    <a:cubicBezTo>
                      <a:pt x="94" y="302"/>
                      <a:pt x="84" y="296"/>
                      <a:pt x="73" y="296"/>
                    </a:cubicBezTo>
                    <a:cubicBezTo>
                      <a:pt x="70" y="296"/>
                      <a:pt x="66" y="297"/>
                      <a:pt x="62" y="299"/>
                    </a:cubicBezTo>
                    <a:cubicBezTo>
                      <a:pt x="56" y="302"/>
                      <a:pt x="55" y="306"/>
                      <a:pt x="56" y="312"/>
                    </a:cubicBezTo>
                    <a:cubicBezTo>
                      <a:pt x="61" y="327"/>
                      <a:pt x="80" y="333"/>
                      <a:pt x="94" y="337"/>
                    </a:cubicBezTo>
                    <a:cubicBezTo>
                      <a:pt x="107" y="343"/>
                      <a:pt x="119" y="348"/>
                      <a:pt x="131" y="354"/>
                    </a:cubicBezTo>
                    <a:cubicBezTo>
                      <a:pt x="137" y="357"/>
                      <a:pt x="144" y="360"/>
                      <a:pt x="140" y="367"/>
                    </a:cubicBezTo>
                    <a:cubicBezTo>
                      <a:pt x="137" y="375"/>
                      <a:pt x="129" y="381"/>
                      <a:pt x="122" y="384"/>
                    </a:cubicBezTo>
                    <a:cubicBezTo>
                      <a:pt x="114" y="387"/>
                      <a:pt x="106" y="388"/>
                      <a:pt x="98" y="388"/>
                    </a:cubicBezTo>
                    <a:cubicBezTo>
                      <a:pt x="87" y="388"/>
                      <a:pt x="75" y="386"/>
                      <a:pt x="65" y="381"/>
                    </a:cubicBezTo>
                    <a:cubicBezTo>
                      <a:pt x="58" y="375"/>
                      <a:pt x="49" y="369"/>
                      <a:pt x="41" y="361"/>
                    </a:cubicBezTo>
                    <a:cubicBezTo>
                      <a:pt x="34" y="352"/>
                      <a:pt x="23" y="346"/>
                      <a:pt x="13" y="342"/>
                    </a:cubicBezTo>
                    <a:cubicBezTo>
                      <a:pt x="12" y="342"/>
                      <a:pt x="11" y="341"/>
                      <a:pt x="11" y="341"/>
                    </a:cubicBezTo>
                    <a:cubicBezTo>
                      <a:pt x="3" y="341"/>
                      <a:pt x="0" y="353"/>
                      <a:pt x="7" y="357"/>
                    </a:cubicBezTo>
                    <a:cubicBezTo>
                      <a:pt x="15" y="363"/>
                      <a:pt x="21" y="370"/>
                      <a:pt x="25" y="378"/>
                    </a:cubicBezTo>
                    <a:cubicBezTo>
                      <a:pt x="32" y="387"/>
                      <a:pt x="40" y="396"/>
                      <a:pt x="49" y="401"/>
                    </a:cubicBezTo>
                    <a:cubicBezTo>
                      <a:pt x="64" y="411"/>
                      <a:pt x="81" y="417"/>
                      <a:pt x="98" y="417"/>
                    </a:cubicBezTo>
                    <a:cubicBezTo>
                      <a:pt x="101" y="417"/>
                      <a:pt x="105" y="417"/>
                      <a:pt x="108" y="416"/>
                    </a:cubicBezTo>
                    <a:cubicBezTo>
                      <a:pt x="131" y="415"/>
                      <a:pt x="152" y="403"/>
                      <a:pt x="165" y="385"/>
                    </a:cubicBezTo>
                    <a:cubicBezTo>
                      <a:pt x="171" y="375"/>
                      <a:pt x="174" y="363"/>
                      <a:pt x="170" y="351"/>
                    </a:cubicBezTo>
                    <a:cubicBezTo>
                      <a:pt x="165" y="340"/>
                      <a:pt x="158" y="331"/>
                      <a:pt x="147" y="327"/>
                    </a:cubicBezTo>
                    <a:cubicBezTo>
                      <a:pt x="141" y="324"/>
                      <a:pt x="135" y="321"/>
                      <a:pt x="129" y="318"/>
                    </a:cubicBezTo>
                    <a:cubicBezTo>
                      <a:pt x="137" y="299"/>
                      <a:pt x="141" y="276"/>
                      <a:pt x="147" y="257"/>
                    </a:cubicBezTo>
                    <a:cubicBezTo>
                      <a:pt x="158" y="229"/>
                      <a:pt x="165" y="202"/>
                      <a:pt x="173" y="175"/>
                    </a:cubicBezTo>
                    <a:cubicBezTo>
                      <a:pt x="188" y="121"/>
                      <a:pt x="198" y="67"/>
                      <a:pt x="208" y="12"/>
                    </a:cubicBezTo>
                    <a:cubicBezTo>
                      <a:pt x="209" y="5"/>
                      <a:pt x="204" y="0"/>
                      <a:pt x="1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46"/>
              <p:cNvSpPr/>
              <p:nvPr/>
            </p:nvSpPr>
            <p:spPr>
              <a:xfrm>
                <a:off x="4635954" y="1864562"/>
                <a:ext cx="22873" cy="22967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46" extrusionOk="0">
                    <a:moveTo>
                      <a:pt x="14" y="1"/>
                    </a:moveTo>
                    <a:cubicBezTo>
                      <a:pt x="14" y="1"/>
                      <a:pt x="13" y="2"/>
                      <a:pt x="11" y="2"/>
                    </a:cubicBezTo>
                    <a:cubicBezTo>
                      <a:pt x="8" y="7"/>
                      <a:pt x="4" y="13"/>
                      <a:pt x="1" y="17"/>
                    </a:cubicBezTo>
                    <a:cubicBezTo>
                      <a:pt x="4" y="21"/>
                      <a:pt x="7" y="24"/>
                      <a:pt x="8" y="29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3" y="35"/>
                      <a:pt x="17" y="39"/>
                      <a:pt x="20" y="42"/>
                    </a:cubicBezTo>
                    <a:cubicBezTo>
                      <a:pt x="41" y="81"/>
                      <a:pt x="68" y="115"/>
                      <a:pt x="98" y="148"/>
                    </a:cubicBezTo>
                    <a:cubicBezTo>
                      <a:pt x="116" y="166"/>
                      <a:pt x="134" y="183"/>
                      <a:pt x="151" y="199"/>
                    </a:cubicBezTo>
                    <a:cubicBezTo>
                      <a:pt x="171" y="215"/>
                      <a:pt x="192" y="230"/>
                      <a:pt x="213" y="244"/>
                    </a:cubicBezTo>
                    <a:cubicBezTo>
                      <a:pt x="215" y="245"/>
                      <a:pt x="217" y="245"/>
                      <a:pt x="219" y="245"/>
                    </a:cubicBezTo>
                    <a:cubicBezTo>
                      <a:pt x="232" y="245"/>
                      <a:pt x="245" y="229"/>
                      <a:pt x="232" y="220"/>
                    </a:cubicBezTo>
                    <a:cubicBezTo>
                      <a:pt x="214" y="205"/>
                      <a:pt x="192" y="191"/>
                      <a:pt x="174" y="177"/>
                    </a:cubicBezTo>
                    <a:cubicBezTo>
                      <a:pt x="154" y="162"/>
                      <a:pt x="137" y="145"/>
                      <a:pt x="120" y="129"/>
                    </a:cubicBezTo>
                    <a:cubicBezTo>
                      <a:pt x="89" y="98"/>
                      <a:pt x="59" y="62"/>
                      <a:pt x="34" y="24"/>
                    </a:cubicBezTo>
                    <a:cubicBezTo>
                      <a:pt x="32" y="21"/>
                      <a:pt x="29" y="18"/>
                      <a:pt x="28" y="16"/>
                    </a:cubicBezTo>
                    <a:cubicBezTo>
                      <a:pt x="22" y="11"/>
                      <a:pt x="17" y="5"/>
                      <a:pt x="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6"/>
              <p:cNvSpPr/>
              <p:nvPr/>
            </p:nvSpPr>
            <p:spPr>
              <a:xfrm>
                <a:off x="4449612" y="1900505"/>
                <a:ext cx="721373" cy="164780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1765" extrusionOk="0">
                    <a:moveTo>
                      <a:pt x="1060" y="0"/>
                    </a:moveTo>
                    <a:cubicBezTo>
                      <a:pt x="915" y="0"/>
                      <a:pt x="779" y="30"/>
                      <a:pt x="659" y="103"/>
                    </a:cubicBezTo>
                    <a:cubicBezTo>
                      <a:pt x="0" y="507"/>
                      <a:pt x="340" y="1487"/>
                      <a:pt x="489" y="1636"/>
                    </a:cubicBezTo>
                    <a:cubicBezTo>
                      <a:pt x="568" y="1715"/>
                      <a:pt x="1911" y="1764"/>
                      <a:pt x="3284" y="1764"/>
                    </a:cubicBezTo>
                    <a:cubicBezTo>
                      <a:pt x="4501" y="1764"/>
                      <a:pt x="5742" y="1726"/>
                      <a:pt x="6151" y="1636"/>
                    </a:cubicBezTo>
                    <a:cubicBezTo>
                      <a:pt x="7024" y="1444"/>
                      <a:pt x="7726" y="1061"/>
                      <a:pt x="7726" y="1061"/>
                    </a:cubicBezTo>
                    <a:lnTo>
                      <a:pt x="7620" y="636"/>
                    </a:lnTo>
                    <a:cubicBezTo>
                      <a:pt x="7620" y="636"/>
                      <a:pt x="5917" y="721"/>
                      <a:pt x="5853" y="721"/>
                    </a:cubicBezTo>
                    <a:cubicBezTo>
                      <a:pt x="5790" y="721"/>
                      <a:pt x="2596" y="636"/>
                      <a:pt x="2596" y="636"/>
                    </a:cubicBezTo>
                    <a:cubicBezTo>
                      <a:pt x="2527" y="617"/>
                      <a:pt x="1714" y="0"/>
                      <a:pt x="10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6"/>
              <p:cNvSpPr/>
              <p:nvPr/>
            </p:nvSpPr>
            <p:spPr>
              <a:xfrm>
                <a:off x="5117212" y="1947839"/>
                <a:ext cx="57602" cy="7571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811" extrusionOk="0">
                    <a:moveTo>
                      <a:pt x="596" y="0"/>
                    </a:moveTo>
                    <a:lnTo>
                      <a:pt x="1" y="108"/>
                    </a:lnTo>
                    <a:cubicBezTo>
                      <a:pt x="1" y="149"/>
                      <a:pt x="83" y="811"/>
                      <a:pt x="126" y="811"/>
                    </a:cubicBezTo>
                    <a:cubicBezTo>
                      <a:pt x="126" y="811"/>
                      <a:pt x="127" y="810"/>
                      <a:pt x="128" y="810"/>
                    </a:cubicBezTo>
                    <a:cubicBezTo>
                      <a:pt x="171" y="788"/>
                      <a:pt x="575" y="639"/>
                      <a:pt x="596" y="533"/>
                    </a:cubicBezTo>
                    <a:cubicBezTo>
                      <a:pt x="617" y="427"/>
                      <a:pt x="596" y="0"/>
                      <a:pt x="596" y="0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6"/>
              <p:cNvSpPr/>
              <p:nvPr/>
            </p:nvSpPr>
            <p:spPr>
              <a:xfrm>
                <a:off x="4624564" y="1923472"/>
                <a:ext cx="215749" cy="47520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509" extrusionOk="0">
                    <a:moveTo>
                      <a:pt x="13" y="0"/>
                    </a:moveTo>
                    <a:cubicBezTo>
                      <a:pt x="2" y="0"/>
                      <a:pt x="1" y="15"/>
                      <a:pt x="8" y="20"/>
                    </a:cubicBezTo>
                    <a:cubicBezTo>
                      <a:pt x="33" y="35"/>
                      <a:pt x="60" y="47"/>
                      <a:pt x="89" y="57"/>
                    </a:cubicBezTo>
                    <a:cubicBezTo>
                      <a:pt x="115" y="67"/>
                      <a:pt x="142" y="79"/>
                      <a:pt x="169" y="93"/>
                    </a:cubicBezTo>
                    <a:cubicBezTo>
                      <a:pt x="223" y="115"/>
                      <a:pt x="275" y="142"/>
                      <a:pt x="324" y="170"/>
                    </a:cubicBezTo>
                    <a:cubicBezTo>
                      <a:pt x="427" y="229"/>
                      <a:pt x="524" y="296"/>
                      <a:pt x="613" y="370"/>
                    </a:cubicBezTo>
                    <a:cubicBezTo>
                      <a:pt x="666" y="413"/>
                      <a:pt x="713" y="460"/>
                      <a:pt x="763" y="504"/>
                    </a:cubicBezTo>
                    <a:cubicBezTo>
                      <a:pt x="765" y="507"/>
                      <a:pt x="769" y="508"/>
                      <a:pt x="772" y="508"/>
                    </a:cubicBezTo>
                    <a:cubicBezTo>
                      <a:pt x="782" y="508"/>
                      <a:pt x="791" y="496"/>
                      <a:pt x="782" y="486"/>
                    </a:cubicBezTo>
                    <a:cubicBezTo>
                      <a:pt x="751" y="449"/>
                      <a:pt x="718" y="415"/>
                      <a:pt x="682" y="382"/>
                    </a:cubicBezTo>
                    <a:lnTo>
                      <a:pt x="682" y="382"/>
                    </a:lnTo>
                    <a:cubicBezTo>
                      <a:pt x="731" y="387"/>
                      <a:pt x="782" y="390"/>
                      <a:pt x="833" y="390"/>
                    </a:cubicBezTo>
                    <a:lnTo>
                      <a:pt x="991" y="396"/>
                    </a:lnTo>
                    <a:cubicBezTo>
                      <a:pt x="1097" y="399"/>
                      <a:pt x="1203" y="403"/>
                      <a:pt x="1308" y="406"/>
                    </a:cubicBezTo>
                    <a:cubicBezTo>
                      <a:pt x="1520" y="415"/>
                      <a:pt x="1730" y="425"/>
                      <a:pt x="1942" y="439"/>
                    </a:cubicBezTo>
                    <a:cubicBezTo>
                      <a:pt x="2000" y="442"/>
                      <a:pt x="2060" y="446"/>
                      <a:pt x="2118" y="449"/>
                    </a:cubicBezTo>
                    <a:cubicBezTo>
                      <a:pt x="2164" y="454"/>
                      <a:pt x="2210" y="456"/>
                      <a:pt x="2256" y="456"/>
                    </a:cubicBezTo>
                    <a:cubicBezTo>
                      <a:pt x="2270" y="456"/>
                      <a:pt x="2284" y="456"/>
                      <a:pt x="2299" y="455"/>
                    </a:cubicBezTo>
                    <a:cubicBezTo>
                      <a:pt x="2307" y="455"/>
                      <a:pt x="2310" y="439"/>
                      <a:pt x="2300" y="437"/>
                    </a:cubicBezTo>
                    <a:cubicBezTo>
                      <a:pt x="2196" y="419"/>
                      <a:pt x="2090" y="416"/>
                      <a:pt x="1985" y="410"/>
                    </a:cubicBezTo>
                    <a:cubicBezTo>
                      <a:pt x="1881" y="403"/>
                      <a:pt x="1774" y="397"/>
                      <a:pt x="1669" y="391"/>
                    </a:cubicBezTo>
                    <a:cubicBezTo>
                      <a:pt x="1457" y="381"/>
                      <a:pt x="1247" y="372"/>
                      <a:pt x="1035" y="366"/>
                    </a:cubicBezTo>
                    <a:cubicBezTo>
                      <a:pt x="976" y="363"/>
                      <a:pt x="918" y="361"/>
                      <a:pt x="858" y="361"/>
                    </a:cubicBezTo>
                    <a:lnTo>
                      <a:pt x="769" y="360"/>
                    </a:lnTo>
                    <a:cubicBezTo>
                      <a:pt x="756" y="359"/>
                      <a:pt x="743" y="359"/>
                      <a:pt x="730" y="359"/>
                    </a:cubicBezTo>
                    <a:cubicBezTo>
                      <a:pt x="713" y="359"/>
                      <a:pt x="695" y="359"/>
                      <a:pt x="678" y="361"/>
                    </a:cubicBezTo>
                    <a:cubicBezTo>
                      <a:pt x="673" y="361"/>
                      <a:pt x="669" y="366"/>
                      <a:pt x="669" y="370"/>
                    </a:cubicBezTo>
                    <a:cubicBezTo>
                      <a:pt x="664" y="366"/>
                      <a:pt x="658" y="361"/>
                      <a:pt x="654" y="357"/>
                    </a:cubicBezTo>
                    <a:cubicBezTo>
                      <a:pt x="609" y="318"/>
                      <a:pt x="561" y="281"/>
                      <a:pt x="512" y="245"/>
                    </a:cubicBezTo>
                    <a:cubicBezTo>
                      <a:pt x="417" y="176"/>
                      <a:pt x="314" y="117"/>
                      <a:pt x="205" y="66"/>
                    </a:cubicBezTo>
                    <a:cubicBezTo>
                      <a:pt x="174" y="53"/>
                      <a:pt x="142" y="39"/>
                      <a:pt x="111" y="27"/>
                    </a:cubicBezTo>
                    <a:cubicBezTo>
                      <a:pt x="80" y="14"/>
                      <a:pt x="47" y="5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6"/>
              <p:cNvSpPr/>
              <p:nvPr/>
            </p:nvSpPr>
            <p:spPr>
              <a:xfrm>
                <a:off x="4946554" y="2016085"/>
                <a:ext cx="184848" cy="46960"/>
              </a:xfrm>
              <a:custGeom>
                <a:avLst/>
                <a:gdLst/>
                <a:ahLst/>
                <a:cxnLst/>
                <a:rect l="l" t="t" r="r" b="b"/>
                <a:pathLst>
                  <a:path w="1980" h="503" extrusionOk="0">
                    <a:moveTo>
                      <a:pt x="1951" y="1"/>
                    </a:moveTo>
                    <a:cubicBezTo>
                      <a:pt x="1948" y="1"/>
                      <a:pt x="1945" y="2"/>
                      <a:pt x="1942" y="3"/>
                    </a:cubicBezTo>
                    <a:cubicBezTo>
                      <a:pt x="1707" y="112"/>
                      <a:pt x="1462" y="204"/>
                      <a:pt x="1213" y="276"/>
                    </a:cubicBezTo>
                    <a:cubicBezTo>
                      <a:pt x="963" y="349"/>
                      <a:pt x="708" y="404"/>
                      <a:pt x="448" y="438"/>
                    </a:cubicBezTo>
                    <a:cubicBezTo>
                      <a:pt x="303" y="459"/>
                      <a:pt x="157" y="470"/>
                      <a:pt x="11" y="488"/>
                    </a:cubicBezTo>
                    <a:cubicBezTo>
                      <a:pt x="1" y="488"/>
                      <a:pt x="1" y="503"/>
                      <a:pt x="11" y="503"/>
                    </a:cubicBezTo>
                    <a:cubicBezTo>
                      <a:pt x="21" y="503"/>
                      <a:pt x="30" y="503"/>
                      <a:pt x="40" y="503"/>
                    </a:cubicBezTo>
                    <a:cubicBezTo>
                      <a:pt x="163" y="503"/>
                      <a:pt x="285" y="494"/>
                      <a:pt x="406" y="477"/>
                    </a:cubicBezTo>
                    <a:cubicBezTo>
                      <a:pt x="536" y="462"/>
                      <a:pt x="666" y="441"/>
                      <a:pt x="794" y="416"/>
                    </a:cubicBezTo>
                    <a:cubicBezTo>
                      <a:pt x="1051" y="365"/>
                      <a:pt x="1304" y="294"/>
                      <a:pt x="1550" y="204"/>
                    </a:cubicBezTo>
                    <a:cubicBezTo>
                      <a:pt x="1689" y="154"/>
                      <a:pt x="1826" y="97"/>
                      <a:pt x="1960" y="34"/>
                    </a:cubicBezTo>
                    <a:cubicBezTo>
                      <a:pt x="1979" y="27"/>
                      <a:pt x="1968" y="1"/>
                      <a:pt x="1951" y="1"/>
                    </a:cubicBez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6"/>
              <p:cNvSpPr/>
              <p:nvPr/>
            </p:nvSpPr>
            <p:spPr>
              <a:xfrm>
                <a:off x="5177427" y="1835901"/>
                <a:ext cx="60496" cy="162726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743" extrusionOk="0">
                    <a:moveTo>
                      <a:pt x="517" y="1"/>
                    </a:moveTo>
                    <a:cubicBezTo>
                      <a:pt x="515" y="1"/>
                      <a:pt x="512" y="3"/>
                      <a:pt x="510" y="6"/>
                    </a:cubicBezTo>
                    <a:cubicBezTo>
                      <a:pt x="504" y="32"/>
                      <a:pt x="503" y="60"/>
                      <a:pt x="504" y="87"/>
                    </a:cubicBezTo>
                    <a:lnTo>
                      <a:pt x="504" y="169"/>
                    </a:lnTo>
                    <a:cubicBezTo>
                      <a:pt x="504" y="224"/>
                      <a:pt x="503" y="281"/>
                      <a:pt x="501" y="336"/>
                    </a:cubicBezTo>
                    <a:cubicBezTo>
                      <a:pt x="498" y="445"/>
                      <a:pt x="494" y="555"/>
                      <a:pt x="486" y="665"/>
                    </a:cubicBezTo>
                    <a:cubicBezTo>
                      <a:pt x="483" y="700"/>
                      <a:pt x="480" y="734"/>
                      <a:pt x="477" y="768"/>
                    </a:cubicBezTo>
                    <a:cubicBezTo>
                      <a:pt x="470" y="768"/>
                      <a:pt x="464" y="774"/>
                      <a:pt x="464" y="782"/>
                    </a:cubicBezTo>
                    <a:cubicBezTo>
                      <a:pt x="464" y="830"/>
                      <a:pt x="473" y="877"/>
                      <a:pt x="488" y="923"/>
                    </a:cubicBezTo>
                    <a:cubicBezTo>
                      <a:pt x="503" y="970"/>
                      <a:pt x="519" y="1014"/>
                      <a:pt x="535" y="1059"/>
                    </a:cubicBezTo>
                    <a:cubicBezTo>
                      <a:pt x="568" y="1149"/>
                      <a:pt x="601" y="1240"/>
                      <a:pt x="607" y="1335"/>
                    </a:cubicBezTo>
                    <a:cubicBezTo>
                      <a:pt x="613" y="1419"/>
                      <a:pt x="597" y="1508"/>
                      <a:pt x="541" y="1574"/>
                    </a:cubicBezTo>
                    <a:cubicBezTo>
                      <a:pt x="489" y="1633"/>
                      <a:pt x="419" y="1675"/>
                      <a:pt x="342" y="1691"/>
                    </a:cubicBezTo>
                    <a:cubicBezTo>
                      <a:pt x="286" y="1706"/>
                      <a:pt x="229" y="1710"/>
                      <a:pt x="172" y="1710"/>
                    </a:cubicBezTo>
                    <a:cubicBezTo>
                      <a:pt x="120" y="1710"/>
                      <a:pt x="68" y="1707"/>
                      <a:pt x="17" y="1706"/>
                    </a:cubicBezTo>
                    <a:cubicBezTo>
                      <a:pt x="5" y="1706"/>
                      <a:pt x="0" y="1729"/>
                      <a:pt x="14" y="1730"/>
                    </a:cubicBezTo>
                    <a:cubicBezTo>
                      <a:pt x="67" y="1737"/>
                      <a:pt x="124" y="1743"/>
                      <a:pt x="182" y="1743"/>
                    </a:cubicBezTo>
                    <a:cubicBezTo>
                      <a:pt x="313" y="1743"/>
                      <a:pt x="446" y="1715"/>
                      <a:pt x="541" y="1623"/>
                    </a:cubicBezTo>
                    <a:cubicBezTo>
                      <a:pt x="604" y="1560"/>
                      <a:pt x="640" y="1477"/>
                      <a:pt x="641" y="1390"/>
                    </a:cubicBezTo>
                    <a:cubicBezTo>
                      <a:pt x="647" y="1292"/>
                      <a:pt x="620" y="1195"/>
                      <a:pt x="588" y="1104"/>
                    </a:cubicBezTo>
                    <a:cubicBezTo>
                      <a:pt x="570" y="1050"/>
                      <a:pt x="547" y="998"/>
                      <a:pt x="531" y="944"/>
                    </a:cubicBezTo>
                    <a:cubicBezTo>
                      <a:pt x="522" y="917"/>
                      <a:pt x="515" y="891"/>
                      <a:pt x="507" y="862"/>
                    </a:cubicBezTo>
                    <a:cubicBezTo>
                      <a:pt x="503" y="844"/>
                      <a:pt x="500" y="825"/>
                      <a:pt x="495" y="807"/>
                    </a:cubicBezTo>
                    <a:cubicBezTo>
                      <a:pt x="507" y="713"/>
                      <a:pt x="512" y="619"/>
                      <a:pt x="518" y="525"/>
                    </a:cubicBezTo>
                    <a:cubicBezTo>
                      <a:pt x="526" y="415"/>
                      <a:pt x="529" y="303"/>
                      <a:pt x="531" y="193"/>
                    </a:cubicBezTo>
                    <a:lnTo>
                      <a:pt x="531" y="97"/>
                    </a:lnTo>
                    <a:cubicBezTo>
                      <a:pt x="534" y="66"/>
                      <a:pt x="531" y="36"/>
                      <a:pt x="524" y="6"/>
                    </a:cubicBezTo>
                    <a:cubicBezTo>
                      <a:pt x="523" y="3"/>
                      <a:pt x="520" y="1"/>
                      <a:pt x="517" y="1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6"/>
              <p:cNvSpPr/>
              <p:nvPr/>
            </p:nvSpPr>
            <p:spPr>
              <a:xfrm>
                <a:off x="4572657" y="2056976"/>
                <a:ext cx="159455" cy="8963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96" extrusionOk="0">
                    <a:moveTo>
                      <a:pt x="17" y="0"/>
                    </a:moveTo>
                    <a:cubicBezTo>
                      <a:pt x="5" y="0"/>
                      <a:pt x="0" y="20"/>
                      <a:pt x="14" y="23"/>
                    </a:cubicBezTo>
                    <a:cubicBezTo>
                      <a:pt x="121" y="41"/>
                      <a:pt x="229" y="48"/>
                      <a:pt x="337" y="57"/>
                    </a:cubicBezTo>
                    <a:cubicBezTo>
                      <a:pt x="446" y="66"/>
                      <a:pt x="557" y="72"/>
                      <a:pt x="667" y="78"/>
                    </a:cubicBezTo>
                    <a:cubicBezTo>
                      <a:pt x="886" y="88"/>
                      <a:pt x="1105" y="94"/>
                      <a:pt x="1325" y="96"/>
                    </a:cubicBezTo>
                    <a:lnTo>
                      <a:pt x="1508" y="96"/>
                    </a:lnTo>
                    <a:cubicBezTo>
                      <a:pt x="1538" y="96"/>
                      <a:pt x="1569" y="96"/>
                      <a:pt x="1600" y="93"/>
                    </a:cubicBezTo>
                    <a:cubicBezTo>
                      <a:pt x="1632" y="90"/>
                      <a:pt x="1663" y="91"/>
                      <a:pt x="1694" y="85"/>
                    </a:cubicBezTo>
                    <a:cubicBezTo>
                      <a:pt x="1708" y="84"/>
                      <a:pt x="1703" y="63"/>
                      <a:pt x="1690" y="62"/>
                    </a:cubicBezTo>
                    <a:cubicBezTo>
                      <a:pt x="1663" y="59"/>
                      <a:pt x="1635" y="60"/>
                      <a:pt x="1608" y="59"/>
                    </a:cubicBezTo>
                    <a:cubicBezTo>
                      <a:pt x="1581" y="59"/>
                      <a:pt x="1554" y="57"/>
                      <a:pt x="1526" y="57"/>
                    </a:cubicBezTo>
                    <a:lnTo>
                      <a:pt x="1362" y="57"/>
                    </a:lnTo>
                    <a:cubicBezTo>
                      <a:pt x="1253" y="57"/>
                      <a:pt x="1144" y="56"/>
                      <a:pt x="1034" y="53"/>
                    </a:cubicBezTo>
                    <a:cubicBezTo>
                      <a:pt x="818" y="48"/>
                      <a:pt x="601" y="38"/>
                      <a:pt x="385" y="24"/>
                    </a:cubicBezTo>
                    <a:cubicBezTo>
                      <a:pt x="261" y="15"/>
                      <a:pt x="139" y="3"/>
                      <a:pt x="17" y="0"/>
                    </a:cubicBez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6"/>
              <p:cNvSpPr/>
              <p:nvPr/>
            </p:nvSpPr>
            <p:spPr>
              <a:xfrm>
                <a:off x="4217619" y="2562705"/>
                <a:ext cx="112589" cy="127997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371" extrusionOk="0">
                    <a:moveTo>
                      <a:pt x="472" y="1"/>
                    </a:moveTo>
                    <a:cubicBezTo>
                      <a:pt x="468" y="7"/>
                      <a:pt x="465" y="13"/>
                      <a:pt x="462" y="19"/>
                    </a:cubicBezTo>
                    <a:cubicBezTo>
                      <a:pt x="505" y="50"/>
                      <a:pt x="551" y="75"/>
                      <a:pt x="599" y="98"/>
                    </a:cubicBezTo>
                    <a:cubicBezTo>
                      <a:pt x="653" y="125"/>
                      <a:pt x="706" y="151"/>
                      <a:pt x="760" y="177"/>
                    </a:cubicBezTo>
                    <a:cubicBezTo>
                      <a:pt x="867" y="226"/>
                      <a:pt x="978" y="269"/>
                      <a:pt x="1086" y="314"/>
                    </a:cubicBezTo>
                    <a:cubicBezTo>
                      <a:pt x="1113" y="321"/>
                      <a:pt x="1137" y="336"/>
                      <a:pt x="1155" y="359"/>
                    </a:cubicBezTo>
                    <a:cubicBezTo>
                      <a:pt x="1163" y="369"/>
                      <a:pt x="1165" y="381"/>
                      <a:pt x="1165" y="395"/>
                    </a:cubicBezTo>
                    <a:cubicBezTo>
                      <a:pt x="1119" y="383"/>
                      <a:pt x="1075" y="374"/>
                      <a:pt x="1028" y="359"/>
                    </a:cubicBezTo>
                    <a:cubicBezTo>
                      <a:pt x="976" y="344"/>
                      <a:pt x="925" y="324"/>
                      <a:pt x="875" y="304"/>
                    </a:cubicBezTo>
                    <a:cubicBezTo>
                      <a:pt x="775" y="262"/>
                      <a:pt x="678" y="211"/>
                      <a:pt x="587" y="151"/>
                    </a:cubicBezTo>
                    <a:cubicBezTo>
                      <a:pt x="562" y="134"/>
                      <a:pt x="536" y="117"/>
                      <a:pt x="512" y="99"/>
                    </a:cubicBezTo>
                    <a:cubicBezTo>
                      <a:pt x="488" y="83"/>
                      <a:pt x="468" y="65"/>
                      <a:pt x="442" y="52"/>
                    </a:cubicBezTo>
                    <a:cubicBezTo>
                      <a:pt x="439" y="59"/>
                      <a:pt x="435" y="65"/>
                      <a:pt x="432" y="72"/>
                    </a:cubicBezTo>
                    <a:cubicBezTo>
                      <a:pt x="448" y="89"/>
                      <a:pt x="466" y="104"/>
                      <a:pt x="484" y="119"/>
                    </a:cubicBezTo>
                    <a:cubicBezTo>
                      <a:pt x="505" y="135"/>
                      <a:pt x="527" y="153"/>
                      <a:pt x="551" y="168"/>
                    </a:cubicBezTo>
                    <a:cubicBezTo>
                      <a:pt x="596" y="199"/>
                      <a:pt x="644" y="229"/>
                      <a:pt x="691" y="256"/>
                    </a:cubicBezTo>
                    <a:cubicBezTo>
                      <a:pt x="788" y="310"/>
                      <a:pt x="891" y="353"/>
                      <a:pt x="995" y="387"/>
                    </a:cubicBezTo>
                    <a:cubicBezTo>
                      <a:pt x="1048" y="405"/>
                      <a:pt x="1101" y="420"/>
                      <a:pt x="1155" y="430"/>
                    </a:cubicBezTo>
                    <a:cubicBezTo>
                      <a:pt x="1155" y="436"/>
                      <a:pt x="1158" y="441"/>
                      <a:pt x="1163" y="444"/>
                    </a:cubicBezTo>
                    <a:cubicBezTo>
                      <a:pt x="1148" y="582"/>
                      <a:pt x="1109" y="717"/>
                      <a:pt x="1048" y="842"/>
                    </a:cubicBezTo>
                    <a:cubicBezTo>
                      <a:pt x="982" y="975"/>
                      <a:pt x="896" y="1094"/>
                      <a:pt x="788" y="1197"/>
                    </a:cubicBezTo>
                    <a:cubicBezTo>
                      <a:pt x="758" y="1225"/>
                      <a:pt x="726" y="1252"/>
                      <a:pt x="693" y="1277"/>
                    </a:cubicBezTo>
                    <a:cubicBezTo>
                      <a:pt x="666" y="1298"/>
                      <a:pt x="638" y="1318"/>
                      <a:pt x="611" y="1338"/>
                    </a:cubicBezTo>
                    <a:cubicBezTo>
                      <a:pt x="596" y="1337"/>
                      <a:pt x="581" y="1337"/>
                      <a:pt x="566" y="1337"/>
                    </a:cubicBezTo>
                    <a:cubicBezTo>
                      <a:pt x="545" y="1337"/>
                      <a:pt x="524" y="1337"/>
                      <a:pt x="505" y="1335"/>
                    </a:cubicBezTo>
                    <a:cubicBezTo>
                      <a:pt x="380" y="1327"/>
                      <a:pt x="259" y="1295"/>
                      <a:pt x="147" y="1242"/>
                    </a:cubicBezTo>
                    <a:cubicBezTo>
                      <a:pt x="104" y="1222"/>
                      <a:pt x="61" y="1200"/>
                      <a:pt x="20" y="1176"/>
                    </a:cubicBezTo>
                    <a:cubicBezTo>
                      <a:pt x="18" y="1175"/>
                      <a:pt x="17" y="1175"/>
                      <a:pt x="15" y="1175"/>
                    </a:cubicBezTo>
                    <a:cubicBezTo>
                      <a:pt x="6" y="1175"/>
                      <a:pt x="1" y="1187"/>
                      <a:pt x="10" y="1194"/>
                    </a:cubicBezTo>
                    <a:cubicBezTo>
                      <a:pt x="146" y="1297"/>
                      <a:pt x="316" y="1352"/>
                      <a:pt x="484" y="1367"/>
                    </a:cubicBezTo>
                    <a:cubicBezTo>
                      <a:pt x="508" y="1368"/>
                      <a:pt x="532" y="1370"/>
                      <a:pt x="554" y="1370"/>
                    </a:cubicBezTo>
                    <a:cubicBezTo>
                      <a:pt x="561" y="1371"/>
                      <a:pt x="567" y="1371"/>
                      <a:pt x="573" y="1371"/>
                    </a:cubicBezTo>
                    <a:cubicBezTo>
                      <a:pt x="592" y="1371"/>
                      <a:pt x="609" y="1368"/>
                      <a:pt x="627" y="1362"/>
                    </a:cubicBezTo>
                    <a:cubicBezTo>
                      <a:pt x="632" y="1361"/>
                      <a:pt x="635" y="1356"/>
                      <a:pt x="635" y="1352"/>
                    </a:cubicBezTo>
                    <a:cubicBezTo>
                      <a:pt x="657" y="1340"/>
                      <a:pt x="678" y="1325"/>
                      <a:pt x="699" y="1310"/>
                    </a:cubicBezTo>
                    <a:cubicBezTo>
                      <a:pt x="730" y="1288"/>
                      <a:pt x="760" y="1264"/>
                      <a:pt x="788" y="1239"/>
                    </a:cubicBezTo>
                    <a:cubicBezTo>
                      <a:pt x="845" y="1188"/>
                      <a:pt x="897" y="1133"/>
                      <a:pt x="943" y="1072"/>
                    </a:cubicBezTo>
                    <a:cubicBezTo>
                      <a:pt x="1036" y="952"/>
                      <a:pt x="1107" y="815"/>
                      <a:pt x="1151" y="670"/>
                    </a:cubicBezTo>
                    <a:cubicBezTo>
                      <a:pt x="1176" y="590"/>
                      <a:pt x="1192" y="506"/>
                      <a:pt x="1198" y="423"/>
                    </a:cubicBezTo>
                    <a:cubicBezTo>
                      <a:pt x="1204" y="408"/>
                      <a:pt x="1206" y="392"/>
                      <a:pt x="1203" y="375"/>
                    </a:cubicBezTo>
                    <a:cubicBezTo>
                      <a:pt x="1197" y="350"/>
                      <a:pt x="1183" y="327"/>
                      <a:pt x="1163" y="311"/>
                    </a:cubicBezTo>
                    <a:cubicBezTo>
                      <a:pt x="1140" y="295"/>
                      <a:pt x="1116" y="283"/>
                      <a:pt x="1089" y="274"/>
                    </a:cubicBezTo>
                    <a:cubicBezTo>
                      <a:pt x="1060" y="263"/>
                      <a:pt x="1031" y="251"/>
                      <a:pt x="1001" y="239"/>
                    </a:cubicBezTo>
                    <a:cubicBezTo>
                      <a:pt x="882" y="193"/>
                      <a:pt x="764" y="141"/>
                      <a:pt x="648" y="84"/>
                    </a:cubicBezTo>
                    <a:cubicBezTo>
                      <a:pt x="615" y="69"/>
                      <a:pt x="584" y="53"/>
                      <a:pt x="553" y="38"/>
                    </a:cubicBezTo>
                    <a:cubicBezTo>
                      <a:pt x="526" y="23"/>
                      <a:pt x="499" y="11"/>
                      <a:pt x="4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6"/>
              <p:cNvSpPr/>
              <p:nvPr/>
            </p:nvSpPr>
            <p:spPr>
              <a:xfrm>
                <a:off x="4403400" y="2815523"/>
                <a:ext cx="138636" cy="190454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2040" extrusionOk="0">
                    <a:moveTo>
                      <a:pt x="1437" y="0"/>
                    </a:moveTo>
                    <a:cubicBezTo>
                      <a:pt x="1418" y="0"/>
                      <a:pt x="1397" y="9"/>
                      <a:pt x="1379" y="14"/>
                    </a:cubicBezTo>
                    <a:cubicBezTo>
                      <a:pt x="1359" y="20"/>
                      <a:pt x="1333" y="26"/>
                      <a:pt x="1311" y="34"/>
                    </a:cubicBezTo>
                    <a:cubicBezTo>
                      <a:pt x="1265" y="44"/>
                      <a:pt x="1218" y="55"/>
                      <a:pt x="1172" y="62"/>
                    </a:cubicBezTo>
                    <a:lnTo>
                      <a:pt x="1165" y="63"/>
                    </a:lnTo>
                    <a:cubicBezTo>
                      <a:pt x="1162" y="60"/>
                      <a:pt x="1157" y="59"/>
                      <a:pt x="1153" y="59"/>
                    </a:cubicBezTo>
                    <a:cubicBezTo>
                      <a:pt x="1148" y="59"/>
                      <a:pt x="1143" y="61"/>
                      <a:pt x="1139" y="66"/>
                    </a:cubicBezTo>
                    <a:lnTo>
                      <a:pt x="1139" y="68"/>
                    </a:lnTo>
                    <a:cubicBezTo>
                      <a:pt x="1057" y="81"/>
                      <a:pt x="974" y="90"/>
                      <a:pt x="892" y="96"/>
                    </a:cubicBezTo>
                    <a:cubicBezTo>
                      <a:pt x="875" y="96"/>
                      <a:pt x="875" y="120"/>
                      <a:pt x="892" y="120"/>
                    </a:cubicBezTo>
                    <a:cubicBezTo>
                      <a:pt x="969" y="120"/>
                      <a:pt x="1047" y="116"/>
                      <a:pt x="1123" y="105"/>
                    </a:cubicBezTo>
                    <a:lnTo>
                      <a:pt x="1123" y="105"/>
                    </a:lnTo>
                    <a:cubicBezTo>
                      <a:pt x="1099" y="160"/>
                      <a:pt x="1077" y="217"/>
                      <a:pt x="1054" y="271"/>
                    </a:cubicBezTo>
                    <a:cubicBezTo>
                      <a:pt x="1025" y="339"/>
                      <a:pt x="995" y="406"/>
                      <a:pt x="963" y="474"/>
                    </a:cubicBezTo>
                    <a:cubicBezTo>
                      <a:pt x="901" y="609"/>
                      <a:pt x="834" y="740"/>
                      <a:pt x="764" y="872"/>
                    </a:cubicBezTo>
                    <a:cubicBezTo>
                      <a:pt x="623" y="1131"/>
                      <a:pt x="468" y="1382"/>
                      <a:pt x="298" y="1623"/>
                    </a:cubicBezTo>
                    <a:cubicBezTo>
                      <a:pt x="252" y="1692"/>
                      <a:pt x="203" y="1757"/>
                      <a:pt x="154" y="1823"/>
                    </a:cubicBezTo>
                    <a:cubicBezTo>
                      <a:pt x="104" y="1890"/>
                      <a:pt x="55" y="1957"/>
                      <a:pt x="5" y="2024"/>
                    </a:cubicBezTo>
                    <a:cubicBezTo>
                      <a:pt x="0" y="2031"/>
                      <a:pt x="7" y="2039"/>
                      <a:pt x="15" y="2039"/>
                    </a:cubicBezTo>
                    <a:cubicBezTo>
                      <a:pt x="18" y="2039"/>
                      <a:pt x="20" y="2039"/>
                      <a:pt x="22" y="2036"/>
                    </a:cubicBezTo>
                    <a:cubicBezTo>
                      <a:pt x="70" y="1981"/>
                      <a:pt x="118" y="1924"/>
                      <a:pt x="163" y="1865"/>
                    </a:cubicBezTo>
                    <a:cubicBezTo>
                      <a:pt x="209" y="1807"/>
                      <a:pt x="252" y="1747"/>
                      <a:pt x="295" y="1687"/>
                    </a:cubicBezTo>
                    <a:cubicBezTo>
                      <a:pt x="382" y="1567"/>
                      <a:pt x="465" y="1444"/>
                      <a:pt x="544" y="1319"/>
                    </a:cubicBezTo>
                    <a:cubicBezTo>
                      <a:pt x="598" y="1233"/>
                      <a:pt x="650" y="1146"/>
                      <a:pt x="701" y="1058"/>
                    </a:cubicBezTo>
                    <a:cubicBezTo>
                      <a:pt x="705" y="1067"/>
                      <a:pt x="713" y="1075"/>
                      <a:pt x="719" y="1082"/>
                    </a:cubicBezTo>
                    <a:cubicBezTo>
                      <a:pt x="732" y="1097"/>
                      <a:pt x="747" y="1113"/>
                      <a:pt x="762" y="1130"/>
                    </a:cubicBezTo>
                    <a:cubicBezTo>
                      <a:pt x="789" y="1160"/>
                      <a:pt x="816" y="1191"/>
                      <a:pt x="844" y="1222"/>
                    </a:cubicBezTo>
                    <a:cubicBezTo>
                      <a:pt x="898" y="1285"/>
                      <a:pt x="950" y="1347"/>
                      <a:pt x="1002" y="1410"/>
                    </a:cubicBezTo>
                    <a:cubicBezTo>
                      <a:pt x="1107" y="1537"/>
                      <a:pt x="1206" y="1665"/>
                      <a:pt x="1300" y="1798"/>
                    </a:cubicBezTo>
                    <a:cubicBezTo>
                      <a:pt x="1329" y="1835"/>
                      <a:pt x="1354" y="1872"/>
                      <a:pt x="1381" y="1910"/>
                    </a:cubicBezTo>
                    <a:cubicBezTo>
                      <a:pt x="1405" y="1948"/>
                      <a:pt x="1433" y="1984"/>
                      <a:pt x="1463" y="2018"/>
                    </a:cubicBezTo>
                    <a:cubicBezTo>
                      <a:pt x="1465" y="2021"/>
                      <a:pt x="1468" y="2022"/>
                      <a:pt x="1470" y="2022"/>
                    </a:cubicBezTo>
                    <a:cubicBezTo>
                      <a:pt x="1478" y="2022"/>
                      <a:pt x="1484" y="2013"/>
                      <a:pt x="1481" y="2005"/>
                    </a:cubicBezTo>
                    <a:cubicBezTo>
                      <a:pt x="1461" y="1968"/>
                      <a:pt x="1441" y="1933"/>
                      <a:pt x="1415" y="1901"/>
                    </a:cubicBezTo>
                    <a:cubicBezTo>
                      <a:pt x="1393" y="1866"/>
                      <a:pt x="1369" y="1832"/>
                      <a:pt x="1345" y="1799"/>
                    </a:cubicBezTo>
                    <a:cubicBezTo>
                      <a:pt x="1297" y="1732"/>
                      <a:pt x="1248" y="1667"/>
                      <a:pt x="1198" y="1601"/>
                    </a:cubicBezTo>
                    <a:cubicBezTo>
                      <a:pt x="1098" y="1471"/>
                      <a:pt x="995" y="1343"/>
                      <a:pt x="886" y="1221"/>
                    </a:cubicBezTo>
                    <a:cubicBezTo>
                      <a:pt x="855" y="1186"/>
                      <a:pt x="825" y="1152"/>
                      <a:pt x="793" y="1118"/>
                    </a:cubicBezTo>
                    <a:cubicBezTo>
                      <a:pt x="779" y="1101"/>
                      <a:pt x="762" y="1083"/>
                      <a:pt x="747" y="1067"/>
                    </a:cubicBezTo>
                    <a:cubicBezTo>
                      <a:pt x="737" y="1055"/>
                      <a:pt x="725" y="1045"/>
                      <a:pt x="713" y="1036"/>
                    </a:cubicBezTo>
                    <a:cubicBezTo>
                      <a:pt x="805" y="873"/>
                      <a:pt x="892" y="709"/>
                      <a:pt x="972" y="539"/>
                    </a:cubicBezTo>
                    <a:cubicBezTo>
                      <a:pt x="1008" y="465"/>
                      <a:pt x="1042" y="389"/>
                      <a:pt x="1075" y="311"/>
                    </a:cubicBezTo>
                    <a:cubicBezTo>
                      <a:pt x="1107" y="241"/>
                      <a:pt x="1136" y="171"/>
                      <a:pt x="1162" y="99"/>
                    </a:cubicBezTo>
                    <a:lnTo>
                      <a:pt x="1177" y="98"/>
                    </a:lnTo>
                    <a:cubicBezTo>
                      <a:pt x="1223" y="90"/>
                      <a:pt x="1271" y="80"/>
                      <a:pt x="1315" y="69"/>
                    </a:cubicBezTo>
                    <a:cubicBezTo>
                      <a:pt x="1338" y="63"/>
                      <a:pt x="1362" y="58"/>
                      <a:pt x="1384" y="50"/>
                    </a:cubicBezTo>
                    <a:cubicBezTo>
                      <a:pt x="1396" y="47"/>
                      <a:pt x="1406" y="44"/>
                      <a:pt x="1418" y="41"/>
                    </a:cubicBezTo>
                    <a:cubicBezTo>
                      <a:pt x="1430" y="38"/>
                      <a:pt x="1442" y="32"/>
                      <a:pt x="1451" y="25"/>
                    </a:cubicBezTo>
                    <a:cubicBezTo>
                      <a:pt x="1458" y="17"/>
                      <a:pt x="1456" y="4"/>
                      <a:pt x="1445" y="1"/>
                    </a:cubicBezTo>
                    <a:cubicBezTo>
                      <a:pt x="1443" y="0"/>
                      <a:pt x="1440" y="0"/>
                      <a:pt x="14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6"/>
              <p:cNvSpPr/>
              <p:nvPr/>
            </p:nvSpPr>
            <p:spPr>
              <a:xfrm>
                <a:off x="4260563" y="3109979"/>
                <a:ext cx="73659" cy="97188"/>
              </a:xfrm>
              <a:custGeom>
                <a:avLst/>
                <a:gdLst/>
                <a:ahLst/>
                <a:cxnLst/>
                <a:rect l="l" t="t" r="r" b="b"/>
                <a:pathLst>
                  <a:path w="789" h="1041" extrusionOk="0">
                    <a:moveTo>
                      <a:pt x="770" y="1"/>
                    </a:moveTo>
                    <a:cubicBezTo>
                      <a:pt x="767" y="1"/>
                      <a:pt x="764" y="2"/>
                      <a:pt x="761" y="4"/>
                    </a:cubicBezTo>
                    <a:cubicBezTo>
                      <a:pt x="747" y="19"/>
                      <a:pt x="735" y="35"/>
                      <a:pt x="723" y="51"/>
                    </a:cubicBezTo>
                    <a:lnTo>
                      <a:pt x="686" y="105"/>
                    </a:lnTo>
                    <a:cubicBezTo>
                      <a:pt x="664" y="138"/>
                      <a:pt x="640" y="172"/>
                      <a:pt x="616" y="205"/>
                    </a:cubicBezTo>
                    <a:cubicBezTo>
                      <a:pt x="567" y="274"/>
                      <a:pt x="519" y="341"/>
                      <a:pt x="470" y="408"/>
                    </a:cubicBezTo>
                    <a:cubicBezTo>
                      <a:pt x="373" y="541"/>
                      <a:pt x="273" y="672"/>
                      <a:pt x="173" y="803"/>
                    </a:cubicBezTo>
                    <a:cubicBezTo>
                      <a:pt x="116" y="876"/>
                      <a:pt x="61" y="949"/>
                      <a:pt x="5" y="1024"/>
                    </a:cubicBezTo>
                    <a:cubicBezTo>
                      <a:pt x="0" y="1031"/>
                      <a:pt x="9" y="1040"/>
                      <a:pt x="16" y="1040"/>
                    </a:cubicBezTo>
                    <a:cubicBezTo>
                      <a:pt x="19" y="1040"/>
                      <a:pt x="21" y="1039"/>
                      <a:pt x="23" y="1037"/>
                    </a:cubicBezTo>
                    <a:cubicBezTo>
                      <a:pt x="237" y="785"/>
                      <a:pt x="434" y="518"/>
                      <a:pt x="626" y="250"/>
                    </a:cubicBezTo>
                    <a:cubicBezTo>
                      <a:pt x="653" y="212"/>
                      <a:pt x="680" y="175"/>
                      <a:pt x="707" y="136"/>
                    </a:cubicBezTo>
                    <a:lnTo>
                      <a:pt x="749" y="78"/>
                    </a:lnTo>
                    <a:cubicBezTo>
                      <a:pt x="762" y="59"/>
                      <a:pt x="774" y="39"/>
                      <a:pt x="785" y="17"/>
                    </a:cubicBezTo>
                    <a:cubicBezTo>
                      <a:pt x="789" y="7"/>
                      <a:pt x="780" y="1"/>
                      <a:pt x="770" y="1"/>
                    </a:cubicBezTo>
                    <a:close/>
                  </a:path>
                </a:pathLst>
              </a:custGeom>
              <a:solidFill>
                <a:srgbClr val="985A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6"/>
              <p:cNvSpPr/>
              <p:nvPr/>
            </p:nvSpPr>
            <p:spPr>
              <a:xfrm>
                <a:off x="3873223" y="3467453"/>
                <a:ext cx="127246" cy="100642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078" extrusionOk="0">
                    <a:moveTo>
                      <a:pt x="292" y="0"/>
                    </a:moveTo>
                    <a:cubicBezTo>
                      <a:pt x="270" y="0"/>
                      <a:pt x="249" y="7"/>
                      <a:pt x="235" y="28"/>
                    </a:cubicBezTo>
                    <a:cubicBezTo>
                      <a:pt x="235" y="28"/>
                      <a:pt x="1" y="390"/>
                      <a:pt x="127" y="519"/>
                    </a:cubicBezTo>
                    <a:cubicBezTo>
                      <a:pt x="171" y="562"/>
                      <a:pt x="266" y="648"/>
                      <a:pt x="376" y="741"/>
                    </a:cubicBezTo>
                    <a:cubicBezTo>
                      <a:pt x="566" y="900"/>
                      <a:pt x="805" y="1077"/>
                      <a:pt x="910" y="1077"/>
                    </a:cubicBezTo>
                    <a:cubicBezTo>
                      <a:pt x="920" y="1077"/>
                      <a:pt x="929" y="1076"/>
                      <a:pt x="937" y="1072"/>
                    </a:cubicBezTo>
                    <a:cubicBezTo>
                      <a:pt x="1064" y="1008"/>
                      <a:pt x="1362" y="645"/>
                      <a:pt x="1362" y="645"/>
                    </a:cubicBezTo>
                    <a:lnTo>
                      <a:pt x="937" y="390"/>
                    </a:lnTo>
                    <a:lnTo>
                      <a:pt x="494" y="101"/>
                    </a:lnTo>
                    <a:lnTo>
                      <a:pt x="384" y="28"/>
                    </a:lnTo>
                    <a:cubicBezTo>
                      <a:pt x="384" y="28"/>
                      <a:pt x="336" y="0"/>
                      <a:pt x="2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6"/>
              <p:cNvSpPr/>
              <p:nvPr/>
            </p:nvSpPr>
            <p:spPr>
              <a:xfrm>
                <a:off x="4561548" y="2614239"/>
                <a:ext cx="53307" cy="44439"/>
              </a:xfrm>
              <a:custGeom>
                <a:avLst/>
                <a:gdLst/>
                <a:ahLst/>
                <a:cxnLst/>
                <a:rect l="l" t="t" r="r" b="b"/>
                <a:pathLst>
                  <a:path w="571" h="476" extrusionOk="0">
                    <a:moveTo>
                      <a:pt x="10" y="0"/>
                    </a:moveTo>
                    <a:cubicBezTo>
                      <a:pt x="5" y="0"/>
                      <a:pt x="0" y="6"/>
                      <a:pt x="3" y="13"/>
                    </a:cubicBezTo>
                    <a:cubicBezTo>
                      <a:pt x="81" y="186"/>
                      <a:pt x="228" y="326"/>
                      <a:pt x="395" y="412"/>
                    </a:cubicBezTo>
                    <a:cubicBezTo>
                      <a:pt x="443" y="438"/>
                      <a:pt x="494" y="458"/>
                      <a:pt x="544" y="475"/>
                    </a:cubicBezTo>
                    <a:cubicBezTo>
                      <a:pt x="545" y="475"/>
                      <a:pt x="546" y="475"/>
                      <a:pt x="547" y="475"/>
                    </a:cubicBezTo>
                    <a:cubicBezTo>
                      <a:pt x="564" y="475"/>
                      <a:pt x="570" y="451"/>
                      <a:pt x="553" y="443"/>
                    </a:cubicBezTo>
                    <a:cubicBezTo>
                      <a:pt x="465" y="415"/>
                      <a:pt x="383" y="373"/>
                      <a:pt x="307" y="321"/>
                    </a:cubicBezTo>
                    <a:cubicBezTo>
                      <a:pt x="231" y="269"/>
                      <a:pt x="164" y="206"/>
                      <a:pt x="107" y="133"/>
                    </a:cubicBezTo>
                    <a:cubicBezTo>
                      <a:pt x="75" y="93"/>
                      <a:pt x="45" y="50"/>
                      <a:pt x="17" y="5"/>
                    </a:cubicBezTo>
                    <a:cubicBezTo>
                      <a:pt x="15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6"/>
              <p:cNvSpPr/>
              <p:nvPr/>
            </p:nvSpPr>
            <p:spPr>
              <a:xfrm>
                <a:off x="4377354" y="2616293"/>
                <a:ext cx="92237" cy="51348"/>
              </a:xfrm>
              <a:custGeom>
                <a:avLst/>
                <a:gdLst/>
                <a:ahLst/>
                <a:cxnLst/>
                <a:rect l="l" t="t" r="r" b="b"/>
                <a:pathLst>
                  <a:path w="988" h="550" extrusionOk="0">
                    <a:moveTo>
                      <a:pt x="953" y="1"/>
                    </a:moveTo>
                    <a:cubicBezTo>
                      <a:pt x="947" y="1"/>
                      <a:pt x="940" y="3"/>
                      <a:pt x="935" y="10"/>
                    </a:cubicBezTo>
                    <a:cubicBezTo>
                      <a:pt x="843" y="117"/>
                      <a:pt x="737" y="213"/>
                      <a:pt x="619" y="293"/>
                    </a:cubicBezTo>
                    <a:cubicBezTo>
                      <a:pt x="503" y="369"/>
                      <a:pt x="376" y="429"/>
                      <a:pt x="245" y="471"/>
                    </a:cubicBezTo>
                    <a:cubicBezTo>
                      <a:pt x="169" y="493"/>
                      <a:pt x="93" y="511"/>
                      <a:pt x="17" y="524"/>
                    </a:cubicBezTo>
                    <a:cubicBezTo>
                      <a:pt x="0" y="527"/>
                      <a:pt x="3" y="550"/>
                      <a:pt x="18" y="550"/>
                    </a:cubicBezTo>
                    <a:cubicBezTo>
                      <a:pt x="296" y="538"/>
                      <a:pt x="574" y="407"/>
                      <a:pt x="794" y="219"/>
                    </a:cubicBezTo>
                    <a:cubicBezTo>
                      <a:pt x="859" y="165"/>
                      <a:pt x="917" y="105"/>
                      <a:pt x="971" y="40"/>
                    </a:cubicBezTo>
                    <a:cubicBezTo>
                      <a:pt x="988" y="22"/>
                      <a:pt x="971" y="1"/>
                      <a:pt x="95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6"/>
              <p:cNvSpPr/>
              <p:nvPr/>
            </p:nvSpPr>
            <p:spPr>
              <a:xfrm>
                <a:off x="4183170" y="2728698"/>
                <a:ext cx="177939" cy="421334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4513" extrusionOk="0">
                    <a:moveTo>
                      <a:pt x="1897" y="1"/>
                    </a:moveTo>
                    <a:cubicBezTo>
                      <a:pt x="1894" y="1"/>
                      <a:pt x="1892" y="3"/>
                      <a:pt x="1891" y="6"/>
                    </a:cubicBezTo>
                    <a:cubicBezTo>
                      <a:pt x="1831" y="316"/>
                      <a:pt x="1758" y="625"/>
                      <a:pt x="1669" y="928"/>
                    </a:cubicBezTo>
                    <a:cubicBezTo>
                      <a:pt x="1578" y="1232"/>
                      <a:pt x="1469" y="1532"/>
                      <a:pt x="1350" y="1827"/>
                    </a:cubicBezTo>
                    <a:cubicBezTo>
                      <a:pt x="1230" y="2121"/>
                      <a:pt x="1099" y="2412"/>
                      <a:pt x="960" y="2696"/>
                    </a:cubicBezTo>
                    <a:cubicBezTo>
                      <a:pt x="822" y="2983"/>
                      <a:pt x="673" y="3271"/>
                      <a:pt x="522" y="3552"/>
                    </a:cubicBezTo>
                    <a:cubicBezTo>
                      <a:pt x="370" y="3834"/>
                      <a:pt x="215" y="4112"/>
                      <a:pt x="60" y="4390"/>
                    </a:cubicBezTo>
                    <a:cubicBezTo>
                      <a:pt x="42" y="4425"/>
                      <a:pt x="22" y="4459"/>
                      <a:pt x="5" y="4495"/>
                    </a:cubicBezTo>
                    <a:cubicBezTo>
                      <a:pt x="0" y="4504"/>
                      <a:pt x="8" y="4513"/>
                      <a:pt x="17" y="4513"/>
                    </a:cubicBezTo>
                    <a:cubicBezTo>
                      <a:pt x="20" y="4513"/>
                      <a:pt x="24" y="4511"/>
                      <a:pt x="27" y="4507"/>
                    </a:cubicBezTo>
                    <a:cubicBezTo>
                      <a:pt x="191" y="4231"/>
                      <a:pt x="343" y="3949"/>
                      <a:pt x="495" y="3669"/>
                    </a:cubicBezTo>
                    <a:cubicBezTo>
                      <a:pt x="647" y="3387"/>
                      <a:pt x="798" y="3102"/>
                      <a:pt x="938" y="2813"/>
                    </a:cubicBezTo>
                    <a:cubicBezTo>
                      <a:pt x="1080" y="2526"/>
                      <a:pt x="1214" y="2237"/>
                      <a:pt x="1336" y="1942"/>
                    </a:cubicBezTo>
                    <a:cubicBezTo>
                      <a:pt x="1457" y="1650"/>
                      <a:pt x="1566" y="1351"/>
                      <a:pt x="1660" y="1050"/>
                    </a:cubicBezTo>
                    <a:cubicBezTo>
                      <a:pt x="1706" y="898"/>
                      <a:pt x="1748" y="746"/>
                      <a:pt x="1786" y="592"/>
                    </a:cubicBezTo>
                    <a:cubicBezTo>
                      <a:pt x="1825" y="437"/>
                      <a:pt x="1861" y="282"/>
                      <a:pt x="1886" y="126"/>
                    </a:cubicBezTo>
                    <a:cubicBezTo>
                      <a:pt x="1892" y="87"/>
                      <a:pt x="1898" y="48"/>
                      <a:pt x="1904" y="9"/>
                    </a:cubicBezTo>
                    <a:cubicBezTo>
                      <a:pt x="1905" y="4"/>
                      <a:pt x="1901" y="1"/>
                      <a:pt x="18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6"/>
              <p:cNvSpPr/>
              <p:nvPr/>
            </p:nvSpPr>
            <p:spPr>
              <a:xfrm>
                <a:off x="4549038" y="2873406"/>
                <a:ext cx="156374" cy="256273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2745" extrusionOk="0">
                    <a:moveTo>
                      <a:pt x="20" y="1"/>
                    </a:moveTo>
                    <a:cubicBezTo>
                      <a:pt x="11" y="1"/>
                      <a:pt x="1" y="10"/>
                      <a:pt x="6" y="21"/>
                    </a:cubicBezTo>
                    <a:cubicBezTo>
                      <a:pt x="212" y="375"/>
                      <a:pt x="420" y="727"/>
                      <a:pt x="632" y="1079"/>
                    </a:cubicBezTo>
                    <a:cubicBezTo>
                      <a:pt x="844" y="1431"/>
                      <a:pt x="1056" y="1785"/>
                      <a:pt x="1266" y="2140"/>
                    </a:cubicBezTo>
                    <a:cubicBezTo>
                      <a:pt x="1385" y="2338"/>
                      <a:pt x="1502" y="2536"/>
                      <a:pt x="1622" y="2733"/>
                    </a:cubicBezTo>
                    <a:cubicBezTo>
                      <a:pt x="1627" y="2741"/>
                      <a:pt x="1635" y="2745"/>
                      <a:pt x="1642" y="2745"/>
                    </a:cubicBezTo>
                    <a:cubicBezTo>
                      <a:pt x="1658" y="2745"/>
                      <a:pt x="1674" y="2728"/>
                      <a:pt x="1664" y="2711"/>
                    </a:cubicBezTo>
                    <a:cubicBezTo>
                      <a:pt x="1457" y="2356"/>
                      <a:pt x="1242" y="2007"/>
                      <a:pt x="1030" y="1655"/>
                    </a:cubicBezTo>
                    <a:cubicBezTo>
                      <a:pt x="820" y="1304"/>
                      <a:pt x="607" y="950"/>
                      <a:pt x="394" y="598"/>
                    </a:cubicBezTo>
                    <a:cubicBezTo>
                      <a:pt x="274" y="399"/>
                      <a:pt x="153" y="203"/>
                      <a:pt x="31" y="7"/>
                    </a:cubicBezTo>
                    <a:cubicBezTo>
                      <a:pt x="28" y="3"/>
                      <a:pt x="24" y="1"/>
                      <a:pt x="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6"/>
              <p:cNvSpPr/>
              <p:nvPr/>
            </p:nvSpPr>
            <p:spPr>
              <a:xfrm>
                <a:off x="4726137" y="3206886"/>
                <a:ext cx="16618" cy="266449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854" extrusionOk="0">
                    <a:moveTo>
                      <a:pt x="9" y="1"/>
                    </a:moveTo>
                    <a:cubicBezTo>
                      <a:pt x="5" y="1"/>
                      <a:pt x="0" y="5"/>
                      <a:pt x="1" y="13"/>
                    </a:cubicBezTo>
                    <a:cubicBezTo>
                      <a:pt x="30" y="379"/>
                      <a:pt x="56" y="748"/>
                      <a:pt x="79" y="1116"/>
                    </a:cubicBezTo>
                    <a:cubicBezTo>
                      <a:pt x="101" y="1484"/>
                      <a:pt x="120" y="1851"/>
                      <a:pt x="134" y="2219"/>
                    </a:cubicBezTo>
                    <a:cubicBezTo>
                      <a:pt x="137" y="2322"/>
                      <a:pt x="140" y="2425"/>
                      <a:pt x="143" y="2530"/>
                    </a:cubicBezTo>
                    <a:cubicBezTo>
                      <a:pt x="147" y="2634"/>
                      <a:pt x="149" y="2738"/>
                      <a:pt x="156" y="2843"/>
                    </a:cubicBezTo>
                    <a:cubicBezTo>
                      <a:pt x="157" y="2850"/>
                      <a:pt x="161" y="2854"/>
                      <a:pt x="165" y="2854"/>
                    </a:cubicBezTo>
                    <a:cubicBezTo>
                      <a:pt x="169" y="2854"/>
                      <a:pt x="173" y="2850"/>
                      <a:pt x="174" y="2843"/>
                    </a:cubicBezTo>
                    <a:cubicBezTo>
                      <a:pt x="177" y="2750"/>
                      <a:pt x="176" y="2656"/>
                      <a:pt x="173" y="2564"/>
                    </a:cubicBezTo>
                    <a:cubicBezTo>
                      <a:pt x="170" y="2470"/>
                      <a:pt x="167" y="2378"/>
                      <a:pt x="164" y="2284"/>
                    </a:cubicBezTo>
                    <a:cubicBezTo>
                      <a:pt x="156" y="2100"/>
                      <a:pt x="149" y="1917"/>
                      <a:pt x="140" y="1733"/>
                    </a:cubicBezTo>
                    <a:cubicBezTo>
                      <a:pt x="123" y="1365"/>
                      <a:pt x="100" y="995"/>
                      <a:pt x="73" y="627"/>
                    </a:cubicBezTo>
                    <a:cubicBezTo>
                      <a:pt x="56" y="421"/>
                      <a:pt x="38" y="215"/>
                      <a:pt x="16" y="10"/>
                    </a:cubicBezTo>
                    <a:cubicBezTo>
                      <a:pt x="16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46"/>
              <p:cNvSpPr/>
              <p:nvPr/>
            </p:nvSpPr>
            <p:spPr>
              <a:xfrm>
                <a:off x="3977503" y="3224438"/>
                <a:ext cx="153106" cy="219583"/>
              </a:xfrm>
              <a:custGeom>
                <a:avLst/>
                <a:gdLst/>
                <a:ahLst/>
                <a:cxnLst/>
                <a:rect l="l" t="t" r="r" b="b"/>
                <a:pathLst>
                  <a:path w="1640" h="2352" extrusionOk="0">
                    <a:moveTo>
                      <a:pt x="1630" y="1"/>
                    </a:moveTo>
                    <a:cubicBezTo>
                      <a:pt x="1627" y="1"/>
                      <a:pt x="1624" y="2"/>
                      <a:pt x="1621" y="6"/>
                    </a:cubicBezTo>
                    <a:cubicBezTo>
                      <a:pt x="1417" y="314"/>
                      <a:pt x="1213" y="621"/>
                      <a:pt x="1004" y="925"/>
                    </a:cubicBezTo>
                    <a:cubicBezTo>
                      <a:pt x="797" y="1229"/>
                      <a:pt x="585" y="1530"/>
                      <a:pt x="370" y="1829"/>
                    </a:cubicBezTo>
                    <a:cubicBezTo>
                      <a:pt x="309" y="1914"/>
                      <a:pt x="248" y="1997"/>
                      <a:pt x="188" y="2079"/>
                    </a:cubicBezTo>
                    <a:cubicBezTo>
                      <a:pt x="126" y="2164"/>
                      <a:pt x="63" y="2248"/>
                      <a:pt x="7" y="2336"/>
                    </a:cubicBezTo>
                    <a:cubicBezTo>
                      <a:pt x="0" y="2344"/>
                      <a:pt x="4" y="2351"/>
                      <a:pt x="10" y="2351"/>
                    </a:cubicBezTo>
                    <a:cubicBezTo>
                      <a:pt x="13" y="2351"/>
                      <a:pt x="17" y="2350"/>
                      <a:pt x="20" y="2346"/>
                    </a:cubicBezTo>
                    <a:cubicBezTo>
                      <a:pt x="80" y="2275"/>
                      <a:pt x="135" y="2198"/>
                      <a:pt x="190" y="2124"/>
                    </a:cubicBezTo>
                    <a:cubicBezTo>
                      <a:pt x="245" y="2049"/>
                      <a:pt x="300" y="1975"/>
                      <a:pt x="354" y="1899"/>
                    </a:cubicBezTo>
                    <a:cubicBezTo>
                      <a:pt x="461" y="1750"/>
                      <a:pt x="569" y="1601"/>
                      <a:pt x="675" y="1450"/>
                    </a:cubicBezTo>
                    <a:cubicBezTo>
                      <a:pt x="888" y="1147"/>
                      <a:pt x="1097" y="843"/>
                      <a:pt x="1299" y="536"/>
                    </a:cubicBezTo>
                    <a:cubicBezTo>
                      <a:pt x="1414" y="363"/>
                      <a:pt x="1526" y="188"/>
                      <a:pt x="1635" y="14"/>
                    </a:cubicBezTo>
                    <a:cubicBezTo>
                      <a:pt x="1640" y="7"/>
                      <a:pt x="1636" y="1"/>
                      <a:pt x="16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46"/>
              <p:cNvSpPr/>
              <p:nvPr/>
            </p:nvSpPr>
            <p:spPr>
              <a:xfrm>
                <a:off x="4713814" y="3474081"/>
                <a:ext cx="137236" cy="125382"/>
              </a:xfrm>
              <a:custGeom>
                <a:avLst/>
                <a:gdLst/>
                <a:ahLst/>
                <a:cxnLst/>
                <a:rect l="l" t="t" r="r" b="b"/>
                <a:pathLst>
                  <a:path w="1470" h="1343" extrusionOk="0">
                    <a:moveTo>
                      <a:pt x="1469" y="0"/>
                    </a:moveTo>
                    <a:lnTo>
                      <a:pt x="0" y="574"/>
                    </a:lnTo>
                    <a:cubicBezTo>
                      <a:pt x="0" y="574"/>
                      <a:pt x="61" y="1342"/>
                      <a:pt x="281" y="1342"/>
                    </a:cubicBezTo>
                    <a:cubicBezTo>
                      <a:pt x="287" y="1342"/>
                      <a:pt x="293" y="1342"/>
                      <a:pt x="299" y="1341"/>
                    </a:cubicBezTo>
                    <a:cubicBezTo>
                      <a:pt x="533" y="1299"/>
                      <a:pt x="1278" y="1171"/>
                      <a:pt x="1363" y="808"/>
                    </a:cubicBezTo>
                    <a:cubicBezTo>
                      <a:pt x="1448" y="448"/>
                      <a:pt x="1469" y="0"/>
                      <a:pt x="1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6"/>
              <p:cNvSpPr/>
              <p:nvPr/>
            </p:nvSpPr>
            <p:spPr>
              <a:xfrm>
                <a:off x="3827478" y="3624390"/>
                <a:ext cx="269523" cy="56296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603" extrusionOk="0">
                    <a:moveTo>
                      <a:pt x="36" y="1"/>
                    </a:moveTo>
                    <a:lnTo>
                      <a:pt x="36" y="1"/>
                    </a:lnTo>
                    <a:cubicBezTo>
                      <a:pt x="0" y="133"/>
                      <a:pt x="2" y="236"/>
                      <a:pt x="64" y="284"/>
                    </a:cubicBezTo>
                    <a:cubicBezTo>
                      <a:pt x="264" y="438"/>
                      <a:pt x="1658" y="602"/>
                      <a:pt x="2405" y="602"/>
                    </a:cubicBezTo>
                    <a:cubicBezTo>
                      <a:pt x="2695" y="602"/>
                      <a:pt x="2887" y="578"/>
                      <a:pt x="2875" y="518"/>
                    </a:cubicBezTo>
                    <a:cubicBezTo>
                      <a:pt x="2866" y="476"/>
                      <a:pt x="2804" y="412"/>
                      <a:pt x="2710" y="336"/>
                    </a:cubicBezTo>
                    <a:lnTo>
                      <a:pt x="2710" y="336"/>
                    </a:lnTo>
                    <a:cubicBezTo>
                      <a:pt x="2717" y="452"/>
                      <a:pt x="2653" y="582"/>
                      <a:pt x="2364" y="582"/>
                    </a:cubicBezTo>
                    <a:cubicBezTo>
                      <a:pt x="1949" y="582"/>
                      <a:pt x="564" y="75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46"/>
              <p:cNvSpPr/>
              <p:nvPr/>
            </p:nvSpPr>
            <p:spPr>
              <a:xfrm>
                <a:off x="4697663" y="3637460"/>
                <a:ext cx="306493" cy="72727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779" extrusionOk="0">
                    <a:moveTo>
                      <a:pt x="162" y="1"/>
                    </a:moveTo>
                    <a:lnTo>
                      <a:pt x="162" y="1"/>
                    </a:lnTo>
                    <a:cubicBezTo>
                      <a:pt x="51" y="181"/>
                      <a:pt x="0" y="394"/>
                      <a:pt x="302" y="465"/>
                    </a:cubicBezTo>
                    <a:cubicBezTo>
                      <a:pt x="708" y="558"/>
                      <a:pt x="2162" y="778"/>
                      <a:pt x="2870" y="778"/>
                    </a:cubicBezTo>
                    <a:cubicBezTo>
                      <a:pt x="3125" y="778"/>
                      <a:pt x="3283" y="750"/>
                      <a:pt x="3260" y="676"/>
                    </a:cubicBezTo>
                    <a:cubicBezTo>
                      <a:pt x="3245" y="627"/>
                      <a:pt x="3187" y="560"/>
                      <a:pt x="3102" y="485"/>
                    </a:cubicBezTo>
                    <a:cubicBezTo>
                      <a:pt x="3042" y="615"/>
                      <a:pt x="2713" y="664"/>
                      <a:pt x="2313" y="664"/>
                    </a:cubicBezTo>
                    <a:cubicBezTo>
                      <a:pt x="1792" y="664"/>
                      <a:pt x="1149" y="581"/>
                      <a:pt x="812" y="485"/>
                    </a:cubicBezTo>
                    <a:cubicBezTo>
                      <a:pt x="542" y="411"/>
                      <a:pt x="309" y="238"/>
                      <a:pt x="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46"/>
              <p:cNvSpPr/>
              <p:nvPr/>
            </p:nvSpPr>
            <p:spPr>
              <a:xfrm>
                <a:off x="4825003" y="3597876"/>
                <a:ext cx="35196" cy="4210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451" extrusionOk="0">
                    <a:moveTo>
                      <a:pt x="358" y="0"/>
                    </a:moveTo>
                    <a:cubicBezTo>
                      <a:pt x="356" y="0"/>
                      <a:pt x="355" y="1"/>
                      <a:pt x="353" y="1"/>
                    </a:cubicBezTo>
                    <a:cubicBezTo>
                      <a:pt x="317" y="15"/>
                      <a:pt x="284" y="34"/>
                      <a:pt x="254" y="58"/>
                    </a:cubicBezTo>
                    <a:cubicBezTo>
                      <a:pt x="223" y="80"/>
                      <a:pt x="195" y="106"/>
                      <a:pt x="168" y="133"/>
                    </a:cubicBezTo>
                    <a:cubicBezTo>
                      <a:pt x="114" y="188"/>
                      <a:pt x="72" y="250"/>
                      <a:pt x="40" y="319"/>
                    </a:cubicBezTo>
                    <a:cubicBezTo>
                      <a:pt x="23" y="356"/>
                      <a:pt x="1" y="402"/>
                      <a:pt x="7" y="443"/>
                    </a:cubicBezTo>
                    <a:cubicBezTo>
                      <a:pt x="8" y="448"/>
                      <a:pt x="12" y="451"/>
                      <a:pt x="17" y="451"/>
                    </a:cubicBezTo>
                    <a:cubicBezTo>
                      <a:pt x="21" y="451"/>
                      <a:pt x="25" y="449"/>
                      <a:pt x="28" y="446"/>
                    </a:cubicBezTo>
                    <a:cubicBezTo>
                      <a:pt x="37" y="431"/>
                      <a:pt x="44" y="414"/>
                      <a:pt x="49" y="396"/>
                    </a:cubicBezTo>
                    <a:cubicBezTo>
                      <a:pt x="56" y="380"/>
                      <a:pt x="62" y="364"/>
                      <a:pt x="68" y="347"/>
                    </a:cubicBezTo>
                    <a:cubicBezTo>
                      <a:pt x="83" y="314"/>
                      <a:pt x="99" y="283"/>
                      <a:pt x="120" y="253"/>
                    </a:cubicBezTo>
                    <a:cubicBezTo>
                      <a:pt x="159" y="192"/>
                      <a:pt x="207" y="140"/>
                      <a:pt x="263" y="97"/>
                    </a:cubicBezTo>
                    <a:cubicBezTo>
                      <a:pt x="296" y="71"/>
                      <a:pt x="330" y="52"/>
                      <a:pt x="365" y="28"/>
                    </a:cubicBezTo>
                    <a:cubicBezTo>
                      <a:pt x="377" y="21"/>
                      <a:pt x="372" y="0"/>
                      <a:pt x="3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6"/>
              <p:cNvSpPr/>
              <p:nvPr/>
            </p:nvSpPr>
            <p:spPr>
              <a:xfrm>
                <a:off x="6870466" y="2493899"/>
                <a:ext cx="16991" cy="4640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497" extrusionOk="0">
                    <a:moveTo>
                      <a:pt x="131" y="1"/>
                    </a:moveTo>
                    <a:cubicBezTo>
                      <a:pt x="130" y="1"/>
                      <a:pt x="129" y="1"/>
                      <a:pt x="128" y="1"/>
                    </a:cubicBezTo>
                    <a:cubicBezTo>
                      <a:pt x="70" y="22"/>
                      <a:pt x="1" y="373"/>
                      <a:pt x="1" y="373"/>
                    </a:cubicBezTo>
                    <a:lnTo>
                      <a:pt x="104" y="496"/>
                    </a:lnTo>
                    <a:cubicBezTo>
                      <a:pt x="104" y="496"/>
                      <a:pt x="181" y="1"/>
                      <a:pt x="131" y="1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46"/>
              <p:cNvSpPr/>
              <p:nvPr/>
            </p:nvSpPr>
            <p:spPr>
              <a:xfrm>
                <a:off x="6853195" y="2442925"/>
                <a:ext cx="24366" cy="85144"/>
              </a:xfrm>
              <a:custGeom>
                <a:avLst/>
                <a:gdLst/>
                <a:ahLst/>
                <a:cxnLst/>
                <a:rect l="l" t="t" r="r" b="b"/>
                <a:pathLst>
                  <a:path w="261" h="912" extrusionOk="0">
                    <a:moveTo>
                      <a:pt x="49" y="0"/>
                    </a:moveTo>
                    <a:cubicBezTo>
                      <a:pt x="1" y="0"/>
                      <a:pt x="8" y="204"/>
                      <a:pt x="8" y="204"/>
                    </a:cubicBezTo>
                    <a:lnTo>
                      <a:pt x="260" y="911"/>
                    </a:lnTo>
                    <a:cubicBezTo>
                      <a:pt x="256" y="866"/>
                      <a:pt x="126" y="43"/>
                      <a:pt x="62" y="4"/>
                    </a:cubicBezTo>
                    <a:cubicBezTo>
                      <a:pt x="57" y="2"/>
                      <a:pt x="53" y="0"/>
                      <a:pt x="49" y="0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46"/>
              <p:cNvSpPr/>
              <p:nvPr/>
            </p:nvSpPr>
            <p:spPr>
              <a:xfrm>
                <a:off x="6842085" y="2438817"/>
                <a:ext cx="67031" cy="137613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474" extrusionOk="0">
                    <a:moveTo>
                      <a:pt x="46" y="1"/>
                    </a:moveTo>
                    <a:cubicBezTo>
                      <a:pt x="45" y="1"/>
                      <a:pt x="43" y="1"/>
                      <a:pt x="42" y="2"/>
                    </a:cubicBezTo>
                    <a:cubicBezTo>
                      <a:pt x="1" y="37"/>
                      <a:pt x="160" y="857"/>
                      <a:pt x="136" y="919"/>
                    </a:cubicBezTo>
                    <a:cubicBezTo>
                      <a:pt x="111" y="980"/>
                      <a:pt x="69" y="1149"/>
                      <a:pt x="80" y="1253"/>
                    </a:cubicBezTo>
                    <a:cubicBezTo>
                      <a:pt x="90" y="1356"/>
                      <a:pt x="129" y="1443"/>
                      <a:pt x="206" y="1464"/>
                    </a:cubicBezTo>
                    <a:cubicBezTo>
                      <a:pt x="232" y="1471"/>
                      <a:pt x="288" y="1474"/>
                      <a:pt x="352" y="1474"/>
                    </a:cubicBezTo>
                    <a:cubicBezTo>
                      <a:pt x="481" y="1474"/>
                      <a:pt x="639" y="1464"/>
                      <a:pt x="639" y="1464"/>
                    </a:cubicBezTo>
                    <a:lnTo>
                      <a:pt x="718" y="1204"/>
                    </a:lnTo>
                    <a:lnTo>
                      <a:pt x="718" y="1204"/>
                    </a:lnTo>
                    <a:cubicBezTo>
                      <a:pt x="718" y="1204"/>
                      <a:pt x="712" y="1204"/>
                      <a:pt x="702" y="1204"/>
                    </a:cubicBezTo>
                    <a:cubicBezTo>
                      <a:pt x="655" y="1204"/>
                      <a:pt x="518" y="1201"/>
                      <a:pt x="490" y="1167"/>
                    </a:cubicBezTo>
                    <a:cubicBezTo>
                      <a:pt x="456" y="1124"/>
                      <a:pt x="354" y="716"/>
                      <a:pt x="351" y="688"/>
                    </a:cubicBezTo>
                    <a:cubicBezTo>
                      <a:pt x="348" y="659"/>
                      <a:pt x="97" y="1"/>
                      <a:pt x="46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6"/>
              <p:cNvSpPr/>
              <p:nvPr/>
            </p:nvSpPr>
            <p:spPr>
              <a:xfrm>
                <a:off x="6847406" y="2467665"/>
                <a:ext cx="45745" cy="111005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189" extrusionOk="0">
                    <a:moveTo>
                      <a:pt x="8" y="0"/>
                    </a:moveTo>
                    <a:cubicBezTo>
                      <a:pt x="6" y="0"/>
                      <a:pt x="4" y="2"/>
                      <a:pt x="3" y="5"/>
                    </a:cubicBezTo>
                    <a:cubicBezTo>
                      <a:pt x="0" y="26"/>
                      <a:pt x="2" y="47"/>
                      <a:pt x="5" y="69"/>
                    </a:cubicBezTo>
                    <a:cubicBezTo>
                      <a:pt x="8" y="90"/>
                      <a:pt x="11" y="112"/>
                      <a:pt x="12" y="135"/>
                    </a:cubicBezTo>
                    <a:cubicBezTo>
                      <a:pt x="21" y="212"/>
                      <a:pt x="32" y="288"/>
                      <a:pt x="45" y="364"/>
                    </a:cubicBezTo>
                    <a:cubicBezTo>
                      <a:pt x="57" y="430"/>
                      <a:pt x="66" y="494"/>
                      <a:pt x="81" y="558"/>
                    </a:cubicBezTo>
                    <a:cubicBezTo>
                      <a:pt x="79" y="572"/>
                      <a:pt x="78" y="585"/>
                      <a:pt x="76" y="598"/>
                    </a:cubicBezTo>
                    <a:cubicBezTo>
                      <a:pt x="73" y="618"/>
                      <a:pt x="70" y="639"/>
                      <a:pt x="66" y="657"/>
                    </a:cubicBezTo>
                    <a:cubicBezTo>
                      <a:pt x="57" y="695"/>
                      <a:pt x="47" y="734"/>
                      <a:pt x="38" y="771"/>
                    </a:cubicBezTo>
                    <a:cubicBezTo>
                      <a:pt x="18" y="837"/>
                      <a:pt x="12" y="906"/>
                      <a:pt x="20" y="973"/>
                    </a:cubicBezTo>
                    <a:cubicBezTo>
                      <a:pt x="29" y="1034"/>
                      <a:pt x="59" y="1089"/>
                      <a:pt x="106" y="1128"/>
                    </a:cubicBezTo>
                    <a:cubicBezTo>
                      <a:pt x="164" y="1173"/>
                      <a:pt x="235" y="1189"/>
                      <a:pt x="308" y="1189"/>
                    </a:cubicBezTo>
                    <a:cubicBezTo>
                      <a:pt x="367" y="1189"/>
                      <a:pt x="426" y="1178"/>
                      <a:pt x="481" y="1165"/>
                    </a:cubicBezTo>
                    <a:cubicBezTo>
                      <a:pt x="489" y="1164"/>
                      <a:pt x="485" y="1149"/>
                      <a:pt x="476" y="1149"/>
                    </a:cubicBezTo>
                    <a:cubicBezTo>
                      <a:pt x="420" y="1155"/>
                      <a:pt x="363" y="1166"/>
                      <a:pt x="306" y="1166"/>
                    </a:cubicBezTo>
                    <a:cubicBezTo>
                      <a:pt x="287" y="1166"/>
                      <a:pt x="268" y="1165"/>
                      <a:pt x="249" y="1162"/>
                    </a:cubicBezTo>
                    <a:cubicBezTo>
                      <a:pt x="194" y="1156"/>
                      <a:pt x="144" y="1132"/>
                      <a:pt x="103" y="1093"/>
                    </a:cubicBezTo>
                    <a:cubicBezTo>
                      <a:pt x="63" y="1050"/>
                      <a:pt x="39" y="992"/>
                      <a:pt x="41" y="932"/>
                    </a:cubicBezTo>
                    <a:cubicBezTo>
                      <a:pt x="38" y="865"/>
                      <a:pt x="54" y="800"/>
                      <a:pt x="70" y="737"/>
                    </a:cubicBezTo>
                    <a:cubicBezTo>
                      <a:pt x="79" y="704"/>
                      <a:pt x="87" y="671"/>
                      <a:pt x="94" y="639"/>
                    </a:cubicBezTo>
                    <a:cubicBezTo>
                      <a:pt x="102" y="606"/>
                      <a:pt x="103" y="572"/>
                      <a:pt x="102" y="539"/>
                    </a:cubicBezTo>
                    <a:cubicBezTo>
                      <a:pt x="100" y="535"/>
                      <a:pt x="97" y="531"/>
                      <a:pt x="92" y="531"/>
                    </a:cubicBezTo>
                    <a:cubicBezTo>
                      <a:pt x="91" y="531"/>
                      <a:pt x="91" y="531"/>
                      <a:pt x="90" y="531"/>
                    </a:cubicBezTo>
                    <a:cubicBezTo>
                      <a:pt x="85" y="507"/>
                      <a:pt x="81" y="484"/>
                      <a:pt x="76" y="460"/>
                    </a:cubicBezTo>
                    <a:cubicBezTo>
                      <a:pt x="63" y="384"/>
                      <a:pt x="53" y="308"/>
                      <a:pt x="42" y="232"/>
                    </a:cubicBezTo>
                    <a:cubicBezTo>
                      <a:pt x="38" y="193"/>
                      <a:pt x="33" y="154"/>
                      <a:pt x="29" y="117"/>
                    </a:cubicBezTo>
                    <a:cubicBezTo>
                      <a:pt x="26" y="96"/>
                      <a:pt x="24" y="78"/>
                      <a:pt x="23" y="59"/>
                    </a:cubicBezTo>
                    <a:cubicBezTo>
                      <a:pt x="23" y="41"/>
                      <a:pt x="20" y="21"/>
                      <a:pt x="14" y="3"/>
                    </a:cubicBezTo>
                    <a:cubicBezTo>
                      <a:pt x="12" y="1"/>
                      <a:pt x="10" y="0"/>
                      <a:pt x="8" y="0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46"/>
              <p:cNvSpPr/>
              <p:nvPr/>
            </p:nvSpPr>
            <p:spPr>
              <a:xfrm>
                <a:off x="6893992" y="2397458"/>
                <a:ext cx="548102" cy="185973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1992" extrusionOk="0">
                    <a:moveTo>
                      <a:pt x="5061" y="1"/>
                    </a:moveTo>
                    <a:cubicBezTo>
                      <a:pt x="5020" y="1"/>
                      <a:pt x="4985" y="11"/>
                      <a:pt x="4958" y="32"/>
                    </a:cubicBezTo>
                    <a:cubicBezTo>
                      <a:pt x="4870" y="101"/>
                      <a:pt x="4418" y="320"/>
                      <a:pt x="3969" y="529"/>
                    </a:cubicBezTo>
                    <a:cubicBezTo>
                      <a:pt x="3478" y="757"/>
                      <a:pt x="2991" y="975"/>
                      <a:pt x="2991" y="975"/>
                    </a:cubicBezTo>
                    <a:lnTo>
                      <a:pt x="2438" y="1086"/>
                    </a:lnTo>
                    <a:lnTo>
                      <a:pt x="32" y="1571"/>
                    </a:lnTo>
                    <a:lnTo>
                      <a:pt x="1" y="1992"/>
                    </a:lnTo>
                    <a:cubicBezTo>
                      <a:pt x="1" y="1992"/>
                      <a:pt x="1931" y="1854"/>
                      <a:pt x="2860" y="1786"/>
                    </a:cubicBezTo>
                    <a:cubicBezTo>
                      <a:pt x="3120" y="1766"/>
                      <a:pt x="3302" y="1753"/>
                      <a:pt x="3340" y="1749"/>
                    </a:cubicBezTo>
                    <a:cubicBezTo>
                      <a:pt x="3371" y="1746"/>
                      <a:pt x="3474" y="1717"/>
                      <a:pt x="3622" y="1671"/>
                    </a:cubicBezTo>
                    <a:cubicBezTo>
                      <a:pt x="4290" y="1462"/>
                      <a:pt x="5870" y="887"/>
                      <a:pt x="5803" y="614"/>
                    </a:cubicBezTo>
                    <a:cubicBezTo>
                      <a:pt x="5732" y="328"/>
                      <a:pt x="5300" y="1"/>
                      <a:pt x="50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46"/>
              <p:cNvSpPr/>
              <p:nvPr/>
            </p:nvSpPr>
            <p:spPr>
              <a:xfrm>
                <a:off x="6880922" y="2527228"/>
                <a:ext cx="50413" cy="64138"/>
              </a:xfrm>
              <a:custGeom>
                <a:avLst/>
                <a:gdLst/>
                <a:ahLst/>
                <a:cxnLst/>
                <a:rect l="l" t="t" r="r" b="b"/>
                <a:pathLst>
                  <a:path w="540" h="687" extrusionOk="0">
                    <a:moveTo>
                      <a:pt x="497" y="1"/>
                    </a:moveTo>
                    <a:lnTo>
                      <a:pt x="66" y="118"/>
                    </a:lnTo>
                    <a:cubicBezTo>
                      <a:pt x="66" y="118"/>
                      <a:pt x="1" y="666"/>
                      <a:pt x="75" y="682"/>
                    </a:cubicBezTo>
                    <a:cubicBezTo>
                      <a:pt x="91" y="685"/>
                      <a:pt x="117" y="687"/>
                      <a:pt x="149" y="687"/>
                    </a:cubicBezTo>
                    <a:cubicBezTo>
                      <a:pt x="269" y="687"/>
                      <a:pt x="467" y="667"/>
                      <a:pt x="467" y="667"/>
                    </a:cubicBezTo>
                    <a:lnTo>
                      <a:pt x="475" y="274"/>
                    </a:lnTo>
                    <a:lnTo>
                      <a:pt x="403" y="281"/>
                    </a:lnTo>
                    <a:lnTo>
                      <a:pt x="403" y="281"/>
                    </a:lnTo>
                    <a:lnTo>
                      <a:pt x="539" y="169"/>
                    </a:lnTo>
                    <a:lnTo>
                      <a:pt x="4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46"/>
              <p:cNvSpPr/>
              <p:nvPr/>
            </p:nvSpPr>
            <p:spPr>
              <a:xfrm>
                <a:off x="7790877" y="2680711"/>
                <a:ext cx="507491" cy="81774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8759" extrusionOk="0">
                    <a:moveTo>
                      <a:pt x="203" y="0"/>
                    </a:moveTo>
                    <a:cubicBezTo>
                      <a:pt x="76" y="0"/>
                      <a:pt x="0" y="21"/>
                      <a:pt x="0" y="21"/>
                    </a:cubicBezTo>
                    <a:lnTo>
                      <a:pt x="698" y="2785"/>
                    </a:lnTo>
                    <a:lnTo>
                      <a:pt x="746" y="2839"/>
                    </a:lnTo>
                    <a:lnTo>
                      <a:pt x="1834" y="4056"/>
                    </a:lnTo>
                    <a:lnTo>
                      <a:pt x="2517" y="4821"/>
                    </a:lnTo>
                    <a:lnTo>
                      <a:pt x="2569" y="4879"/>
                    </a:lnTo>
                    <a:lnTo>
                      <a:pt x="3111" y="5483"/>
                    </a:lnTo>
                    <a:cubicBezTo>
                      <a:pt x="3111" y="5483"/>
                      <a:pt x="3190" y="5654"/>
                      <a:pt x="3314" y="5915"/>
                    </a:cubicBezTo>
                    <a:cubicBezTo>
                      <a:pt x="3493" y="6294"/>
                      <a:pt x="3764" y="6867"/>
                      <a:pt x="4017" y="7392"/>
                    </a:cubicBezTo>
                    <a:cubicBezTo>
                      <a:pt x="4308" y="7996"/>
                      <a:pt x="4574" y="8535"/>
                      <a:pt x="4645" y="8641"/>
                    </a:cubicBezTo>
                    <a:cubicBezTo>
                      <a:pt x="4704" y="8729"/>
                      <a:pt x="4811" y="8759"/>
                      <a:pt x="4928" y="8759"/>
                    </a:cubicBezTo>
                    <a:cubicBezTo>
                      <a:pt x="5162" y="8759"/>
                      <a:pt x="5436" y="8641"/>
                      <a:pt x="5436" y="8641"/>
                    </a:cubicBezTo>
                    <a:cubicBezTo>
                      <a:pt x="5436" y="8641"/>
                      <a:pt x="4930" y="6513"/>
                      <a:pt x="4711" y="5899"/>
                    </a:cubicBezTo>
                    <a:cubicBezTo>
                      <a:pt x="4492" y="5286"/>
                      <a:pt x="3703" y="4649"/>
                      <a:pt x="3615" y="4627"/>
                    </a:cubicBezTo>
                    <a:cubicBezTo>
                      <a:pt x="3591" y="4621"/>
                      <a:pt x="3510" y="4490"/>
                      <a:pt x="3390" y="4271"/>
                    </a:cubicBezTo>
                    <a:cubicBezTo>
                      <a:pt x="3056" y="3667"/>
                      <a:pt x="2417" y="2399"/>
                      <a:pt x="1839" y="1272"/>
                    </a:cubicBezTo>
                    <a:cubicBezTo>
                      <a:pt x="1262" y="151"/>
                      <a:pt x="547" y="0"/>
                      <a:pt x="2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6"/>
              <p:cNvSpPr/>
              <p:nvPr/>
            </p:nvSpPr>
            <p:spPr>
              <a:xfrm>
                <a:off x="7860429" y="2891704"/>
                <a:ext cx="101760" cy="1678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798" extrusionOk="0">
                    <a:moveTo>
                      <a:pt x="195" y="1"/>
                    </a:moveTo>
                    <a:lnTo>
                      <a:pt x="1" y="581"/>
                    </a:lnTo>
                    <a:lnTo>
                      <a:pt x="1089" y="1797"/>
                    </a:lnTo>
                    <a:cubicBezTo>
                      <a:pt x="1022" y="1459"/>
                      <a:pt x="195" y="1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6"/>
              <p:cNvSpPr/>
              <p:nvPr/>
            </p:nvSpPr>
            <p:spPr>
              <a:xfrm>
                <a:off x="7672967" y="2682765"/>
                <a:ext cx="459506" cy="584620"/>
              </a:xfrm>
              <a:custGeom>
                <a:avLst/>
                <a:gdLst/>
                <a:ahLst/>
                <a:cxnLst/>
                <a:rect l="l" t="t" r="r" b="b"/>
                <a:pathLst>
                  <a:path w="4922" h="6262" extrusionOk="0">
                    <a:moveTo>
                      <a:pt x="1143" y="0"/>
                    </a:moveTo>
                    <a:cubicBezTo>
                      <a:pt x="1116" y="0"/>
                      <a:pt x="1089" y="1"/>
                      <a:pt x="1062" y="2"/>
                    </a:cubicBezTo>
                    <a:lnTo>
                      <a:pt x="9" y="1383"/>
                    </a:lnTo>
                    <a:cubicBezTo>
                      <a:pt x="2" y="1406"/>
                      <a:pt x="0" y="1454"/>
                      <a:pt x="5" y="1523"/>
                    </a:cubicBezTo>
                    <a:cubicBezTo>
                      <a:pt x="15" y="1681"/>
                      <a:pt x="54" y="1948"/>
                      <a:pt x="112" y="2277"/>
                    </a:cubicBezTo>
                    <a:cubicBezTo>
                      <a:pt x="345" y="3588"/>
                      <a:pt x="887" y="5884"/>
                      <a:pt x="1193" y="6207"/>
                    </a:cubicBezTo>
                    <a:cubicBezTo>
                      <a:pt x="1229" y="6245"/>
                      <a:pt x="1286" y="6262"/>
                      <a:pt x="1359" y="6262"/>
                    </a:cubicBezTo>
                    <a:cubicBezTo>
                      <a:pt x="2136" y="6262"/>
                      <a:pt x="4795" y="4314"/>
                      <a:pt x="4855" y="4234"/>
                    </a:cubicBezTo>
                    <a:cubicBezTo>
                      <a:pt x="4921" y="4146"/>
                      <a:pt x="4767" y="3818"/>
                      <a:pt x="4679" y="3773"/>
                    </a:cubicBezTo>
                    <a:cubicBezTo>
                      <a:pt x="4678" y="3772"/>
                      <a:pt x="4675" y="3772"/>
                      <a:pt x="4672" y="3772"/>
                    </a:cubicBezTo>
                    <a:cubicBezTo>
                      <a:pt x="4557" y="3772"/>
                      <a:pt x="3481" y="4208"/>
                      <a:pt x="2714" y="4525"/>
                    </a:cubicBezTo>
                    <a:cubicBezTo>
                      <a:pt x="2276" y="4705"/>
                      <a:pt x="1939" y="4848"/>
                      <a:pt x="1939" y="4848"/>
                    </a:cubicBezTo>
                    <a:cubicBezTo>
                      <a:pt x="1939" y="4848"/>
                      <a:pt x="2258" y="3181"/>
                      <a:pt x="2374" y="1913"/>
                    </a:cubicBezTo>
                    <a:cubicBezTo>
                      <a:pt x="2374" y="1912"/>
                      <a:pt x="2374" y="1912"/>
                      <a:pt x="2374" y="1912"/>
                    </a:cubicBezTo>
                    <a:cubicBezTo>
                      <a:pt x="2376" y="1907"/>
                      <a:pt x="2376" y="1905"/>
                      <a:pt x="2376" y="1900"/>
                    </a:cubicBezTo>
                    <a:cubicBezTo>
                      <a:pt x="2428" y="1321"/>
                      <a:pt x="2438" y="828"/>
                      <a:pt x="2355" y="616"/>
                    </a:cubicBezTo>
                    <a:cubicBezTo>
                      <a:pt x="2241" y="319"/>
                      <a:pt x="1980" y="164"/>
                      <a:pt x="1722" y="84"/>
                    </a:cubicBezTo>
                    <a:cubicBezTo>
                      <a:pt x="1534" y="29"/>
                      <a:pt x="1339" y="0"/>
                      <a:pt x="1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46"/>
              <p:cNvSpPr/>
              <p:nvPr/>
            </p:nvSpPr>
            <p:spPr>
              <a:xfrm>
                <a:off x="6857862" y="2429574"/>
                <a:ext cx="20539" cy="45840"/>
              </a:xfrm>
              <a:custGeom>
                <a:avLst/>
                <a:gdLst/>
                <a:ahLst/>
                <a:cxnLst/>
                <a:rect l="l" t="t" r="r" b="b"/>
                <a:pathLst>
                  <a:path w="220" h="491" extrusionOk="0">
                    <a:moveTo>
                      <a:pt x="167" y="1"/>
                    </a:moveTo>
                    <a:cubicBezTo>
                      <a:pt x="166" y="1"/>
                      <a:pt x="165" y="1"/>
                      <a:pt x="164" y="1"/>
                    </a:cubicBezTo>
                    <a:cubicBezTo>
                      <a:pt x="105" y="15"/>
                      <a:pt x="0" y="358"/>
                      <a:pt x="0" y="358"/>
                    </a:cubicBezTo>
                    <a:lnTo>
                      <a:pt x="90" y="490"/>
                    </a:lnTo>
                    <a:cubicBezTo>
                      <a:pt x="90" y="490"/>
                      <a:pt x="220" y="1"/>
                      <a:pt x="167" y="1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46"/>
              <p:cNvSpPr/>
              <p:nvPr/>
            </p:nvSpPr>
            <p:spPr>
              <a:xfrm>
                <a:off x="6848247" y="2376359"/>
                <a:ext cx="16618" cy="86638"/>
              </a:xfrm>
              <a:custGeom>
                <a:avLst/>
                <a:gdLst/>
                <a:ahLst/>
                <a:cxnLst/>
                <a:rect l="l" t="t" r="r" b="b"/>
                <a:pathLst>
                  <a:path w="178" h="928" extrusionOk="0">
                    <a:moveTo>
                      <a:pt x="60" y="0"/>
                    </a:moveTo>
                    <a:cubicBezTo>
                      <a:pt x="13" y="0"/>
                      <a:pt x="0" y="199"/>
                      <a:pt x="0" y="199"/>
                    </a:cubicBezTo>
                    <a:lnTo>
                      <a:pt x="178" y="928"/>
                    </a:lnTo>
                    <a:cubicBezTo>
                      <a:pt x="178" y="883"/>
                      <a:pt x="133" y="51"/>
                      <a:pt x="75" y="6"/>
                    </a:cubicBezTo>
                    <a:cubicBezTo>
                      <a:pt x="70" y="2"/>
                      <a:pt x="65" y="0"/>
                      <a:pt x="60" y="0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6"/>
              <p:cNvSpPr/>
              <p:nvPr/>
            </p:nvSpPr>
            <p:spPr>
              <a:xfrm>
                <a:off x="6834150" y="2371224"/>
                <a:ext cx="59842" cy="141814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519" extrusionOk="0">
                    <a:moveTo>
                      <a:pt x="95" y="1"/>
                    </a:moveTo>
                    <a:cubicBezTo>
                      <a:pt x="94" y="1"/>
                      <a:pt x="93" y="1"/>
                      <a:pt x="92" y="1"/>
                    </a:cubicBezTo>
                    <a:cubicBezTo>
                      <a:pt x="47" y="31"/>
                      <a:pt x="120" y="863"/>
                      <a:pt x="90" y="923"/>
                    </a:cubicBezTo>
                    <a:cubicBezTo>
                      <a:pt x="60" y="983"/>
                      <a:pt x="1" y="1147"/>
                      <a:pt x="1" y="1250"/>
                    </a:cubicBezTo>
                    <a:cubicBezTo>
                      <a:pt x="1" y="1353"/>
                      <a:pt x="31" y="1442"/>
                      <a:pt x="105" y="1473"/>
                    </a:cubicBezTo>
                    <a:cubicBezTo>
                      <a:pt x="180" y="1503"/>
                      <a:pt x="536" y="1518"/>
                      <a:pt x="536" y="1518"/>
                    </a:cubicBezTo>
                    <a:lnTo>
                      <a:pt x="640" y="1265"/>
                    </a:lnTo>
                    <a:cubicBezTo>
                      <a:pt x="640" y="1265"/>
                      <a:pt x="447" y="1250"/>
                      <a:pt x="417" y="1205"/>
                    </a:cubicBezTo>
                    <a:cubicBezTo>
                      <a:pt x="388" y="1160"/>
                      <a:pt x="329" y="744"/>
                      <a:pt x="329" y="714"/>
                    </a:cubicBezTo>
                    <a:cubicBezTo>
                      <a:pt x="329" y="685"/>
                      <a:pt x="144" y="1"/>
                      <a:pt x="95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6"/>
              <p:cNvSpPr/>
              <p:nvPr/>
            </p:nvSpPr>
            <p:spPr>
              <a:xfrm>
                <a:off x="6833589" y="2399979"/>
                <a:ext cx="41918" cy="113619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217" extrusionOk="0">
                    <a:moveTo>
                      <a:pt x="89" y="0"/>
                    </a:moveTo>
                    <a:cubicBezTo>
                      <a:pt x="87" y="0"/>
                      <a:pt x="85" y="1"/>
                      <a:pt x="84" y="4"/>
                    </a:cubicBezTo>
                    <a:cubicBezTo>
                      <a:pt x="78" y="25"/>
                      <a:pt x="77" y="45"/>
                      <a:pt x="80" y="68"/>
                    </a:cubicBezTo>
                    <a:lnTo>
                      <a:pt x="80" y="133"/>
                    </a:lnTo>
                    <a:cubicBezTo>
                      <a:pt x="80" y="211"/>
                      <a:pt x="81" y="288"/>
                      <a:pt x="87" y="366"/>
                    </a:cubicBezTo>
                    <a:cubicBezTo>
                      <a:pt x="93" y="432"/>
                      <a:pt x="95" y="497"/>
                      <a:pt x="104" y="563"/>
                    </a:cubicBezTo>
                    <a:cubicBezTo>
                      <a:pt x="101" y="576"/>
                      <a:pt x="98" y="590"/>
                      <a:pt x="95" y="602"/>
                    </a:cubicBezTo>
                    <a:cubicBezTo>
                      <a:pt x="90" y="621"/>
                      <a:pt x="84" y="640"/>
                      <a:pt x="78" y="658"/>
                    </a:cubicBezTo>
                    <a:cubicBezTo>
                      <a:pt x="66" y="696"/>
                      <a:pt x="51" y="733"/>
                      <a:pt x="40" y="770"/>
                    </a:cubicBezTo>
                    <a:cubicBezTo>
                      <a:pt x="13" y="834"/>
                      <a:pt x="1" y="901"/>
                      <a:pt x="1" y="970"/>
                    </a:cubicBezTo>
                    <a:cubicBezTo>
                      <a:pt x="2" y="1031"/>
                      <a:pt x="28" y="1089"/>
                      <a:pt x="71" y="1132"/>
                    </a:cubicBezTo>
                    <a:cubicBezTo>
                      <a:pt x="137" y="1197"/>
                      <a:pt x="229" y="1216"/>
                      <a:pt x="321" y="1216"/>
                    </a:cubicBezTo>
                    <a:cubicBezTo>
                      <a:pt x="361" y="1216"/>
                      <a:pt x="401" y="1213"/>
                      <a:pt x="439" y="1207"/>
                    </a:cubicBezTo>
                    <a:cubicBezTo>
                      <a:pt x="448" y="1207"/>
                      <a:pt x="445" y="1192"/>
                      <a:pt x="436" y="1192"/>
                    </a:cubicBezTo>
                    <a:cubicBezTo>
                      <a:pt x="402" y="1192"/>
                      <a:pt x="367" y="1194"/>
                      <a:pt x="333" y="1194"/>
                    </a:cubicBezTo>
                    <a:cubicBezTo>
                      <a:pt x="291" y="1194"/>
                      <a:pt x="250" y="1191"/>
                      <a:pt x="210" y="1182"/>
                    </a:cubicBezTo>
                    <a:cubicBezTo>
                      <a:pt x="156" y="1168"/>
                      <a:pt x="107" y="1140"/>
                      <a:pt x="71" y="1098"/>
                    </a:cubicBezTo>
                    <a:cubicBezTo>
                      <a:pt x="35" y="1050"/>
                      <a:pt x="19" y="991"/>
                      <a:pt x="25" y="931"/>
                    </a:cubicBezTo>
                    <a:cubicBezTo>
                      <a:pt x="29" y="864"/>
                      <a:pt x="53" y="801"/>
                      <a:pt x="75" y="739"/>
                    </a:cubicBezTo>
                    <a:cubicBezTo>
                      <a:pt x="87" y="708"/>
                      <a:pt x="99" y="676"/>
                      <a:pt x="108" y="643"/>
                    </a:cubicBezTo>
                    <a:cubicBezTo>
                      <a:pt x="119" y="612"/>
                      <a:pt x="125" y="579"/>
                      <a:pt x="126" y="545"/>
                    </a:cubicBezTo>
                    <a:cubicBezTo>
                      <a:pt x="126" y="540"/>
                      <a:pt x="122" y="536"/>
                      <a:pt x="116" y="536"/>
                    </a:cubicBezTo>
                    <a:cubicBezTo>
                      <a:pt x="114" y="512"/>
                      <a:pt x="113" y="488"/>
                      <a:pt x="110" y="464"/>
                    </a:cubicBezTo>
                    <a:cubicBezTo>
                      <a:pt x="105" y="387"/>
                      <a:pt x="101" y="311"/>
                      <a:pt x="99" y="233"/>
                    </a:cubicBezTo>
                    <a:cubicBezTo>
                      <a:pt x="98" y="195"/>
                      <a:pt x="98" y="156"/>
                      <a:pt x="98" y="117"/>
                    </a:cubicBezTo>
                    <a:lnTo>
                      <a:pt x="98" y="60"/>
                    </a:lnTo>
                    <a:cubicBezTo>
                      <a:pt x="99" y="41"/>
                      <a:pt x="98" y="22"/>
                      <a:pt x="93" y="4"/>
                    </a:cubicBezTo>
                    <a:cubicBezTo>
                      <a:pt x="92" y="1"/>
                      <a:pt x="91" y="0"/>
                      <a:pt x="89" y="0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46"/>
              <p:cNvSpPr/>
              <p:nvPr/>
            </p:nvSpPr>
            <p:spPr>
              <a:xfrm>
                <a:off x="7249871" y="2242015"/>
                <a:ext cx="243383" cy="388844"/>
              </a:xfrm>
              <a:custGeom>
                <a:avLst/>
                <a:gdLst/>
                <a:ahLst/>
                <a:cxnLst/>
                <a:rect l="l" t="t" r="r" b="b"/>
                <a:pathLst>
                  <a:path w="2607" h="4165" extrusionOk="0">
                    <a:moveTo>
                      <a:pt x="1005" y="0"/>
                    </a:moveTo>
                    <a:lnTo>
                      <a:pt x="0" y="139"/>
                    </a:lnTo>
                    <a:cubicBezTo>
                      <a:pt x="0" y="139"/>
                      <a:pt x="580" y="3756"/>
                      <a:pt x="376" y="4004"/>
                    </a:cubicBezTo>
                    <a:cubicBezTo>
                      <a:pt x="320" y="4074"/>
                      <a:pt x="473" y="4128"/>
                      <a:pt x="724" y="4152"/>
                    </a:cubicBezTo>
                    <a:cubicBezTo>
                      <a:pt x="811" y="4160"/>
                      <a:pt x="911" y="4164"/>
                      <a:pt x="1018" y="4164"/>
                    </a:cubicBezTo>
                    <a:cubicBezTo>
                      <a:pt x="1681" y="4164"/>
                      <a:pt x="2607" y="3991"/>
                      <a:pt x="2559" y="3485"/>
                    </a:cubicBezTo>
                    <a:cubicBezTo>
                      <a:pt x="2485" y="2668"/>
                      <a:pt x="2106" y="1849"/>
                      <a:pt x="1826" y="1280"/>
                    </a:cubicBezTo>
                    <a:cubicBezTo>
                      <a:pt x="1788" y="1204"/>
                      <a:pt x="1747" y="1125"/>
                      <a:pt x="1702" y="1044"/>
                    </a:cubicBezTo>
                    <a:cubicBezTo>
                      <a:pt x="1420" y="534"/>
                      <a:pt x="1041" y="9"/>
                      <a:pt x="10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46"/>
              <p:cNvSpPr/>
              <p:nvPr/>
            </p:nvSpPr>
            <p:spPr>
              <a:xfrm>
                <a:off x="7293002" y="2339482"/>
                <a:ext cx="200252" cy="291377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3121" extrusionOk="0">
                    <a:moveTo>
                      <a:pt x="1241" y="0"/>
                    </a:moveTo>
                    <a:lnTo>
                      <a:pt x="1" y="349"/>
                    </a:lnTo>
                    <a:cubicBezTo>
                      <a:pt x="1" y="349"/>
                      <a:pt x="804" y="2402"/>
                      <a:pt x="315" y="3036"/>
                    </a:cubicBezTo>
                    <a:cubicBezTo>
                      <a:pt x="296" y="3060"/>
                      <a:pt x="278" y="3084"/>
                      <a:pt x="262" y="3108"/>
                    </a:cubicBezTo>
                    <a:cubicBezTo>
                      <a:pt x="349" y="3116"/>
                      <a:pt x="449" y="3120"/>
                      <a:pt x="556" y="3120"/>
                    </a:cubicBezTo>
                    <a:cubicBezTo>
                      <a:pt x="1219" y="3120"/>
                      <a:pt x="2145" y="2947"/>
                      <a:pt x="2097" y="2441"/>
                    </a:cubicBezTo>
                    <a:cubicBezTo>
                      <a:pt x="2023" y="1624"/>
                      <a:pt x="1644" y="805"/>
                      <a:pt x="1364" y="236"/>
                    </a:cubicBezTo>
                    <a:cubicBezTo>
                      <a:pt x="1326" y="160"/>
                      <a:pt x="1285" y="79"/>
                      <a:pt x="124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46"/>
              <p:cNvSpPr/>
              <p:nvPr/>
            </p:nvSpPr>
            <p:spPr>
              <a:xfrm>
                <a:off x="7311393" y="2202337"/>
                <a:ext cx="106334" cy="64979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696" extrusionOk="0">
                    <a:moveTo>
                      <a:pt x="418" y="1"/>
                    </a:moveTo>
                    <a:cubicBezTo>
                      <a:pt x="392" y="1"/>
                      <a:pt x="368" y="4"/>
                      <a:pt x="343" y="11"/>
                    </a:cubicBezTo>
                    <a:cubicBezTo>
                      <a:pt x="0" y="108"/>
                      <a:pt x="99" y="303"/>
                      <a:pt x="99" y="328"/>
                    </a:cubicBezTo>
                    <a:lnTo>
                      <a:pt x="440" y="695"/>
                    </a:lnTo>
                    <a:cubicBezTo>
                      <a:pt x="440" y="695"/>
                      <a:pt x="441" y="695"/>
                      <a:pt x="442" y="695"/>
                    </a:cubicBezTo>
                    <a:cubicBezTo>
                      <a:pt x="472" y="695"/>
                      <a:pt x="862" y="694"/>
                      <a:pt x="1003" y="622"/>
                    </a:cubicBezTo>
                    <a:cubicBezTo>
                      <a:pt x="1138" y="553"/>
                      <a:pt x="748" y="1"/>
                      <a:pt x="4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6"/>
              <p:cNvSpPr/>
              <p:nvPr/>
            </p:nvSpPr>
            <p:spPr>
              <a:xfrm>
                <a:off x="7327171" y="2350592"/>
                <a:ext cx="484245" cy="515347"/>
              </a:xfrm>
              <a:custGeom>
                <a:avLst/>
                <a:gdLst/>
                <a:ahLst/>
                <a:cxnLst/>
                <a:rect l="l" t="t" r="r" b="b"/>
                <a:pathLst>
                  <a:path w="5187" h="5520" extrusionOk="0">
                    <a:moveTo>
                      <a:pt x="809" y="0"/>
                    </a:moveTo>
                    <a:cubicBezTo>
                      <a:pt x="790" y="0"/>
                      <a:pt x="773" y="3"/>
                      <a:pt x="759" y="9"/>
                    </a:cubicBezTo>
                    <a:cubicBezTo>
                      <a:pt x="367" y="181"/>
                      <a:pt x="367" y="303"/>
                      <a:pt x="197" y="571"/>
                    </a:cubicBezTo>
                    <a:lnTo>
                      <a:pt x="0" y="937"/>
                    </a:lnTo>
                    <a:cubicBezTo>
                      <a:pt x="0" y="937"/>
                      <a:pt x="219" y="2501"/>
                      <a:pt x="585" y="2795"/>
                    </a:cubicBezTo>
                    <a:cubicBezTo>
                      <a:pt x="619" y="2822"/>
                      <a:pt x="674" y="2869"/>
                      <a:pt x="744" y="2930"/>
                    </a:cubicBezTo>
                    <a:cubicBezTo>
                      <a:pt x="1411" y="3523"/>
                      <a:pt x="3542" y="5519"/>
                      <a:pt x="3808" y="5519"/>
                    </a:cubicBezTo>
                    <a:cubicBezTo>
                      <a:pt x="3819" y="5519"/>
                      <a:pt x="3826" y="5516"/>
                      <a:pt x="3831" y="5509"/>
                    </a:cubicBezTo>
                    <a:cubicBezTo>
                      <a:pt x="3943" y="5331"/>
                      <a:pt x="5010" y="3947"/>
                      <a:pt x="5164" y="3500"/>
                    </a:cubicBezTo>
                    <a:cubicBezTo>
                      <a:pt x="5180" y="3448"/>
                      <a:pt x="5186" y="3409"/>
                      <a:pt x="5176" y="3385"/>
                    </a:cubicBezTo>
                    <a:cubicBezTo>
                      <a:pt x="5109" y="3232"/>
                      <a:pt x="4685" y="3350"/>
                      <a:pt x="4295" y="3197"/>
                    </a:cubicBezTo>
                    <a:cubicBezTo>
                      <a:pt x="4259" y="3190"/>
                      <a:pt x="4225" y="3177"/>
                      <a:pt x="4193" y="3157"/>
                    </a:cubicBezTo>
                    <a:cubicBezTo>
                      <a:pt x="4181" y="3151"/>
                      <a:pt x="4168" y="3144"/>
                      <a:pt x="4156" y="3136"/>
                    </a:cubicBezTo>
                    <a:cubicBezTo>
                      <a:pt x="4147" y="3130"/>
                      <a:pt x="4138" y="3124"/>
                      <a:pt x="4129" y="3117"/>
                    </a:cubicBezTo>
                    <a:cubicBezTo>
                      <a:pt x="4101" y="3102"/>
                      <a:pt x="4077" y="3081"/>
                      <a:pt x="4056" y="3059"/>
                    </a:cubicBezTo>
                    <a:cubicBezTo>
                      <a:pt x="3967" y="2986"/>
                      <a:pt x="3891" y="2898"/>
                      <a:pt x="3834" y="2798"/>
                    </a:cubicBezTo>
                    <a:cubicBezTo>
                      <a:pt x="3585" y="2373"/>
                      <a:pt x="2674" y="1398"/>
                      <a:pt x="1897" y="719"/>
                    </a:cubicBezTo>
                    <a:lnTo>
                      <a:pt x="1898" y="718"/>
                    </a:lnTo>
                    <a:cubicBezTo>
                      <a:pt x="1891" y="712"/>
                      <a:pt x="1883" y="704"/>
                      <a:pt x="1876" y="697"/>
                    </a:cubicBezTo>
                    <a:lnTo>
                      <a:pt x="1874" y="698"/>
                    </a:lnTo>
                    <a:cubicBezTo>
                      <a:pt x="1860" y="686"/>
                      <a:pt x="1845" y="674"/>
                      <a:pt x="1831" y="661"/>
                    </a:cubicBezTo>
                    <a:cubicBezTo>
                      <a:pt x="1791" y="640"/>
                      <a:pt x="1757" y="612"/>
                      <a:pt x="1730" y="576"/>
                    </a:cubicBezTo>
                    <a:cubicBezTo>
                      <a:pt x="1325" y="237"/>
                      <a:pt x="977" y="0"/>
                      <a:pt x="8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6"/>
              <p:cNvSpPr/>
              <p:nvPr/>
            </p:nvSpPr>
            <p:spPr>
              <a:xfrm>
                <a:off x="7308873" y="2342376"/>
                <a:ext cx="77767" cy="61711"/>
              </a:xfrm>
              <a:custGeom>
                <a:avLst/>
                <a:gdLst/>
                <a:ahLst/>
                <a:cxnLst/>
                <a:rect l="l" t="t" r="r" b="b"/>
                <a:pathLst>
                  <a:path w="833" h="661" extrusionOk="0">
                    <a:moveTo>
                      <a:pt x="294" y="0"/>
                    </a:moveTo>
                    <a:lnTo>
                      <a:pt x="1" y="661"/>
                    </a:lnTo>
                    <a:lnTo>
                      <a:pt x="1" y="661"/>
                    </a:lnTo>
                    <a:lnTo>
                      <a:pt x="136" y="650"/>
                    </a:lnTo>
                    <a:cubicBezTo>
                      <a:pt x="136" y="650"/>
                      <a:pt x="734" y="342"/>
                      <a:pt x="784" y="269"/>
                    </a:cubicBezTo>
                    <a:cubicBezTo>
                      <a:pt x="833" y="196"/>
                      <a:pt x="294" y="0"/>
                      <a:pt x="294" y="0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6"/>
              <p:cNvSpPr/>
              <p:nvPr/>
            </p:nvSpPr>
            <p:spPr>
              <a:xfrm>
                <a:off x="7219063" y="2233332"/>
                <a:ext cx="145078" cy="178411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911" extrusionOk="0">
                    <a:moveTo>
                      <a:pt x="892" y="1"/>
                    </a:moveTo>
                    <a:cubicBezTo>
                      <a:pt x="723" y="1"/>
                      <a:pt x="503" y="53"/>
                      <a:pt x="216" y="204"/>
                    </a:cubicBezTo>
                    <a:cubicBezTo>
                      <a:pt x="216" y="204"/>
                      <a:pt x="1" y="1147"/>
                      <a:pt x="74" y="1394"/>
                    </a:cubicBezTo>
                    <a:cubicBezTo>
                      <a:pt x="144" y="1626"/>
                      <a:pt x="507" y="1911"/>
                      <a:pt x="726" y="1911"/>
                    </a:cubicBezTo>
                    <a:cubicBezTo>
                      <a:pt x="739" y="1911"/>
                      <a:pt x="751" y="1910"/>
                      <a:pt x="763" y="1908"/>
                    </a:cubicBezTo>
                    <a:cubicBezTo>
                      <a:pt x="976" y="1871"/>
                      <a:pt x="1479" y="1498"/>
                      <a:pt x="1516" y="1349"/>
                    </a:cubicBezTo>
                    <a:cubicBezTo>
                      <a:pt x="1553" y="1200"/>
                      <a:pt x="1395" y="296"/>
                      <a:pt x="1395" y="296"/>
                    </a:cubicBezTo>
                    <a:cubicBezTo>
                      <a:pt x="1395" y="296"/>
                      <a:pt x="1290" y="1"/>
                      <a:pt x="892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6"/>
              <p:cNvSpPr/>
              <p:nvPr/>
            </p:nvSpPr>
            <p:spPr>
              <a:xfrm>
                <a:off x="6875694" y="2383361"/>
                <a:ext cx="555664" cy="145922"/>
              </a:xfrm>
              <a:custGeom>
                <a:avLst/>
                <a:gdLst/>
                <a:ahLst/>
                <a:cxnLst/>
                <a:rect l="l" t="t" r="r" b="b"/>
                <a:pathLst>
                  <a:path w="5952" h="1563" extrusionOk="0">
                    <a:moveTo>
                      <a:pt x="5214" y="0"/>
                    </a:moveTo>
                    <a:cubicBezTo>
                      <a:pt x="5182" y="0"/>
                      <a:pt x="5154" y="7"/>
                      <a:pt x="5131" y="22"/>
                    </a:cubicBezTo>
                    <a:cubicBezTo>
                      <a:pt x="5037" y="82"/>
                      <a:pt x="4566" y="252"/>
                      <a:pt x="4098" y="413"/>
                    </a:cubicBezTo>
                    <a:cubicBezTo>
                      <a:pt x="3586" y="590"/>
                      <a:pt x="3078" y="756"/>
                      <a:pt x="3078" y="756"/>
                    </a:cubicBezTo>
                    <a:lnTo>
                      <a:pt x="2517" y="811"/>
                    </a:lnTo>
                    <a:lnTo>
                      <a:pt x="75" y="1047"/>
                    </a:lnTo>
                    <a:lnTo>
                      <a:pt x="0" y="1461"/>
                    </a:lnTo>
                    <a:cubicBezTo>
                      <a:pt x="0" y="1461"/>
                      <a:pt x="1933" y="1524"/>
                      <a:pt x="2863" y="1551"/>
                    </a:cubicBezTo>
                    <a:cubicBezTo>
                      <a:pt x="3126" y="1558"/>
                      <a:pt x="3309" y="1562"/>
                      <a:pt x="3346" y="1562"/>
                    </a:cubicBezTo>
                    <a:cubicBezTo>
                      <a:pt x="3376" y="1562"/>
                      <a:pt x="3482" y="1545"/>
                      <a:pt x="3634" y="1515"/>
                    </a:cubicBezTo>
                    <a:cubicBezTo>
                      <a:pt x="4320" y="1375"/>
                      <a:pt x="5951" y="966"/>
                      <a:pt x="5913" y="686"/>
                    </a:cubicBezTo>
                    <a:cubicBezTo>
                      <a:pt x="5869" y="385"/>
                      <a:pt x="5447" y="0"/>
                      <a:pt x="5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6"/>
              <p:cNvSpPr/>
              <p:nvPr/>
            </p:nvSpPr>
            <p:spPr>
              <a:xfrm>
                <a:off x="7270596" y="2349285"/>
                <a:ext cx="12883" cy="19419"/>
              </a:xfrm>
              <a:custGeom>
                <a:avLst/>
                <a:gdLst/>
                <a:ahLst/>
                <a:cxnLst/>
                <a:rect l="l" t="t" r="r" b="b"/>
                <a:pathLst>
                  <a:path w="138" h="208" extrusionOk="0">
                    <a:moveTo>
                      <a:pt x="73" y="1"/>
                    </a:moveTo>
                    <a:cubicBezTo>
                      <a:pt x="68" y="1"/>
                      <a:pt x="63" y="2"/>
                      <a:pt x="57" y="5"/>
                    </a:cubicBezTo>
                    <a:cubicBezTo>
                      <a:pt x="53" y="8"/>
                      <a:pt x="48" y="11"/>
                      <a:pt x="45" y="16"/>
                    </a:cubicBezTo>
                    <a:cubicBezTo>
                      <a:pt x="27" y="19"/>
                      <a:pt x="13" y="32"/>
                      <a:pt x="8" y="50"/>
                    </a:cubicBezTo>
                    <a:cubicBezTo>
                      <a:pt x="1" y="87"/>
                      <a:pt x="5" y="128"/>
                      <a:pt x="23" y="160"/>
                    </a:cubicBezTo>
                    <a:cubicBezTo>
                      <a:pt x="26" y="166"/>
                      <a:pt x="30" y="172"/>
                      <a:pt x="35" y="177"/>
                    </a:cubicBezTo>
                    <a:cubicBezTo>
                      <a:pt x="35" y="178"/>
                      <a:pt x="36" y="181"/>
                      <a:pt x="38" y="183"/>
                    </a:cubicBezTo>
                    <a:cubicBezTo>
                      <a:pt x="46" y="198"/>
                      <a:pt x="62" y="207"/>
                      <a:pt x="79" y="207"/>
                    </a:cubicBezTo>
                    <a:cubicBezTo>
                      <a:pt x="83" y="207"/>
                      <a:pt x="87" y="206"/>
                      <a:pt x="92" y="205"/>
                    </a:cubicBezTo>
                    <a:cubicBezTo>
                      <a:pt x="102" y="201"/>
                      <a:pt x="109" y="195"/>
                      <a:pt x="115" y="186"/>
                    </a:cubicBezTo>
                    <a:cubicBezTo>
                      <a:pt x="123" y="181"/>
                      <a:pt x="126" y="174"/>
                      <a:pt x="124" y="166"/>
                    </a:cubicBezTo>
                    <a:cubicBezTo>
                      <a:pt x="124" y="165"/>
                      <a:pt x="127" y="162"/>
                      <a:pt x="127" y="159"/>
                    </a:cubicBezTo>
                    <a:cubicBezTo>
                      <a:pt x="138" y="116"/>
                      <a:pt x="132" y="71"/>
                      <a:pt x="112" y="31"/>
                    </a:cubicBezTo>
                    <a:cubicBezTo>
                      <a:pt x="106" y="16"/>
                      <a:pt x="91" y="1"/>
                      <a:pt x="73" y="1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6"/>
              <p:cNvSpPr/>
              <p:nvPr/>
            </p:nvSpPr>
            <p:spPr>
              <a:xfrm>
                <a:off x="7265275" y="2301485"/>
                <a:ext cx="15311" cy="3557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81" extrusionOk="0">
                    <a:moveTo>
                      <a:pt x="99" y="0"/>
                    </a:moveTo>
                    <a:cubicBezTo>
                      <a:pt x="96" y="0"/>
                      <a:pt x="93" y="2"/>
                      <a:pt x="92" y="6"/>
                    </a:cubicBezTo>
                    <a:cubicBezTo>
                      <a:pt x="87" y="28"/>
                      <a:pt x="83" y="49"/>
                      <a:pt x="81" y="70"/>
                    </a:cubicBezTo>
                    <a:cubicBezTo>
                      <a:pt x="80" y="94"/>
                      <a:pt x="78" y="116"/>
                      <a:pt x="78" y="139"/>
                    </a:cubicBezTo>
                    <a:cubicBezTo>
                      <a:pt x="78" y="162"/>
                      <a:pt x="78" y="183"/>
                      <a:pt x="81" y="206"/>
                    </a:cubicBezTo>
                    <a:cubicBezTo>
                      <a:pt x="81" y="224"/>
                      <a:pt x="83" y="241"/>
                      <a:pt x="84" y="258"/>
                    </a:cubicBezTo>
                    <a:cubicBezTo>
                      <a:pt x="71" y="259"/>
                      <a:pt x="56" y="262"/>
                      <a:pt x="44" y="267"/>
                    </a:cubicBezTo>
                    <a:cubicBezTo>
                      <a:pt x="25" y="276"/>
                      <a:pt x="11" y="292"/>
                      <a:pt x="7" y="312"/>
                    </a:cubicBezTo>
                    <a:cubicBezTo>
                      <a:pt x="1" y="332"/>
                      <a:pt x="10" y="355"/>
                      <a:pt x="29" y="365"/>
                    </a:cubicBezTo>
                    <a:cubicBezTo>
                      <a:pt x="47" y="376"/>
                      <a:pt x="68" y="380"/>
                      <a:pt x="89" y="380"/>
                    </a:cubicBezTo>
                    <a:cubicBezTo>
                      <a:pt x="101" y="380"/>
                      <a:pt x="114" y="380"/>
                      <a:pt x="126" y="377"/>
                    </a:cubicBezTo>
                    <a:cubicBezTo>
                      <a:pt x="132" y="377"/>
                      <a:pt x="138" y="374"/>
                      <a:pt x="144" y="373"/>
                    </a:cubicBezTo>
                    <a:cubicBezTo>
                      <a:pt x="150" y="370"/>
                      <a:pt x="156" y="365"/>
                      <a:pt x="159" y="361"/>
                    </a:cubicBezTo>
                    <a:cubicBezTo>
                      <a:pt x="163" y="355"/>
                      <a:pt x="159" y="349"/>
                      <a:pt x="155" y="347"/>
                    </a:cubicBezTo>
                    <a:cubicBezTo>
                      <a:pt x="149" y="346"/>
                      <a:pt x="143" y="345"/>
                      <a:pt x="138" y="345"/>
                    </a:cubicBezTo>
                    <a:cubicBezTo>
                      <a:pt x="132" y="345"/>
                      <a:pt x="127" y="346"/>
                      <a:pt x="122" y="347"/>
                    </a:cubicBezTo>
                    <a:cubicBezTo>
                      <a:pt x="114" y="347"/>
                      <a:pt x="106" y="348"/>
                      <a:pt x="99" y="348"/>
                    </a:cubicBezTo>
                    <a:cubicBezTo>
                      <a:pt x="95" y="348"/>
                      <a:pt x="91" y="348"/>
                      <a:pt x="87" y="347"/>
                    </a:cubicBezTo>
                    <a:cubicBezTo>
                      <a:pt x="77" y="347"/>
                      <a:pt x="68" y="346"/>
                      <a:pt x="58" y="343"/>
                    </a:cubicBezTo>
                    <a:cubicBezTo>
                      <a:pt x="50" y="341"/>
                      <a:pt x="44" y="338"/>
                      <a:pt x="40" y="332"/>
                    </a:cubicBezTo>
                    <a:cubicBezTo>
                      <a:pt x="37" y="331"/>
                      <a:pt x="37" y="328"/>
                      <a:pt x="37" y="325"/>
                    </a:cubicBezTo>
                    <a:cubicBezTo>
                      <a:pt x="35" y="321"/>
                      <a:pt x="37" y="318"/>
                      <a:pt x="38" y="315"/>
                    </a:cubicBezTo>
                    <a:cubicBezTo>
                      <a:pt x="40" y="309"/>
                      <a:pt x="44" y="303"/>
                      <a:pt x="50" y="298"/>
                    </a:cubicBezTo>
                    <a:cubicBezTo>
                      <a:pt x="58" y="294"/>
                      <a:pt x="67" y="289"/>
                      <a:pt x="77" y="288"/>
                    </a:cubicBezTo>
                    <a:lnTo>
                      <a:pt x="107" y="282"/>
                    </a:lnTo>
                    <a:cubicBezTo>
                      <a:pt x="113" y="280"/>
                      <a:pt x="116" y="274"/>
                      <a:pt x="114" y="268"/>
                    </a:cubicBezTo>
                    <a:cubicBezTo>
                      <a:pt x="114" y="267"/>
                      <a:pt x="114" y="265"/>
                      <a:pt x="113" y="264"/>
                    </a:cubicBezTo>
                    <a:cubicBezTo>
                      <a:pt x="113" y="255"/>
                      <a:pt x="111" y="246"/>
                      <a:pt x="110" y="236"/>
                    </a:cubicBezTo>
                    <a:cubicBezTo>
                      <a:pt x="110" y="227"/>
                      <a:pt x="108" y="213"/>
                      <a:pt x="107" y="203"/>
                    </a:cubicBezTo>
                    <a:cubicBezTo>
                      <a:pt x="107" y="182"/>
                      <a:pt x="105" y="159"/>
                      <a:pt x="105" y="139"/>
                    </a:cubicBezTo>
                    <a:cubicBezTo>
                      <a:pt x="105" y="118"/>
                      <a:pt x="105" y="95"/>
                      <a:pt x="107" y="74"/>
                    </a:cubicBezTo>
                    <a:cubicBezTo>
                      <a:pt x="107" y="54"/>
                      <a:pt x="107" y="30"/>
                      <a:pt x="108" y="9"/>
                    </a:cubicBezTo>
                    <a:cubicBezTo>
                      <a:pt x="107" y="3"/>
                      <a:pt x="103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46"/>
              <p:cNvSpPr/>
              <p:nvPr/>
            </p:nvSpPr>
            <p:spPr>
              <a:xfrm>
                <a:off x="7334826" y="2242388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AE4C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46"/>
              <p:cNvSpPr/>
              <p:nvPr/>
            </p:nvSpPr>
            <p:spPr>
              <a:xfrm>
                <a:off x="7350230" y="2296817"/>
                <a:ext cx="19605" cy="3090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331" extrusionOk="0">
                    <a:moveTo>
                      <a:pt x="87" y="1"/>
                    </a:moveTo>
                    <a:cubicBezTo>
                      <a:pt x="85" y="1"/>
                      <a:pt x="84" y="1"/>
                      <a:pt x="83" y="1"/>
                    </a:cubicBezTo>
                    <a:cubicBezTo>
                      <a:pt x="44" y="4"/>
                      <a:pt x="2" y="31"/>
                      <a:pt x="1" y="72"/>
                    </a:cubicBezTo>
                    <a:cubicBezTo>
                      <a:pt x="1" y="79"/>
                      <a:pt x="5" y="83"/>
                      <a:pt x="11" y="83"/>
                    </a:cubicBezTo>
                    <a:cubicBezTo>
                      <a:pt x="13" y="83"/>
                      <a:pt x="15" y="82"/>
                      <a:pt x="17" y="81"/>
                    </a:cubicBezTo>
                    <a:cubicBezTo>
                      <a:pt x="24" y="117"/>
                      <a:pt x="33" y="154"/>
                      <a:pt x="42" y="190"/>
                    </a:cubicBezTo>
                    <a:cubicBezTo>
                      <a:pt x="51" y="232"/>
                      <a:pt x="59" y="277"/>
                      <a:pt x="72" y="317"/>
                    </a:cubicBezTo>
                    <a:cubicBezTo>
                      <a:pt x="74" y="325"/>
                      <a:pt x="82" y="330"/>
                      <a:pt x="90" y="330"/>
                    </a:cubicBezTo>
                    <a:cubicBezTo>
                      <a:pt x="94" y="330"/>
                      <a:pt x="99" y="329"/>
                      <a:pt x="102" y="324"/>
                    </a:cubicBezTo>
                    <a:cubicBezTo>
                      <a:pt x="117" y="305"/>
                      <a:pt x="138" y="287"/>
                      <a:pt x="153" y="266"/>
                    </a:cubicBezTo>
                    <a:cubicBezTo>
                      <a:pt x="169" y="247"/>
                      <a:pt x="181" y="224"/>
                      <a:pt x="190" y="201"/>
                    </a:cubicBezTo>
                    <a:cubicBezTo>
                      <a:pt x="209" y="157"/>
                      <a:pt x="208" y="107"/>
                      <a:pt x="187" y="63"/>
                    </a:cubicBezTo>
                    <a:cubicBezTo>
                      <a:pt x="168" y="24"/>
                      <a:pt x="130" y="1"/>
                      <a:pt x="87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6"/>
              <p:cNvSpPr/>
              <p:nvPr/>
            </p:nvSpPr>
            <p:spPr>
              <a:xfrm>
                <a:off x="7222143" y="2223810"/>
                <a:ext cx="137236" cy="71794"/>
              </a:xfrm>
              <a:custGeom>
                <a:avLst/>
                <a:gdLst/>
                <a:ahLst/>
                <a:cxnLst/>
                <a:rect l="l" t="t" r="r" b="b"/>
                <a:pathLst>
                  <a:path w="1470" h="769" extrusionOk="0">
                    <a:moveTo>
                      <a:pt x="739" y="0"/>
                    </a:moveTo>
                    <a:cubicBezTo>
                      <a:pt x="562" y="0"/>
                      <a:pt x="387" y="44"/>
                      <a:pt x="250" y="164"/>
                    </a:cubicBezTo>
                    <a:cubicBezTo>
                      <a:pt x="248" y="164"/>
                      <a:pt x="245" y="165"/>
                      <a:pt x="244" y="167"/>
                    </a:cubicBezTo>
                    <a:cubicBezTo>
                      <a:pt x="174" y="218"/>
                      <a:pt x="118" y="286"/>
                      <a:pt x="83" y="364"/>
                    </a:cubicBezTo>
                    <a:cubicBezTo>
                      <a:pt x="78" y="364"/>
                      <a:pt x="75" y="365"/>
                      <a:pt x="74" y="367"/>
                    </a:cubicBezTo>
                    <a:cubicBezTo>
                      <a:pt x="48" y="395"/>
                      <a:pt x="29" y="428"/>
                      <a:pt x="17" y="464"/>
                    </a:cubicBezTo>
                    <a:cubicBezTo>
                      <a:pt x="11" y="480"/>
                      <a:pt x="7" y="498"/>
                      <a:pt x="5" y="516"/>
                    </a:cubicBezTo>
                    <a:cubicBezTo>
                      <a:pt x="4" y="525"/>
                      <a:pt x="2" y="535"/>
                      <a:pt x="2" y="544"/>
                    </a:cubicBezTo>
                    <a:cubicBezTo>
                      <a:pt x="1" y="553"/>
                      <a:pt x="4" y="564"/>
                      <a:pt x="10" y="569"/>
                    </a:cubicBezTo>
                    <a:cubicBezTo>
                      <a:pt x="11" y="571"/>
                      <a:pt x="13" y="572"/>
                      <a:pt x="15" y="572"/>
                    </a:cubicBezTo>
                    <a:cubicBezTo>
                      <a:pt x="17" y="572"/>
                      <a:pt x="19" y="571"/>
                      <a:pt x="20" y="569"/>
                    </a:cubicBezTo>
                    <a:lnTo>
                      <a:pt x="20" y="569"/>
                    </a:lnTo>
                    <a:cubicBezTo>
                      <a:pt x="20" y="574"/>
                      <a:pt x="20" y="577"/>
                      <a:pt x="19" y="580"/>
                    </a:cubicBezTo>
                    <a:cubicBezTo>
                      <a:pt x="17" y="602"/>
                      <a:pt x="16" y="625"/>
                      <a:pt x="16" y="647"/>
                    </a:cubicBezTo>
                    <a:cubicBezTo>
                      <a:pt x="13" y="669"/>
                      <a:pt x="17" y="693"/>
                      <a:pt x="26" y="714"/>
                    </a:cubicBezTo>
                    <a:cubicBezTo>
                      <a:pt x="29" y="718"/>
                      <a:pt x="33" y="720"/>
                      <a:pt x="37" y="720"/>
                    </a:cubicBezTo>
                    <a:cubicBezTo>
                      <a:pt x="42" y="720"/>
                      <a:pt x="47" y="717"/>
                      <a:pt x="50" y="711"/>
                    </a:cubicBezTo>
                    <a:cubicBezTo>
                      <a:pt x="54" y="687"/>
                      <a:pt x="56" y="662"/>
                      <a:pt x="53" y="637"/>
                    </a:cubicBezTo>
                    <a:cubicBezTo>
                      <a:pt x="54" y="572"/>
                      <a:pt x="66" y="507"/>
                      <a:pt x="89" y="446"/>
                    </a:cubicBezTo>
                    <a:lnTo>
                      <a:pt x="89" y="446"/>
                    </a:lnTo>
                    <a:cubicBezTo>
                      <a:pt x="87" y="456"/>
                      <a:pt x="86" y="465"/>
                      <a:pt x="86" y="474"/>
                    </a:cubicBezTo>
                    <a:cubicBezTo>
                      <a:pt x="66" y="544"/>
                      <a:pt x="63" y="617"/>
                      <a:pt x="75" y="689"/>
                    </a:cubicBezTo>
                    <a:cubicBezTo>
                      <a:pt x="76" y="698"/>
                      <a:pt x="82" y="702"/>
                      <a:pt x="89" y="702"/>
                    </a:cubicBezTo>
                    <a:cubicBezTo>
                      <a:pt x="93" y="702"/>
                      <a:pt x="98" y="701"/>
                      <a:pt x="102" y="698"/>
                    </a:cubicBezTo>
                    <a:cubicBezTo>
                      <a:pt x="121" y="696"/>
                      <a:pt x="141" y="693"/>
                      <a:pt x="160" y="689"/>
                    </a:cubicBezTo>
                    <a:lnTo>
                      <a:pt x="238" y="672"/>
                    </a:lnTo>
                    <a:cubicBezTo>
                      <a:pt x="290" y="662"/>
                      <a:pt x="341" y="653"/>
                      <a:pt x="393" y="641"/>
                    </a:cubicBezTo>
                    <a:lnTo>
                      <a:pt x="699" y="578"/>
                    </a:lnTo>
                    <a:lnTo>
                      <a:pt x="867" y="543"/>
                    </a:lnTo>
                    <a:cubicBezTo>
                      <a:pt x="870" y="545"/>
                      <a:pt x="873" y="546"/>
                      <a:pt x="876" y="546"/>
                    </a:cubicBezTo>
                    <a:cubicBezTo>
                      <a:pt x="882" y="546"/>
                      <a:pt x="888" y="542"/>
                      <a:pt x="889" y="534"/>
                    </a:cubicBezTo>
                    <a:lnTo>
                      <a:pt x="889" y="531"/>
                    </a:lnTo>
                    <a:cubicBezTo>
                      <a:pt x="891" y="526"/>
                      <a:pt x="891" y="520"/>
                      <a:pt x="889" y="516"/>
                    </a:cubicBezTo>
                    <a:cubicBezTo>
                      <a:pt x="889" y="490"/>
                      <a:pt x="888" y="464"/>
                      <a:pt x="886" y="437"/>
                    </a:cubicBezTo>
                    <a:lnTo>
                      <a:pt x="886" y="437"/>
                    </a:lnTo>
                    <a:lnTo>
                      <a:pt x="892" y="449"/>
                    </a:lnTo>
                    <a:cubicBezTo>
                      <a:pt x="898" y="462"/>
                      <a:pt x="906" y="477"/>
                      <a:pt x="913" y="490"/>
                    </a:cubicBezTo>
                    <a:cubicBezTo>
                      <a:pt x="919" y="507"/>
                      <a:pt x="927" y="522"/>
                      <a:pt x="936" y="537"/>
                    </a:cubicBezTo>
                    <a:cubicBezTo>
                      <a:pt x="940" y="542"/>
                      <a:pt x="946" y="546"/>
                      <a:pt x="953" y="546"/>
                    </a:cubicBezTo>
                    <a:cubicBezTo>
                      <a:pt x="955" y="546"/>
                      <a:pt x="958" y="545"/>
                      <a:pt x="961" y="544"/>
                    </a:cubicBezTo>
                    <a:cubicBezTo>
                      <a:pt x="964" y="543"/>
                      <a:pt x="965" y="541"/>
                      <a:pt x="968" y="538"/>
                    </a:cubicBezTo>
                    <a:cubicBezTo>
                      <a:pt x="982" y="540"/>
                      <a:pt x="995" y="541"/>
                      <a:pt x="1009" y="543"/>
                    </a:cubicBezTo>
                    <a:cubicBezTo>
                      <a:pt x="1031" y="546"/>
                      <a:pt x="1052" y="549"/>
                      <a:pt x="1074" y="553"/>
                    </a:cubicBezTo>
                    <a:cubicBezTo>
                      <a:pt x="1118" y="562"/>
                      <a:pt x="1161" y="574"/>
                      <a:pt x="1203" y="589"/>
                    </a:cubicBezTo>
                    <a:cubicBezTo>
                      <a:pt x="1244" y="604"/>
                      <a:pt x="1285" y="620"/>
                      <a:pt x="1323" y="641"/>
                    </a:cubicBezTo>
                    <a:cubicBezTo>
                      <a:pt x="1343" y="651"/>
                      <a:pt x="1362" y="663"/>
                      <a:pt x="1381" y="675"/>
                    </a:cubicBezTo>
                    <a:cubicBezTo>
                      <a:pt x="1390" y="681"/>
                      <a:pt x="1399" y="687"/>
                      <a:pt x="1408" y="693"/>
                    </a:cubicBezTo>
                    <a:lnTo>
                      <a:pt x="1416" y="698"/>
                    </a:lnTo>
                    <a:cubicBezTo>
                      <a:pt x="1416" y="701"/>
                      <a:pt x="1417" y="704"/>
                      <a:pt x="1422" y="707"/>
                    </a:cubicBezTo>
                    <a:cubicBezTo>
                      <a:pt x="1417" y="723"/>
                      <a:pt x="1417" y="742"/>
                      <a:pt x="1422" y="760"/>
                    </a:cubicBezTo>
                    <a:cubicBezTo>
                      <a:pt x="1423" y="766"/>
                      <a:pt x="1429" y="769"/>
                      <a:pt x="1434" y="769"/>
                    </a:cubicBezTo>
                    <a:cubicBezTo>
                      <a:pt x="1438" y="769"/>
                      <a:pt x="1442" y="767"/>
                      <a:pt x="1444" y="763"/>
                    </a:cubicBezTo>
                    <a:cubicBezTo>
                      <a:pt x="1455" y="742"/>
                      <a:pt x="1459" y="722"/>
                      <a:pt x="1459" y="699"/>
                    </a:cubicBezTo>
                    <a:cubicBezTo>
                      <a:pt x="1461" y="696"/>
                      <a:pt x="1461" y="692"/>
                      <a:pt x="1461" y="689"/>
                    </a:cubicBezTo>
                    <a:lnTo>
                      <a:pt x="1461" y="687"/>
                    </a:lnTo>
                    <a:cubicBezTo>
                      <a:pt x="1458" y="680"/>
                      <a:pt x="1459" y="672"/>
                      <a:pt x="1459" y="663"/>
                    </a:cubicBezTo>
                    <a:cubicBezTo>
                      <a:pt x="1462" y="643"/>
                      <a:pt x="1464" y="622"/>
                      <a:pt x="1466" y="604"/>
                    </a:cubicBezTo>
                    <a:cubicBezTo>
                      <a:pt x="1469" y="561"/>
                      <a:pt x="1469" y="516"/>
                      <a:pt x="1466" y="473"/>
                    </a:cubicBezTo>
                    <a:lnTo>
                      <a:pt x="1466" y="467"/>
                    </a:lnTo>
                    <a:lnTo>
                      <a:pt x="1466" y="453"/>
                    </a:lnTo>
                    <a:cubicBezTo>
                      <a:pt x="1466" y="402"/>
                      <a:pt x="1461" y="353"/>
                      <a:pt x="1446" y="306"/>
                    </a:cubicBezTo>
                    <a:cubicBezTo>
                      <a:pt x="1432" y="267"/>
                      <a:pt x="1411" y="222"/>
                      <a:pt x="1373" y="203"/>
                    </a:cubicBezTo>
                    <a:cubicBezTo>
                      <a:pt x="1372" y="202"/>
                      <a:pt x="1371" y="202"/>
                      <a:pt x="1370" y="202"/>
                    </a:cubicBezTo>
                    <a:cubicBezTo>
                      <a:pt x="1368" y="202"/>
                      <a:pt x="1367" y="202"/>
                      <a:pt x="1367" y="203"/>
                    </a:cubicBezTo>
                    <a:cubicBezTo>
                      <a:pt x="1296" y="119"/>
                      <a:pt x="1191" y="74"/>
                      <a:pt x="1085" y="48"/>
                    </a:cubicBezTo>
                    <a:cubicBezTo>
                      <a:pt x="975" y="19"/>
                      <a:pt x="856" y="0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6"/>
              <p:cNvSpPr/>
              <p:nvPr/>
            </p:nvSpPr>
            <p:spPr>
              <a:xfrm>
                <a:off x="7356298" y="2262741"/>
                <a:ext cx="45185" cy="40518"/>
              </a:xfrm>
              <a:custGeom>
                <a:avLst/>
                <a:gdLst/>
                <a:ahLst/>
                <a:cxnLst/>
                <a:rect l="l" t="t" r="r" b="b"/>
                <a:pathLst>
                  <a:path w="484" h="434" extrusionOk="0">
                    <a:moveTo>
                      <a:pt x="17" y="0"/>
                    </a:moveTo>
                    <a:cubicBezTo>
                      <a:pt x="7" y="0"/>
                      <a:pt x="0" y="15"/>
                      <a:pt x="10" y="23"/>
                    </a:cubicBezTo>
                    <a:cubicBezTo>
                      <a:pt x="97" y="73"/>
                      <a:pt x="177" y="135"/>
                      <a:pt x="250" y="203"/>
                    </a:cubicBezTo>
                    <a:cubicBezTo>
                      <a:pt x="286" y="237"/>
                      <a:pt x="320" y="275"/>
                      <a:pt x="352" y="312"/>
                    </a:cubicBezTo>
                    <a:cubicBezTo>
                      <a:pt x="366" y="331"/>
                      <a:pt x="381" y="352"/>
                      <a:pt x="396" y="372"/>
                    </a:cubicBezTo>
                    <a:cubicBezTo>
                      <a:pt x="410" y="393"/>
                      <a:pt x="426" y="413"/>
                      <a:pt x="444" y="431"/>
                    </a:cubicBezTo>
                    <a:cubicBezTo>
                      <a:pt x="446" y="433"/>
                      <a:pt x="448" y="434"/>
                      <a:pt x="450" y="434"/>
                    </a:cubicBezTo>
                    <a:cubicBezTo>
                      <a:pt x="455" y="434"/>
                      <a:pt x="460" y="429"/>
                      <a:pt x="459" y="422"/>
                    </a:cubicBezTo>
                    <a:cubicBezTo>
                      <a:pt x="450" y="397"/>
                      <a:pt x="438" y="375"/>
                      <a:pt x="423" y="354"/>
                    </a:cubicBezTo>
                    <a:cubicBezTo>
                      <a:pt x="410" y="333"/>
                      <a:pt x="395" y="314"/>
                      <a:pt x="380" y="294"/>
                    </a:cubicBezTo>
                    <a:cubicBezTo>
                      <a:pt x="347" y="254"/>
                      <a:pt x="313" y="215"/>
                      <a:pt x="276" y="179"/>
                    </a:cubicBezTo>
                    <a:cubicBezTo>
                      <a:pt x="234" y="141"/>
                      <a:pt x="191" y="105"/>
                      <a:pt x="144" y="72"/>
                    </a:cubicBezTo>
                    <a:lnTo>
                      <a:pt x="144" y="72"/>
                    </a:lnTo>
                    <a:cubicBezTo>
                      <a:pt x="189" y="91"/>
                      <a:pt x="232" y="112"/>
                      <a:pt x="274" y="136"/>
                    </a:cubicBezTo>
                    <a:cubicBezTo>
                      <a:pt x="308" y="155"/>
                      <a:pt x="341" y="178"/>
                      <a:pt x="372" y="200"/>
                    </a:cubicBezTo>
                    <a:cubicBezTo>
                      <a:pt x="402" y="227"/>
                      <a:pt x="435" y="252"/>
                      <a:pt x="469" y="273"/>
                    </a:cubicBezTo>
                    <a:cubicBezTo>
                      <a:pt x="471" y="274"/>
                      <a:pt x="472" y="275"/>
                      <a:pt x="473" y="275"/>
                    </a:cubicBezTo>
                    <a:cubicBezTo>
                      <a:pt x="479" y="275"/>
                      <a:pt x="483" y="269"/>
                      <a:pt x="480" y="264"/>
                    </a:cubicBezTo>
                    <a:cubicBezTo>
                      <a:pt x="456" y="232"/>
                      <a:pt x="428" y="203"/>
                      <a:pt x="393" y="179"/>
                    </a:cubicBezTo>
                    <a:cubicBezTo>
                      <a:pt x="361" y="155"/>
                      <a:pt x="325" y="132"/>
                      <a:pt x="289" y="111"/>
                    </a:cubicBezTo>
                    <a:cubicBezTo>
                      <a:pt x="216" y="69"/>
                      <a:pt x="138" y="38"/>
                      <a:pt x="58" y="17"/>
                    </a:cubicBezTo>
                    <a:cubicBezTo>
                      <a:pt x="57" y="16"/>
                      <a:pt x="56" y="16"/>
                      <a:pt x="56" y="16"/>
                    </a:cubicBezTo>
                    <a:cubicBezTo>
                      <a:pt x="55" y="16"/>
                      <a:pt x="54" y="16"/>
                      <a:pt x="53" y="17"/>
                    </a:cubicBezTo>
                    <a:cubicBezTo>
                      <a:pt x="43" y="11"/>
                      <a:pt x="32" y="6"/>
                      <a:pt x="24" y="2"/>
                    </a:cubicBezTo>
                    <a:cubicBezTo>
                      <a:pt x="21" y="1"/>
                      <a:pt x="19" y="0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6"/>
              <p:cNvSpPr/>
              <p:nvPr/>
            </p:nvSpPr>
            <p:spPr>
              <a:xfrm>
                <a:off x="7187508" y="2446379"/>
                <a:ext cx="235448" cy="82250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881" extrusionOk="0">
                    <a:moveTo>
                      <a:pt x="2503" y="0"/>
                    </a:moveTo>
                    <a:cubicBezTo>
                      <a:pt x="2501" y="0"/>
                      <a:pt x="2499" y="1"/>
                      <a:pt x="2497" y="2"/>
                    </a:cubicBezTo>
                    <a:cubicBezTo>
                      <a:pt x="2424" y="41"/>
                      <a:pt x="2355" y="88"/>
                      <a:pt x="2283" y="131"/>
                    </a:cubicBezTo>
                    <a:cubicBezTo>
                      <a:pt x="2212" y="176"/>
                      <a:pt x="2143" y="213"/>
                      <a:pt x="2070" y="251"/>
                    </a:cubicBezTo>
                    <a:cubicBezTo>
                      <a:pt x="1922" y="327"/>
                      <a:pt x="1770" y="392"/>
                      <a:pt x="1614" y="451"/>
                    </a:cubicBezTo>
                    <a:cubicBezTo>
                      <a:pt x="1286" y="573"/>
                      <a:pt x="946" y="659"/>
                      <a:pt x="604" y="732"/>
                    </a:cubicBezTo>
                    <a:cubicBezTo>
                      <a:pt x="506" y="755"/>
                      <a:pt x="407" y="774"/>
                      <a:pt x="309" y="795"/>
                    </a:cubicBezTo>
                    <a:cubicBezTo>
                      <a:pt x="258" y="804"/>
                      <a:pt x="209" y="814"/>
                      <a:pt x="160" y="823"/>
                    </a:cubicBezTo>
                    <a:cubicBezTo>
                      <a:pt x="109" y="832"/>
                      <a:pt x="60" y="844"/>
                      <a:pt x="11" y="861"/>
                    </a:cubicBezTo>
                    <a:cubicBezTo>
                      <a:pt x="0" y="864"/>
                      <a:pt x="2" y="880"/>
                      <a:pt x="14" y="880"/>
                    </a:cubicBezTo>
                    <a:cubicBezTo>
                      <a:pt x="58" y="879"/>
                      <a:pt x="103" y="873"/>
                      <a:pt x="146" y="864"/>
                    </a:cubicBezTo>
                    <a:cubicBezTo>
                      <a:pt x="191" y="856"/>
                      <a:pt x="236" y="847"/>
                      <a:pt x="281" y="838"/>
                    </a:cubicBezTo>
                    <a:cubicBezTo>
                      <a:pt x="370" y="822"/>
                      <a:pt x="460" y="804"/>
                      <a:pt x="549" y="786"/>
                    </a:cubicBezTo>
                    <a:cubicBezTo>
                      <a:pt x="727" y="749"/>
                      <a:pt x="904" y="710"/>
                      <a:pt x="1080" y="662"/>
                    </a:cubicBezTo>
                    <a:cubicBezTo>
                      <a:pt x="1408" y="576"/>
                      <a:pt x="1732" y="465"/>
                      <a:pt x="2037" y="315"/>
                    </a:cubicBezTo>
                    <a:cubicBezTo>
                      <a:pt x="2121" y="273"/>
                      <a:pt x="2203" y="230"/>
                      <a:pt x="2282" y="184"/>
                    </a:cubicBezTo>
                    <a:cubicBezTo>
                      <a:pt x="2361" y="136"/>
                      <a:pt x="2444" y="87"/>
                      <a:pt x="2513" y="23"/>
                    </a:cubicBezTo>
                    <a:cubicBezTo>
                      <a:pt x="2522" y="13"/>
                      <a:pt x="2514" y="0"/>
                      <a:pt x="2503" y="0"/>
                    </a:cubicBez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6"/>
              <p:cNvSpPr/>
              <p:nvPr/>
            </p:nvSpPr>
            <p:spPr>
              <a:xfrm>
                <a:off x="7325210" y="2361422"/>
                <a:ext cx="58068" cy="39211"/>
              </a:xfrm>
              <a:custGeom>
                <a:avLst/>
                <a:gdLst/>
                <a:ahLst/>
                <a:cxnLst/>
                <a:rect l="l" t="t" r="r" b="b"/>
                <a:pathLst>
                  <a:path w="622" h="420" extrusionOk="0">
                    <a:moveTo>
                      <a:pt x="587" y="1"/>
                    </a:moveTo>
                    <a:cubicBezTo>
                      <a:pt x="581" y="1"/>
                      <a:pt x="576" y="7"/>
                      <a:pt x="579" y="13"/>
                    </a:cubicBezTo>
                    <a:cubicBezTo>
                      <a:pt x="585" y="30"/>
                      <a:pt x="585" y="48"/>
                      <a:pt x="582" y="66"/>
                    </a:cubicBezTo>
                    <a:cubicBezTo>
                      <a:pt x="574" y="87"/>
                      <a:pt x="561" y="105"/>
                      <a:pt x="541" y="117"/>
                    </a:cubicBezTo>
                    <a:cubicBezTo>
                      <a:pt x="503" y="145"/>
                      <a:pt x="462" y="172"/>
                      <a:pt x="421" y="194"/>
                    </a:cubicBezTo>
                    <a:cubicBezTo>
                      <a:pt x="334" y="244"/>
                      <a:pt x="246" y="287"/>
                      <a:pt x="157" y="326"/>
                    </a:cubicBezTo>
                    <a:lnTo>
                      <a:pt x="82" y="359"/>
                    </a:lnTo>
                    <a:cubicBezTo>
                      <a:pt x="55" y="367"/>
                      <a:pt x="30" y="381"/>
                      <a:pt x="8" y="397"/>
                    </a:cubicBezTo>
                    <a:cubicBezTo>
                      <a:pt x="0" y="406"/>
                      <a:pt x="5" y="418"/>
                      <a:pt x="17" y="420"/>
                    </a:cubicBezTo>
                    <a:cubicBezTo>
                      <a:pt x="42" y="415"/>
                      <a:pt x="67" y="408"/>
                      <a:pt x="91" y="396"/>
                    </a:cubicBezTo>
                    <a:lnTo>
                      <a:pt x="166" y="364"/>
                    </a:lnTo>
                    <a:cubicBezTo>
                      <a:pt x="215" y="342"/>
                      <a:pt x="266" y="320"/>
                      <a:pt x="315" y="296"/>
                    </a:cubicBezTo>
                    <a:cubicBezTo>
                      <a:pt x="364" y="272"/>
                      <a:pt x="410" y="247"/>
                      <a:pt x="456" y="218"/>
                    </a:cubicBezTo>
                    <a:cubicBezTo>
                      <a:pt x="479" y="205"/>
                      <a:pt x="501" y="190"/>
                      <a:pt x="524" y="175"/>
                    </a:cubicBezTo>
                    <a:cubicBezTo>
                      <a:pt x="546" y="162"/>
                      <a:pt x="567" y="145"/>
                      <a:pt x="585" y="127"/>
                    </a:cubicBezTo>
                    <a:cubicBezTo>
                      <a:pt x="603" y="109"/>
                      <a:pt x="613" y="87"/>
                      <a:pt x="617" y="62"/>
                    </a:cubicBezTo>
                    <a:cubicBezTo>
                      <a:pt x="622" y="39"/>
                      <a:pt x="612" y="14"/>
                      <a:pt x="592" y="2"/>
                    </a:cubicBezTo>
                    <a:cubicBezTo>
                      <a:pt x="591" y="1"/>
                      <a:pt x="589" y="1"/>
                      <a:pt x="587" y="1"/>
                    </a:cubicBez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6"/>
              <p:cNvSpPr/>
              <p:nvPr/>
            </p:nvSpPr>
            <p:spPr>
              <a:xfrm>
                <a:off x="6861877" y="2467385"/>
                <a:ext cx="54894" cy="61618"/>
              </a:xfrm>
              <a:custGeom>
                <a:avLst/>
                <a:gdLst/>
                <a:ahLst/>
                <a:cxnLst/>
                <a:rect l="l" t="t" r="r" b="b"/>
                <a:pathLst>
                  <a:path w="588" h="660" extrusionOk="0">
                    <a:moveTo>
                      <a:pt x="564" y="0"/>
                    </a:moveTo>
                    <a:lnTo>
                      <a:pt x="123" y="73"/>
                    </a:lnTo>
                    <a:cubicBezTo>
                      <a:pt x="123" y="73"/>
                      <a:pt x="0" y="610"/>
                      <a:pt x="74" y="636"/>
                    </a:cubicBezTo>
                    <a:cubicBezTo>
                      <a:pt x="147" y="660"/>
                      <a:pt x="466" y="660"/>
                      <a:pt x="466" y="660"/>
                    </a:cubicBezTo>
                    <a:lnTo>
                      <a:pt x="515" y="269"/>
                    </a:lnTo>
                    <a:lnTo>
                      <a:pt x="442" y="269"/>
                    </a:lnTo>
                    <a:lnTo>
                      <a:pt x="588" y="170"/>
                    </a:lnTo>
                    <a:lnTo>
                      <a:pt x="564" y="0"/>
                    </a:ln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6"/>
              <p:cNvSpPr/>
              <p:nvPr/>
            </p:nvSpPr>
            <p:spPr>
              <a:xfrm>
                <a:off x="8089435" y="2963311"/>
                <a:ext cx="202399" cy="158992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703" extrusionOk="0">
                    <a:moveTo>
                      <a:pt x="970" y="1"/>
                    </a:moveTo>
                    <a:cubicBezTo>
                      <a:pt x="968" y="1"/>
                      <a:pt x="967" y="1"/>
                      <a:pt x="966" y="1"/>
                    </a:cubicBezTo>
                    <a:cubicBezTo>
                      <a:pt x="878" y="45"/>
                      <a:pt x="724" y="309"/>
                      <a:pt x="724" y="309"/>
                    </a:cubicBezTo>
                    <a:lnTo>
                      <a:pt x="1" y="702"/>
                    </a:lnTo>
                    <a:cubicBezTo>
                      <a:pt x="1" y="702"/>
                      <a:pt x="264" y="1474"/>
                      <a:pt x="363" y="1474"/>
                    </a:cubicBezTo>
                    <a:cubicBezTo>
                      <a:pt x="367" y="1474"/>
                      <a:pt x="370" y="1473"/>
                      <a:pt x="374" y="1470"/>
                    </a:cubicBezTo>
                    <a:cubicBezTo>
                      <a:pt x="460" y="1405"/>
                      <a:pt x="921" y="1010"/>
                      <a:pt x="921" y="1010"/>
                    </a:cubicBezTo>
                    <a:cubicBezTo>
                      <a:pt x="921" y="1010"/>
                      <a:pt x="1379" y="1367"/>
                      <a:pt x="1731" y="1569"/>
                    </a:cubicBezTo>
                    <a:cubicBezTo>
                      <a:pt x="1869" y="1648"/>
                      <a:pt x="1990" y="1702"/>
                      <a:pt x="2063" y="1702"/>
                    </a:cubicBezTo>
                    <a:cubicBezTo>
                      <a:pt x="2095" y="1702"/>
                      <a:pt x="2117" y="1692"/>
                      <a:pt x="2127" y="1667"/>
                    </a:cubicBezTo>
                    <a:cubicBezTo>
                      <a:pt x="2167" y="1566"/>
                      <a:pt x="1942" y="1194"/>
                      <a:pt x="1678" y="828"/>
                    </a:cubicBezTo>
                    <a:cubicBezTo>
                      <a:pt x="1379" y="411"/>
                      <a:pt x="1031" y="1"/>
                      <a:pt x="9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46"/>
              <p:cNvSpPr/>
              <p:nvPr/>
            </p:nvSpPr>
            <p:spPr>
              <a:xfrm>
                <a:off x="8082246" y="3019140"/>
                <a:ext cx="64977" cy="89812"/>
              </a:xfrm>
              <a:custGeom>
                <a:avLst/>
                <a:gdLst/>
                <a:ahLst/>
                <a:cxnLst/>
                <a:rect l="l" t="t" r="r" b="b"/>
                <a:pathLst>
                  <a:path w="696" h="962" extrusionOk="0">
                    <a:moveTo>
                      <a:pt x="103" y="1"/>
                    </a:moveTo>
                    <a:cubicBezTo>
                      <a:pt x="48" y="1"/>
                      <a:pt x="1" y="20"/>
                      <a:pt x="36" y="103"/>
                    </a:cubicBezTo>
                    <a:cubicBezTo>
                      <a:pt x="99" y="249"/>
                      <a:pt x="244" y="961"/>
                      <a:pt x="390" y="961"/>
                    </a:cubicBezTo>
                    <a:cubicBezTo>
                      <a:pt x="396" y="961"/>
                      <a:pt x="403" y="960"/>
                      <a:pt x="409" y="957"/>
                    </a:cubicBezTo>
                    <a:cubicBezTo>
                      <a:pt x="512" y="911"/>
                      <a:pt x="607" y="853"/>
                      <a:pt x="695" y="781"/>
                    </a:cubicBezTo>
                    <a:lnTo>
                      <a:pt x="212" y="15"/>
                    </a:lnTo>
                    <a:cubicBezTo>
                      <a:pt x="202" y="15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rgbClr val="C0A0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46"/>
              <p:cNvSpPr/>
              <p:nvPr/>
            </p:nvSpPr>
            <p:spPr>
              <a:xfrm>
                <a:off x="8147130" y="3041640"/>
                <a:ext cx="57415" cy="3818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09" extrusionOk="0">
                    <a:moveTo>
                      <a:pt x="245" y="0"/>
                    </a:moveTo>
                    <a:cubicBezTo>
                      <a:pt x="244" y="0"/>
                      <a:pt x="244" y="0"/>
                      <a:pt x="243" y="1"/>
                    </a:cubicBezTo>
                    <a:cubicBezTo>
                      <a:pt x="230" y="4"/>
                      <a:pt x="234" y="26"/>
                      <a:pt x="236" y="35"/>
                    </a:cubicBezTo>
                    <a:cubicBezTo>
                      <a:pt x="245" y="62"/>
                      <a:pt x="255" y="89"/>
                      <a:pt x="269" y="114"/>
                    </a:cubicBezTo>
                    <a:cubicBezTo>
                      <a:pt x="276" y="130"/>
                      <a:pt x="285" y="147"/>
                      <a:pt x="295" y="163"/>
                    </a:cubicBezTo>
                    <a:cubicBezTo>
                      <a:pt x="210" y="251"/>
                      <a:pt x="113" y="329"/>
                      <a:pt x="8" y="391"/>
                    </a:cubicBezTo>
                    <a:cubicBezTo>
                      <a:pt x="1" y="397"/>
                      <a:pt x="6" y="408"/>
                      <a:pt x="14" y="408"/>
                    </a:cubicBezTo>
                    <a:cubicBezTo>
                      <a:pt x="15" y="408"/>
                      <a:pt x="16" y="408"/>
                      <a:pt x="16" y="408"/>
                    </a:cubicBezTo>
                    <a:cubicBezTo>
                      <a:pt x="48" y="393"/>
                      <a:pt x="76" y="378"/>
                      <a:pt x="104" y="361"/>
                    </a:cubicBezTo>
                    <a:cubicBezTo>
                      <a:pt x="133" y="344"/>
                      <a:pt x="160" y="326"/>
                      <a:pt x="185" y="305"/>
                    </a:cubicBezTo>
                    <a:cubicBezTo>
                      <a:pt x="233" y="269"/>
                      <a:pt x="276" y="230"/>
                      <a:pt x="318" y="187"/>
                    </a:cubicBezTo>
                    <a:lnTo>
                      <a:pt x="321" y="190"/>
                    </a:lnTo>
                    <a:cubicBezTo>
                      <a:pt x="322" y="191"/>
                      <a:pt x="324" y="191"/>
                      <a:pt x="325" y="191"/>
                    </a:cubicBezTo>
                    <a:cubicBezTo>
                      <a:pt x="329" y="191"/>
                      <a:pt x="332" y="189"/>
                      <a:pt x="333" y="185"/>
                    </a:cubicBezTo>
                    <a:cubicBezTo>
                      <a:pt x="346" y="202"/>
                      <a:pt x="361" y="218"/>
                      <a:pt x="376" y="232"/>
                    </a:cubicBezTo>
                    <a:cubicBezTo>
                      <a:pt x="398" y="253"/>
                      <a:pt x="422" y="272"/>
                      <a:pt x="446" y="290"/>
                    </a:cubicBezTo>
                    <a:cubicBezTo>
                      <a:pt x="471" y="308"/>
                      <a:pt x="497" y="324"/>
                      <a:pt x="522" y="339"/>
                    </a:cubicBezTo>
                    <a:cubicBezTo>
                      <a:pt x="535" y="346"/>
                      <a:pt x="549" y="354"/>
                      <a:pt x="564" y="360"/>
                    </a:cubicBezTo>
                    <a:cubicBezTo>
                      <a:pt x="573" y="367"/>
                      <a:pt x="585" y="371"/>
                      <a:pt x="596" y="371"/>
                    </a:cubicBezTo>
                    <a:cubicBezTo>
                      <a:pt x="599" y="371"/>
                      <a:pt x="602" y="371"/>
                      <a:pt x="606" y="370"/>
                    </a:cubicBezTo>
                    <a:cubicBezTo>
                      <a:pt x="611" y="369"/>
                      <a:pt x="614" y="361"/>
                      <a:pt x="611" y="355"/>
                    </a:cubicBezTo>
                    <a:cubicBezTo>
                      <a:pt x="604" y="345"/>
                      <a:pt x="592" y="338"/>
                      <a:pt x="579" y="333"/>
                    </a:cubicBezTo>
                    <a:cubicBezTo>
                      <a:pt x="567" y="327"/>
                      <a:pt x="553" y="320"/>
                      <a:pt x="540" y="312"/>
                    </a:cubicBezTo>
                    <a:cubicBezTo>
                      <a:pt x="513" y="299"/>
                      <a:pt x="488" y="282"/>
                      <a:pt x="464" y="266"/>
                    </a:cubicBezTo>
                    <a:cubicBezTo>
                      <a:pt x="438" y="248"/>
                      <a:pt x="416" y="230"/>
                      <a:pt x="394" y="211"/>
                    </a:cubicBezTo>
                    <a:cubicBezTo>
                      <a:pt x="371" y="191"/>
                      <a:pt x="355" y="176"/>
                      <a:pt x="334" y="160"/>
                    </a:cubicBezTo>
                    <a:cubicBezTo>
                      <a:pt x="333" y="153"/>
                      <a:pt x="325" y="147"/>
                      <a:pt x="318" y="145"/>
                    </a:cubicBezTo>
                    <a:lnTo>
                      <a:pt x="315" y="142"/>
                    </a:lnTo>
                    <a:cubicBezTo>
                      <a:pt x="309" y="130"/>
                      <a:pt x="301" y="118"/>
                      <a:pt x="297" y="106"/>
                    </a:cubicBezTo>
                    <a:cubicBezTo>
                      <a:pt x="285" y="81"/>
                      <a:pt x="274" y="56"/>
                      <a:pt x="266" y="29"/>
                    </a:cubicBezTo>
                    <a:cubicBezTo>
                      <a:pt x="261" y="20"/>
                      <a:pt x="257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46"/>
              <p:cNvSpPr/>
              <p:nvPr/>
            </p:nvSpPr>
            <p:spPr>
              <a:xfrm>
                <a:off x="7984034" y="3056670"/>
                <a:ext cx="64137" cy="2334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250" extrusionOk="0">
                    <a:moveTo>
                      <a:pt x="675" y="1"/>
                    </a:moveTo>
                    <a:cubicBezTo>
                      <a:pt x="653" y="1"/>
                      <a:pt x="632" y="5"/>
                      <a:pt x="611" y="14"/>
                    </a:cubicBezTo>
                    <a:lnTo>
                      <a:pt x="544" y="38"/>
                    </a:lnTo>
                    <a:lnTo>
                      <a:pt x="415" y="83"/>
                    </a:lnTo>
                    <a:cubicBezTo>
                      <a:pt x="329" y="114"/>
                      <a:pt x="241" y="144"/>
                      <a:pt x="155" y="175"/>
                    </a:cubicBezTo>
                    <a:cubicBezTo>
                      <a:pt x="129" y="184"/>
                      <a:pt x="105" y="191"/>
                      <a:pt x="80" y="202"/>
                    </a:cubicBezTo>
                    <a:cubicBezTo>
                      <a:pt x="55" y="211"/>
                      <a:pt x="34" y="223"/>
                      <a:pt x="10" y="233"/>
                    </a:cubicBezTo>
                    <a:cubicBezTo>
                      <a:pt x="0" y="237"/>
                      <a:pt x="6" y="250"/>
                      <a:pt x="15" y="250"/>
                    </a:cubicBezTo>
                    <a:cubicBezTo>
                      <a:pt x="15" y="250"/>
                      <a:pt x="16" y="250"/>
                      <a:pt x="17" y="250"/>
                    </a:cubicBezTo>
                    <a:cubicBezTo>
                      <a:pt x="40" y="244"/>
                      <a:pt x="62" y="241"/>
                      <a:pt x="83" y="233"/>
                    </a:cubicBezTo>
                    <a:cubicBezTo>
                      <a:pt x="105" y="226"/>
                      <a:pt x="128" y="218"/>
                      <a:pt x="150" y="211"/>
                    </a:cubicBezTo>
                    <a:lnTo>
                      <a:pt x="280" y="166"/>
                    </a:lnTo>
                    <a:lnTo>
                      <a:pt x="541" y="77"/>
                    </a:lnTo>
                    <a:lnTo>
                      <a:pt x="615" y="50"/>
                    </a:lnTo>
                    <a:cubicBezTo>
                      <a:pt x="639" y="45"/>
                      <a:pt x="662" y="33"/>
                      <a:pt x="681" y="17"/>
                    </a:cubicBezTo>
                    <a:cubicBezTo>
                      <a:pt x="687" y="11"/>
                      <a:pt x="684" y="2"/>
                      <a:pt x="6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46"/>
              <p:cNvSpPr/>
              <p:nvPr/>
            </p:nvSpPr>
            <p:spPr>
              <a:xfrm>
                <a:off x="8040235" y="3099803"/>
                <a:ext cx="69645" cy="4079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437" extrusionOk="0">
                    <a:moveTo>
                      <a:pt x="729" y="1"/>
                    </a:moveTo>
                    <a:cubicBezTo>
                      <a:pt x="704" y="4"/>
                      <a:pt x="678" y="13"/>
                      <a:pt x="659" y="29"/>
                    </a:cubicBezTo>
                    <a:lnTo>
                      <a:pt x="586" y="71"/>
                    </a:lnTo>
                    <a:lnTo>
                      <a:pt x="447" y="151"/>
                    </a:lnTo>
                    <a:cubicBezTo>
                      <a:pt x="353" y="205"/>
                      <a:pt x="259" y="259"/>
                      <a:pt x="165" y="314"/>
                    </a:cubicBezTo>
                    <a:cubicBezTo>
                      <a:pt x="139" y="329"/>
                      <a:pt x="112" y="344"/>
                      <a:pt x="85" y="360"/>
                    </a:cubicBezTo>
                    <a:cubicBezTo>
                      <a:pt x="58" y="377"/>
                      <a:pt x="34" y="396"/>
                      <a:pt x="10" y="414"/>
                    </a:cubicBezTo>
                    <a:cubicBezTo>
                      <a:pt x="1" y="421"/>
                      <a:pt x="8" y="437"/>
                      <a:pt x="18" y="437"/>
                    </a:cubicBezTo>
                    <a:cubicBezTo>
                      <a:pt x="19" y="437"/>
                      <a:pt x="20" y="437"/>
                      <a:pt x="21" y="436"/>
                    </a:cubicBezTo>
                    <a:cubicBezTo>
                      <a:pt x="46" y="424"/>
                      <a:pt x="70" y="415"/>
                      <a:pt x="94" y="403"/>
                    </a:cubicBezTo>
                    <a:cubicBezTo>
                      <a:pt x="118" y="390"/>
                      <a:pt x="143" y="377"/>
                      <a:pt x="167" y="363"/>
                    </a:cubicBezTo>
                    <a:cubicBezTo>
                      <a:pt x="213" y="336"/>
                      <a:pt x="261" y="310"/>
                      <a:pt x="307" y="283"/>
                    </a:cubicBezTo>
                    <a:lnTo>
                      <a:pt x="589" y="123"/>
                    </a:lnTo>
                    <a:lnTo>
                      <a:pt x="669" y="77"/>
                    </a:lnTo>
                    <a:cubicBezTo>
                      <a:pt x="695" y="62"/>
                      <a:pt x="723" y="49"/>
                      <a:pt x="741" y="22"/>
                    </a:cubicBezTo>
                    <a:cubicBezTo>
                      <a:pt x="745" y="13"/>
                      <a:pt x="739" y="1"/>
                      <a:pt x="7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46"/>
              <p:cNvSpPr/>
              <p:nvPr/>
            </p:nvSpPr>
            <p:spPr>
              <a:xfrm>
                <a:off x="8119216" y="3413771"/>
                <a:ext cx="226205" cy="163193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1748" extrusionOk="0">
                    <a:moveTo>
                      <a:pt x="1807" y="0"/>
                    </a:moveTo>
                    <a:cubicBezTo>
                      <a:pt x="1807" y="0"/>
                      <a:pt x="799" y="241"/>
                      <a:pt x="887" y="439"/>
                    </a:cubicBezTo>
                    <a:lnTo>
                      <a:pt x="1149" y="1009"/>
                    </a:lnTo>
                    <a:cubicBezTo>
                      <a:pt x="1149" y="1009"/>
                      <a:pt x="760" y="1204"/>
                      <a:pt x="454" y="1384"/>
                    </a:cubicBezTo>
                    <a:cubicBezTo>
                      <a:pt x="198" y="1536"/>
                      <a:pt x="1" y="1678"/>
                      <a:pt x="141" y="1688"/>
                    </a:cubicBezTo>
                    <a:cubicBezTo>
                      <a:pt x="312" y="1701"/>
                      <a:pt x="976" y="1747"/>
                      <a:pt x="1537" y="1747"/>
                    </a:cubicBezTo>
                    <a:cubicBezTo>
                      <a:pt x="1767" y="1747"/>
                      <a:pt x="1981" y="1740"/>
                      <a:pt x="2135" y="1718"/>
                    </a:cubicBezTo>
                    <a:cubicBezTo>
                      <a:pt x="2278" y="1700"/>
                      <a:pt x="2369" y="1669"/>
                      <a:pt x="2378" y="1623"/>
                    </a:cubicBezTo>
                    <a:cubicBezTo>
                      <a:pt x="2423" y="1404"/>
                      <a:pt x="1983" y="855"/>
                      <a:pt x="1983" y="834"/>
                    </a:cubicBezTo>
                    <a:cubicBezTo>
                      <a:pt x="1983" y="812"/>
                      <a:pt x="1807" y="0"/>
                      <a:pt x="18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46"/>
              <p:cNvSpPr/>
              <p:nvPr/>
            </p:nvSpPr>
            <p:spPr>
              <a:xfrm>
                <a:off x="8119402" y="3543074"/>
                <a:ext cx="199318" cy="33983"/>
              </a:xfrm>
              <a:custGeom>
                <a:avLst/>
                <a:gdLst/>
                <a:ahLst/>
                <a:cxnLst/>
                <a:rect l="l" t="t" r="r" b="b"/>
                <a:pathLst>
                  <a:path w="2135" h="364" extrusionOk="0">
                    <a:moveTo>
                      <a:pt x="454" y="1"/>
                    </a:moveTo>
                    <a:lnTo>
                      <a:pt x="454" y="1"/>
                    </a:lnTo>
                    <a:cubicBezTo>
                      <a:pt x="197" y="153"/>
                      <a:pt x="0" y="295"/>
                      <a:pt x="141" y="303"/>
                    </a:cubicBezTo>
                    <a:cubicBezTo>
                      <a:pt x="313" y="316"/>
                      <a:pt x="983" y="363"/>
                      <a:pt x="1546" y="363"/>
                    </a:cubicBezTo>
                    <a:cubicBezTo>
                      <a:pt x="1773" y="363"/>
                      <a:pt x="1982" y="355"/>
                      <a:pt x="2134" y="335"/>
                    </a:cubicBezTo>
                    <a:cubicBezTo>
                      <a:pt x="2104" y="254"/>
                      <a:pt x="1861" y="233"/>
                      <a:pt x="1578" y="233"/>
                    </a:cubicBezTo>
                    <a:cubicBezTo>
                      <a:pt x="1257" y="233"/>
                      <a:pt x="885" y="260"/>
                      <a:pt x="710" y="260"/>
                    </a:cubicBezTo>
                    <a:cubicBezTo>
                      <a:pt x="488" y="260"/>
                      <a:pt x="451" y="110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46"/>
              <p:cNvSpPr/>
              <p:nvPr/>
            </p:nvSpPr>
            <p:spPr>
              <a:xfrm>
                <a:off x="7705549" y="1621080"/>
                <a:ext cx="308453" cy="384923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4123" extrusionOk="0">
                    <a:moveTo>
                      <a:pt x="1874" y="236"/>
                    </a:moveTo>
                    <a:cubicBezTo>
                      <a:pt x="2532" y="236"/>
                      <a:pt x="3067" y="751"/>
                      <a:pt x="3067" y="1383"/>
                    </a:cubicBezTo>
                    <a:cubicBezTo>
                      <a:pt x="3067" y="2014"/>
                      <a:pt x="2532" y="2528"/>
                      <a:pt x="1874" y="2528"/>
                    </a:cubicBezTo>
                    <a:cubicBezTo>
                      <a:pt x="1217" y="2528"/>
                      <a:pt x="682" y="2014"/>
                      <a:pt x="682" y="1383"/>
                    </a:cubicBezTo>
                    <a:cubicBezTo>
                      <a:pt x="682" y="751"/>
                      <a:pt x="1217" y="236"/>
                      <a:pt x="1874" y="236"/>
                    </a:cubicBezTo>
                    <a:close/>
                    <a:moveTo>
                      <a:pt x="1874" y="1"/>
                    </a:moveTo>
                    <a:cubicBezTo>
                      <a:pt x="1087" y="1"/>
                      <a:pt x="446" y="621"/>
                      <a:pt x="446" y="1383"/>
                    </a:cubicBezTo>
                    <a:cubicBezTo>
                      <a:pt x="446" y="1842"/>
                      <a:pt x="680" y="2251"/>
                      <a:pt x="1039" y="2503"/>
                    </a:cubicBezTo>
                    <a:lnTo>
                      <a:pt x="550" y="3214"/>
                    </a:lnTo>
                    <a:lnTo>
                      <a:pt x="201" y="2978"/>
                    </a:lnTo>
                    <a:cubicBezTo>
                      <a:pt x="181" y="2965"/>
                      <a:pt x="158" y="2959"/>
                      <a:pt x="136" y="2959"/>
                    </a:cubicBezTo>
                    <a:cubicBezTo>
                      <a:pt x="97" y="2959"/>
                      <a:pt x="60" y="2977"/>
                      <a:pt x="37" y="3011"/>
                    </a:cubicBezTo>
                    <a:cubicBezTo>
                      <a:pt x="0" y="3065"/>
                      <a:pt x="15" y="3139"/>
                      <a:pt x="69" y="3175"/>
                    </a:cubicBezTo>
                    <a:lnTo>
                      <a:pt x="416" y="3408"/>
                    </a:lnTo>
                    <a:lnTo>
                      <a:pt x="55" y="3934"/>
                    </a:lnTo>
                    <a:cubicBezTo>
                      <a:pt x="15" y="3988"/>
                      <a:pt x="28" y="4064"/>
                      <a:pt x="84" y="4101"/>
                    </a:cubicBezTo>
                    <a:cubicBezTo>
                      <a:pt x="104" y="4116"/>
                      <a:pt x="127" y="4122"/>
                      <a:pt x="150" y="4122"/>
                    </a:cubicBezTo>
                    <a:cubicBezTo>
                      <a:pt x="189" y="4122"/>
                      <a:pt x="228" y="4103"/>
                      <a:pt x="251" y="4067"/>
                    </a:cubicBezTo>
                    <a:lnTo>
                      <a:pt x="613" y="3541"/>
                    </a:lnTo>
                    <a:lnTo>
                      <a:pt x="1071" y="3848"/>
                    </a:lnTo>
                    <a:cubicBezTo>
                      <a:pt x="1091" y="3861"/>
                      <a:pt x="1115" y="3868"/>
                      <a:pt x="1137" y="3868"/>
                    </a:cubicBezTo>
                    <a:cubicBezTo>
                      <a:pt x="1175" y="3868"/>
                      <a:pt x="1212" y="3849"/>
                      <a:pt x="1235" y="3815"/>
                    </a:cubicBezTo>
                    <a:cubicBezTo>
                      <a:pt x="1272" y="3761"/>
                      <a:pt x="1257" y="3688"/>
                      <a:pt x="1203" y="3652"/>
                    </a:cubicBezTo>
                    <a:lnTo>
                      <a:pt x="747" y="3344"/>
                    </a:lnTo>
                    <a:lnTo>
                      <a:pt x="1244" y="2621"/>
                    </a:lnTo>
                    <a:cubicBezTo>
                      <a:pt x="1441" y="2714"/>
                      <a:pt x="1657" y="2764"/>
                      <a:pt x="1874" y="2764"/>
                    </a:cubicBezTo>
                    <a:cubicBezTo>
                      <a:pt x="2662" y="2764"/>
                      <a:pt x="3303" y="2143"/>
                      <a:pt x="3303" y="1381"/>
                    </a:cubicBezTo>
                    <a:cubicBezTo>
                      <a:pt x="3303" y="619"/>
                      <a:pt x="2662" y="1"/>
                      <a:pt x="18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46"/>
              <p:cNvSpPr/>
              <p:nvPr/>
            </p:nvSpPr>
            <p:spPr>
              <a:xfrm>
                <a:off x="4050322" y="1102188"/>
                <a:ext cx="374457" cy="360836"/>
              </a:xfrm>
              <a:custGeom>
                <a:avLst/>
                <a:gdLst/>
                <a:ahLst/>
                <a:cxnLst/>
                <a:rect l="l" t="t" r="r" b="b"/>
                <a:pathLst>
                  <a:path w="4011" h="3865" extrusionOk="0">
                    <a:moveTo>
                      <a:pt x="1588" y="1243"/>
                    </a:moveTo>
                    <a:cubicBezTo>
                      <a:pt x="1740" y="1243"/>
                      <a:pt x="1893" y="1272"/>
                      <a:pt x="2039" y="1333"/>
                    </a:cubicBezTo>
                    <a:cubicBezTo>
                      <a:pt x="2477" y="1514"/>
                      <a:pt x="2764" y="1942"/>
                      <a:pt x="2764" y="2418"/>
                    </a:cubicBezTo>
                    <a:cubicBezTo>
                      <a:pt x="2764" y="3067"/>
                      <a:pt x="2237" y="3593"/>
                      <a:pt x="1589" y="3593"/>
                    </a:cubicBezTo>
                    <a:cubicBezTo>
                      <a:pt x="1113" y="3593"/>
                      <a:pt x="685" y="3307"/>
                      <a:pt x="503" y="2868"/>
                    </a:cubicBezTo>
                    <a:cubicBezTo>
                      <a:pt x="321" y="2429"/>
                      <a:pt x="421" y="1923"/>
                      <a:pt x="758" y="1587"/>
                    </a:cubicBezTo>
                    <a:cubicBezTo>
                      <a:pt x="982" y="1362"/>
                      <a:pt x="1283" y="1243"/>
                      <a:pt x="1588" y="1243"/>
                    </a:cubicBezTo>
                    <a:close/>
                    <a:moveTo>
                      <a:pt x="4010" y="1"/>
                    </a:moveTo>
                    <a:lnTo>
                      <a:pt x="2841" y="56"/>
                    </a:lnTo>
                    <a:cubicBezTo>
                      <a:pt x="2770" y="59"/>
                      <a:pt x="2713" y="120"/>
                      <a:pt x="2717" y="192"/>
                    </a:cubicBezTo>
                    <a:cubicBezTo>
                      <a:pt x="2720" y="263"/>
                      <a:pt x="2778" y="317"/>
                      <a:pt x="2848" y="317"/>
                    </a:cubicBezTo>
                    <a:cubicBezTo>
                      <a:pt x="2849" y="317"/>
                      <a:pt x="2851" y="317"/>
                      <a:pt x="2853" y="317"/>
                    </a:cubicBezTo>
                    <a:lnTo>
                      <a:pt x="3579" y="283"/>
                    </a:lnTo>
                    <a:lnTo>
                      <a:pt x="2492" y="1301"/>
                    </a:lnTo>
                    <a:cubicBezTo>
                      <a:pt x="2227" y="1088"/>
                      <a:pt x="1907" y="984"/>
                      <a:pt x="1590" y="984"/>
                    </a:cubicBezTo>
                    <a:cubicBezTo>
                      <a:pt x="1190" y="984"/>
                      <a:pt x="793" y="1150"/>
                      <a:pt x="509" y="1473"/>
                    </a:cubicBezTo>
                    <a:cubicBezTo>
                      <a:pt x="0" y="2050"/>
                      <a:pt x="36" y="2925"/>
                      <a:pt x="589" y="3460"/>
                    </a:cubicBezTo>
                    <a:cubicBezTo>
                      <a:pt x="869" y="3729"/>
                      <a:pt x="1230" y="3864"/>
                      <a:pt x="1591" y="3864"/>
                    </a:cubicBezTo>
                    <a:cubicBezTo>
                      <a:pt x="1946" y="3864"/>
                      <a:pt x="2301" y="3734"/>
                      <a:pt x="2579" y="3471"/>
                    </a:cubicBezTo>
                    <a:cubicBezTo>
                      <a:pt x="3139" y="2941"/>
                      <a:pt x="3183" y="2066"/>
                      <a:pt x="2680" y="1483"/>
                    </a:cubicBezTo>
                    <a:lnTo>
                      <a:pt x="3711" y="518"/>
                    </a:lnTo>
                    <a:lnTo>
                      <a:pt x="3667" y="1101"/>
                    </a:lnTo>
                    <a:cubicBezTo>
                      <a:pt x="3663" y="1174"/>
                      <a:pt x="3717" y="1237"/>
                      <a:pt x="3788" y="1242"/>
                    </a:cubicBezTo>
                    <a:lnTo>
                      <a:pt x="3799" y="1242"/>
                    </a:lnTo>
                    <a:cubicBezTo>
                      <a:pt x="3867" y="1242"/>
                      <a:pt x="3924" y="1189"/>
                      <a:pt x="3928" y="1121"/>
                    </a:cubicBezTo>
                    <a:lnTo>
                      <a:pt x="40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46"/>
              <p:cNvSpPr/>
              <p:nvPr/>
            </p:nvSpPr>
            <p:spPr>
              <a:xfrm>
                <a:off x="4180369" y="1609597"/>
                <a:ext cx="90930" cy="10391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113" extrusionOk="0">
                    <a:moveTo>
                      <a:pt x="516" y="1"/>
                    </a:moveTo>
                    <a:cubicBezTo>
                      <a:pt x="515" y="1"/>
                      <a:pt x="513" y="1"/>
                      <a:pt x="512" y="1"/>
                    </a:cubicBezTo>
                    <a:lnTo>
                      <a:pt x="506" y="4"/>
                    </a:lnTo>
                    <a:cubicBezTo>
                      <a:pt x="504" y="4"/>
                      <a:pt x="501" y="4"/>
                      <a:pt x="499" y="4"/>
                    </a:cubicBezTo>
                    <a:cubicBezTo>
                      <a:pt x="315" y="4"/>
                      <a:pt x="132" y="127"/>
                      <a:pt x="90" y="313"/>
                    </a:cubicBezTo>
                    <a:cubicBezTo>
                      <a:pt x="88" y="322"/>
                      <a:pt x="94" y="329"/>
                      <a:pt x="103" y="329"/>
                    </a:cubicBezTo>
                    <a:cubicBezTo>
                      <a:pt x="52" y="414"/>
                      <a:pt x="21" y="510"/>
                      <a:pt x="12" y="608"/>
                    </a:cubicBezTo>
                    <a:cubicBezTo>
                      <a:pt x="0" y="726"/>
                      <a:pt x="26" y="844"/>
                      <a:pt x="87" y="944"/>
                    </a:cubicBezTo>
                    <a:cubicBezTo>
                      <a:pt x="152" y="1050"/>
                      <a:pt x="267" y="1112"/>
                      <a:pt x="391" y="1112"/>
                    </a:cubicBezTo>
                    <a:cubicBezTo>
                      <a:pt x="527" y="1112"/>
                      <a:pt x="658" y="1045"/>
                      <a:pt x="756" y="954"/>
                    </a:cubicBezTo>
                    <a:cubicBezTo>
                      <a:pt x="852" y="865"/>
                      <a:pt x="917" y="748"/>
                      <a:pt x="947" y="622"/>
                    </a:cubicBezTo>
                    <a:cubicBezTo>
                      <a:pt x="974" y="498"/>
                      <a:pt x="955" y="368"/>
                      <a:pt x="895" y="256"/>
                    </a:cubicBezTo>
                    <a:cubicBezTo>
                      <a:pt x="837" y="147"/>
                      <a:pt x="740" y="64"/>
                      <a:pt x="622" y="24"/>
                    </a:cubicBezTo>
                    <a:cubicBezTo>
                      <a:pt x="592" y="13"/>
                      <a:pt x="559" y="7"/>
                      <a:pt x="528" y="6"/>
                    </a:cubicBezTo>
                    <a:cubicBezTo>
                      <a:pt x="525" y="2"/>
                      <a:pt x="521" y="1"/>
                      <a:pt x="5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46"/>
              <p:cNvSpPr/>
              <p:nvPr/>
            </p:nvSpPr>
            <p:spPr>
              <a:xfrm>
                <a:off x="4270739" y="1736659"/>
                <a:ext cx="60309" cy="55082"/>
              </a:xfrm>
              <a:custGeom>
                <a:avLst/>
                <a:gdLst/>
                <a:ahLst/>
                <a:cxnLst/>
                <a:rect l="l" t="t" r="r" b="b"/>
                <a:pathLst>
                  <a:path w="646" h="590" extrusionOk="0">
                    <a:moveTo>
                      <a:pt x="324" y="0"/>
                    </a:moveTo>
                    <a:cubicBezTo>
                      <a:pt x="165" y="0"/>
                      <a:pt x="35" y="143"/>
                      <a:pt x="3" y="289"/>
                    </a:cubicBezTo>
                    <a:cubicBezTo>
                      <a:pt x="0" y="300"/>
                      <a:pt x="8" y="306"/>
                      <a:pt x="16" y="306"/>
                    </a:cubicBezTo>
                    <a:cubicBezTo>
                      <a:pt x="22" y="306"/>
                      <a:pt x="28" y="302"/>
                      <a:pt x="30" y="295"/>
                    </a:cubicBezTo>
                    <a:cubicBezTo>
                      <a:pt x="34" y="281"/>
                      <a:pt x="40" y="266"/>
                      <a:pt x="46" y="251"/>
                    </a:cubicBezTo>
                    <a:lnTo>
                      <a:pt x="46" y="251"/>
                    </a:lnTo>
                    <a:cubicBezTo>
                      <a:pt x="36" y="315"/>
                      <a:pt x="45" y="380"/>
                      <a:pt x="73" y="439"/>
                    </a:cubicBezTo>
                    <a:cubicBezTo>
                      <a:pt x="101" y="500"/>
                      <a:pt x="152" y="547"/>
                      <a:pt x="215" y="571"/>
                    </a:cubicBezTo>
                    <a:cubicBezTo>
                      <a:pt x="248" y="583"/>
                      <a:pt x="284" y="589"/>
                      <a:pt x="320" y="589"/>
                    </a:cubicBezTo>
                    <a:cubicBezTo>
                      <a:pt x="351" y="589"/>
                      <a:pt x="382" y="585"/>
                      <a:pt x="412" y="576"/>
                    </a:cubicBezTo>
                    <a:cubicBezTo>
                      <a:pt x="544" y="537"/>
                      <a:pt x="646" y="413"/>
                      <a:pt x="625" y="272"/>
                    </a:cubicBezTo>
                    <a:cubicBezTo>
                      <a:pt x="602" y="128"/>
                      <a:pt x="479" y="5"/>
                      <a:pt x="331" y="0"/>
                    </a:cubicBezTo>
                    <a:cubicBezTo>
                      <a:pt x="329" y="0"/>
                      <a:pt x="326" y="0"/>
                      <a:pt x="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46"/>
              <p:cNvSpPr/>
              <p:nvPr/>
            </p:nvSpPr>
            <p:spPr>
              <a:xfrm>
                <a:off x="4343932" y="1791742"/>
                <a:ext cx="57975" cy="5377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6" extrusionOk="0">
                    <a:moveTo>
                      <a:pt x="365" y="1"/>
                    </a:moveTo>
                    <a:cubicBezTo>
                      <a:pt x="304" y="1"/>
                      <a:pt x="244" y="27"/>
                      <a:pt x="202" y="72"/>
                    </a:cubicBezTo>
                    <a:cubicBezTo>
                      <a:pt x="149" y="83"/>
                      <a:pt x="102" y="113"/>
                      <a:pt x="67" y="154"/>
                    </a:cubicBezTo>
                    <a:cubicBezTo>
                      <a:pt x="18" y="212"/>
                      <a:pt x="0" y="289"/>
                      <a:pt x="18" y="362"/>
                    </a:cubicBezTo>
                    <a:cubicBezTo>
                      <a:pt x="33" y="427"/>
                      <a:pt x="72" y="484"/>
                      <a:pt x="126" y="523"/>
                    </a:cubicBezTo>
                    <a:cubicBezTo>
                      <a:pt x="174" y="557"/>
                      <a:pt x="232" y="576"/>
                      <a:pt x="291" y="576"/>
                    </a:cubicBezTo>
                    <a:cubicBezTo>
                      <a:pt x="303" y="576"/>
                      <a:pt x="315" y="575"/>
                      <a:pt x="327" y="573"/>
                    </a:cubicBezTo>
                    <a:cubicBezTo>
                      <a:pt x="473" y="557"/>
                      <a:pt x="591" y="444"/>
                      <a:pt x="612" y="297"/>
                    </a:cubicBezTo>
                    <a:cubicBezTo>
                      <a:pt x="621" y="230"/>
                      <a:pt x="603" y="162"/>
                      <a:pt x="564" y="108"/>
                    </a:cubicBezTo>
                    <a:cubicBezTo>
                      <a:pt x="525" y="53"/>
                      <a:pt x="466" y="16"/>
                      <a:pt x="400" y="4"/>
                    </a:cubicBezTo>
                    <a:cubicBezTo>
                      <a:pt x="388" y="2"/>
                      <a:pt x="377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6"/>
              <p:cNvSpPr/>
              <p:nvPr/>
            </p:nvSpPr>
            <p:spPr>
              <a:xfrm>
                <a:off x="7502403" y="2272637"/>
                <a:ext cx="59282" cy="4994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535" extrusionOk="0">
                    <a:moveTo>
                      <a:pt x="371" y="1"/>
                    </a:moveTo>
                    <a:cubicBezTo>
                      <a:pt x="319" y="1"/>
                      <a:pt x="267" y="12"/>
                      <a:pt x="221" y="36"/>
                    </a:cubicBezTo>
                    <a:cubicBezTo>
                      <a:pt x="163" y="63"/>
                      <a:pt x="115" y="108"/>
                      <a:pt x="84" y="163"/>
                    </a:cubicBezTo>
                    <a:cubicBezTo>
                      <a:pt x="73" y="179"/>
                      <a:pt x="65" y="197"/>
                      <a:pt x="59" y="215"/>
                    </a:cubicBezTo>
                    <a:cubicBezTo>
                      <a:pt x="57" y="211"/>
                      <a:pt x="53" y="209"/>
                      <a:pt x="49" y="209"/>
                    </a:cubicBezTo>
                    <a:cubicBezTo>
                      <a:pt x="47" y="209"/>
                      <a:pt x="45" y="210"/>
                      <a:pt x="44" y="212"/>
                    </a:cubicBezTo>
                    <a:cubicBezTo>
                      <a:pt x="8" y="261"/>
                      <a:pt x="0" y="325"/>
                      <a:pt x="23" y="382"/>
                    </a:cubicBezTo>
                    <a:cubicBezTo>
                      <a:pt x="45" y="434"/>
                      <a:pt x="84" y="477"/>
                      <a:pt x="135" y="504"/>
                    </a:cubicBezTo>
                    <a:cubicBezTo>
                      <a:pt x="174" y="524"/>
                      <a:pt x="216" y="534"/>
                      <a:pt x="260" y="534"/>
                    </a:cubicBezTo>
                    <a:cubicBezTo>
                      <a:pt x="274" y="534"/>
                      <a:pt x="289" y="533"/>
                      <a:pt x="303" y="531"/>
                    </a:cubicBezTo>
                    <a:cubicBezTo>
                      <a:pt x="366" y="519"/>
                      <a:pt x="425" y="489"/>
                      <a:pt x="473" y="446"/>
                    </a:cubicBezTo>
                    <a:cubicBezTo>
                      <a:pt x="566" y="363"/>
                      <a:pt x="634" y="216"/>
                      <a:pt x="567" y="97"/>
                    </a:cubicBezTo>
                    <a:cubicBezTo>
                      <a:pt x="533" y="43"/>
                      <a:pt x="475" y="9"/>
                      <a:pt x="412" y="3"/>
                    </a:cubicBezTo>
                    <a:cubicBezTo>
                      <a:pt x="398" y="2"/>
                      <a:pt x="385" y="1"/>
                      <a:pt x="3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6"/>
              <p:cNvSpPr/>
              <p:nvPr/>
            </p:nvSpPr>
            <p:spPr>
              <a:xfrm>
                <a:off x="7583997" y="2209152"/>
                <a:ext cx="48639" cy="60777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51" extrusionOk="0">
                    <a:moveTo>
                      <a:pt x="244" y="0"/>
                    </a:moveTo>
                    <a:cubicBezTo>
                      <a:pt x="193" y="0"/>
                      <a:pt x="143" y="17"/>
                      <a:pt x="103" y="48"/>
                    </a:cubicBezTo>
                    <a:cubicBezTo>
                      <a:pt x="51" y="88"/>
                      <a:pt x="21" y="148"/>
                      <a:pt x="18" y="214"/>
                    </a:cubicBezTo>
                    <a:cubicBezTo>
                      <a:pt x="17" y="228"/>
                      <a:pt x="20" y="242"/>
                      <a:pt x="23" y="255"/>
                    </a:cubicBezTo>
                    <a:cubicBezTo>
                      <a:pt x="23" y="260"/>
                      <a:pt x="21" y="263"/>
                      <a:pt x="21" y="267"/>
                    </a:cubicBezTo>
                    <a:cubicBezTo>
                      <a:pt x="5" y="316"/>
                      <a:pt x="0" y="370"/>
                      <a:pt x="9" y="422"/>
                    </a:cubicBezTo>
                    <a:cubicBezTo>
                      <a:pt x="17" y="485"/>
                      <a:pt x="46" y="545"/>
                      <a:pt x="90" y="591"/>
                    </a:cubicBezTo>
                    <a:cubicBezTo>
                      <a:pt x="126" y="629"/>
                      <a:pt x="176" y="650"/>
                      <a:pt x="228" y="650"/>
                    </a:cubicBezTo>
                    <a:cubicBezTo>
                      <a:pt x="245" y="650"/>
                      <a:pt x="262" y="648"/>
                      <a:pt x="279" y="643"/>
                    </a:cubicBezTo>
                    <a:cubicBezTo>
                      <a:pt x="348" y="621"/>
                      <a:pt x="406" y="565"/>
                      <a:pt x="446" y="507"/>
                    </a:cubicBezTo>
                    <a:cubicBezTo>
                      <a:pt x="486" y="451"/>
                      <a:pt x="510" y="385"/>
                      <a:pt x="516" y="316"/>
                    </a:cubicBezTo>
                    <a:cubicBezTo>
                      <a:pt x="521" y="242"/>
                      <a:pt x="501" y="169"/>
                      <a:pt x="458" y="109"/>
                    </a:cubicBezTo>
                    <a:cubicBezTo>
                      <a:pt x="418" y="54"/>
                      <a:pt x="357" y="17"/>
                      <a:pt x="290" y="5"/>
                    </a:cubicBezTo>
                    <a:cubicBezTo>
                      <a:pt x="274" y="2"/>
                      <a:pt x="259" y="0"/>
                      <a:pt x="2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6"/>
              <p:cNvSpPr/>
              <p:nvPr/>
            </p:nvSpPr>
            <p:spPr>
              <a:xfrm>
                <a:off x="7637118" y="2100575"/>
                <a:ext cx="87849" cy="9457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1013" extrusionOk="0">
                    <a:moveTo>
                      <a:pt x="426" y="1"/>
                    </a:moveTo>
                    <a:cubicBezTo>
                      <a:pt x="341" y="1"/>
                      <a:pt x="258" y="26"/>
                      <a:pt x="187" y="73"/>
                    </a:cubicBezTo>
                    <a:cubicBezTo>
                      <a:pt x="107" y="128"/>
                      <a:pt x="50" y="212"/>
                      <a:pt x="28" y="309"/>
                    </a:cubicBezTo>
                    <a:cubicBezTo>
                      <a:pt x="26" y="319"/>
                      <a:pt x="25" y="330"/>
                      <a:pt x="23" y="340"/>
                    </a:cubicBezTo>
                    <a:cubicBezTo>
                      <a:pt x="4" y="416"/>
                      <a:pt x="1" y="495"/>
                      <a:pt x="11" y="571"/>
                    </a:cubicBezTo>
                    <a:cubicBezTo>
                      <a:pt x="26" y="676"/>
                      <a:pt x="71" y="774"/>
                      <a:pt x="143" y="852"/>
                    </a:cubicBezTo>
                    <a:cubicBezTo>
                      <a:pt x="208" y="926"/>
                      <a:pt x="298" y="978"/>
                      <a:pt x="395" y="1002"/>
                    </a:cubicBezTo>
                    <a:cubicBezTo>
                      <a:pt x="427" y="1009"/>
                      <a:pt x="459" y="1013"/>
                      <a:pt x="492" y="1013"/>
                    </a:cubicBezTo>
                    <a:cubicBezTo>
                      <a:pt x="562" y="1013"/>
                      <a:pt x="632" y="997"/>
                      <a:pt x="696" y="965"/>
                    </a:cubicBezTo>
                    <a:cubicBezTo>
                      <a:pt x="790" y="919"/>
                      <a:pt x="861" y="838"/>
                      <a:pt x="899" y="740"/>
                    </a:cubicBezTo>
                    <a:cubicBezTo>
                      <a:pt x="934" y="641"/>
                      <a:pt x="940" y="534"/>
                      <a:pt x="916" y="431"/>
                    </a:cubicBezTo>
                    <a:cubicBezTo>
                      <a:pt x="893" y="324"/>
                      <a:pt x="839" y="224"/>
                      <a:pt x="763" y="145"/>
                    </a:cubicBezTo>
                    <a:cubicBezTo>
                      <a:pt x="687" y="69"/>
                      <a:pt x="588" y="20"/>
                      <a:pt x="483" y="5"/>
                    </a:cubicBezTo>
                    <a:cubicBezTo>
                      <a:pt x="464" y="2"/>
                      <a:pt x="445" y="1"/>
                      <a:pt x="4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6"/>
              <p:cNvSpPr/>
              <p:nvPr/>
            </p:nvSpPr>
            <p:spPr>
              <a:xfrm>
                <a:off x="7765951" y="2934463"/>
                <a:ext cx="30435" cy="258701"/>
              </a:xfrm>
              <a:custGeom>
                <a:avLst/>
                <a:gdLst/>
                <a:ahLst/>
                <a:cxnLst/>
                <a:rect l="l" t="t" r="r" b="b"/>
                <a:pathLst>
                  <a:path w="326" h="2771" extrusionOk="0">
                    <a:moveTo>
                      <a:pt x="24" y="1"/>
                    </a:moveTo>
                    <a:cubicBezTo>
                      <a:pt x="12" y="1"/>
                      <a:pt x="0" y="9"/>
                      <a:pt x="2" y="24"/>
                    </a:cubicBezTo>
                    <a:cubicBezTo>
                      <a:pt x="42" y="378"/>
                      <a:pt x="81" y="731"/>
                      <a:pt x="118" y="1084"/>
                    </a:cubicBezTo>
                    <a:cubicBezTo>
                      <a:pt x="154" y="1438"/>
                      <a:pt x="188" y="1791"/>
                      <a:pt x="221" y="2146"/>
                    </a:cubicBezTo>
                    <a:cubicBezTo>
                      <a:pt x="239" y="2346"/>
                      <a:pt x="257" y="2546"/>
                      <a:pt x="275" y="2747"/>
                    </a:cubicBezTo>
                    <a:cubicBezTo>
                      <a:pt x="276" y="2763"/>
                      <a:pt x="289" y="2771"/>
                      <a:pt x="301" y="2771"/>
                    </a:cubicBezTo>
                    <a:cubicBezTo>
                      <a:pt x="314" y="2771"/>
                      <a:pt x="325" y="2763"/>
                      <a:pt x="324" y="2747"/>
                    </a:cubicBezTo>
                    <a:cubicBezTo>
                      <a:pt x="294" y="2392"/>
                      <a:pt x="261" y="2039"/>
                      <a:pt x="227" y="1684"/>
                    </a:cubicBezTo>
                    <a:cubicBezTo>
                      <a:pt x="193" y="1330"/>
                      <a:pt x="157" y="976"/>
                      <a:pt x="118" y="624"/>
                    </a:cubicBezTo>
                    <a:cubicBezTo>
                      <a:pt x="97" y="424"/>
                      <a:pt x="75" y="224"/>
                      <a:pt x="52" y="24"/>
                    </a:cubicBezTo>
                    <a:cubicBezTo>
                      <a:pt x="50" y="9"/>
                      <a:pt x="37" y="1"/>
                      <a:pt x="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6"/>
              <p:cNvSpPr/>
              <p:nvPr/>
            </p:nvSpPr>
            <p:spPr>
              <a:xfrm>
                <a:off x="7810016" y="3090187"/>
                <a:ext cx="240396" cy="103816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1112" extrusionOk="0">
                    <a:moveTo>
                      <a:pt x="2536" y="0"/>
                    </a:moveTo>
                    <a:cubicBezTo>
                      <a:pt x="2531" y="0"/>
                      <a:pt x="2526" y="2"/>
                      <a:pt x="2521" y="5"/>
                    </a:cubicBezTo>
                    <a:cubicBezTo>
                      <a:pt x="2223" y="204"/>
                      <a:pt x="1920" y="395"/>
                      <a:pt x="1604" y="560"/>
                    </a:cubicBezTo>
                    <a:cubicBezTo>
                      <a:pt x="1291" y="724"/>
                      <a:pt x="966" y="863"/>
                      <a:pt x="624" y="954"/>
                    </a:cubicBezTo>
                    <a:cubicBezTo>
                      <a:pt x="432" y="1006"/>
                      <a:pt x="235" y="1039"/>
                      <a:pt x="38" y="1055"/>
                    </a:cubicBezTo>
                    <a:cubicBezTo>
                      <a:pt x="3" y="1058"/>
                      <a:pt x="1" y="1112"/>
                      <a:pt x="37" y="1112"/>
                    </a:cubicBezTo>
                    <a:cubicBezTo>
                      <a:pt x="37" y="1112"/>
                      <a:pt x="38" y="1112"/>
                      <a:pt x="38" y="1112"/>
                    </a:cubicBezTo>
                    <a:lnTo>
                      <a:pt x="38" y="1110"/>
                    </a:lnTo>
                    <a:cubicBezTo>
                      <a:pt x="393" y="1081"/>
                      <a:pt x="742" y="997"/>
                      <a:pt x="1073" y="864"/>
                    </a:cubicBezTo>
                    <a:cubicBezTo>
                      <a:pt x="1409" y="735"/>
                      <a:pt x="1728" y="565"/>
                      <a:pt x="2036" y="380"/>
                    </a:cubicBezTo>
                    <a:cubicBezTo>
                      <a:pt x="2209" y="275"/>
                      <a:pt x="2381" y="166"/>
                      <a:pt x="2549" y="53"/>
                    </a:cubicBezTo>
                    <a:cubicBezTo>
                      <a:pt x="2574" y="37"/>
                      <a:pt x="2559" y="0"/>
                      <a:pt x="25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46"/>
              <p:cNvSpPr/>
              <p:nvPr/>
            </p:nvSpPr>
            <p:spPr>
              <a:xfrm>
                <a:off x="7761190" y="2756239"/>
                <a:ext cx="82155" cy="63858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84" extrusionOk="0">
                    <a:moveTo>
                      <a:pt x="282" y="1"/>
                    </a:moveTo>
                    <a:cubicBezTo>
                      <a:pt x="270" y="16"/>
                      <a:pt x="261" y="30"/>
                      <a:pt x="251" y="45"/>
                    </a:cubicBezTo>
                    <a:cubicBezTo>
                      <a:pt x="239" y="63"/>
                      <a:pt x="227" y="81"/>
                      <a:pt x="214" y="99"/>
                    </a:cubicBezTo>
                    <a:cubicBezTo>
                      <a:pt x="169" y="165"/>
                      <a:pt x="123" y="227"/>
                      <a:pt x="72" y="290"/>
                    </a:cubicBezTo>
                    <a:cubicBezTo>
                      <a:pt x="60" y="305"/>
                      <a:pt x="47" y="320"/>
                      <a:pt x="35" y="335"/>
                    </a:cubicBezTo>
                    <a:cubicBezTo>
                      <a:pt x="24" y="348"/>
                      <a:pt x="15" y="361"/>
                      <a:pt x="8" y="378"/>
                    </a:cubicBezTo>
                    <a:cubicBezTo>
                      <a:pt x="2" y="391"/>
                      <a:pt x="1" y="406"/>
                      <a:pt x="5" y="421"/>
                    </a:cubicBezTo>
                    <a:cubicBezTo>
                      <a:pt x="8" y="429"/>
                      <a:pt x="14" y="436"/>
                      <a:pt x="21" y="441"/>
                    </a:cubicBezTo>
                    <a:cubicBezTo>
                      <a:pt x="50" y="478"/>
                      <a:pt x="83" y="511"/>
                      <a:pt x="120" y="539"/>
                    </a:cubicBezTo>
                    <a:cubicBezTo>
                      <a:pt x="187" y="593"/>
                      <a:pt x="264" y="631"/>
                      <a:pt x="346" y="655"/>
                    </a:cubicBezTo>
                    <a:cubicBezTo>
                      <a:pt x="390" y="667"/>
                      <a:pt x="433" y="676"/>
                      <a:pt x="478" y="679"/>
                    </a:cubicBezTo>
                    <a:cubicBezTo>
                      <a:pt x="500" y="682"/>
                      <a:pt x="522" y="684"/>
                      <a:pt x="546" y="684"/>
                    </a:cubicBezTo>
                    <a:cubicBezTo>
                      <a:pt x="561" y="684"/>
                      <a:pt x="578" y="682"/>
                      <a:pt x="593" y="681"/>
                    </a:cubicBezTo>
                    <a:cubicBezTo>
                      <a:pt x="594" y="682"/>
                      <a:pt x="595" y="683"/>
                      <a:pt x="597" y="683"/>
                    </a:cubicBezTo>
                    <a:cubicBezTo>
                      <a:pt x="598" y="683"/>
                      <a:pt x="599" y="683"/>
                      <a:pt x="600" y="682"/>
                    </a:cubicBezTo>
                    <a:cubicBezTo>
                      <a:pt x="613" y="678"/>
                      <a:pt x="628" y="672"/>
                      <a:pt x="640" y="663"/>
                    </a:cubicBezTo>
                    <a:cubicBezTo>
                      <a:pt x="652" y="654"/>
                      <a:pt x="666" y="645"/>
                      <a:pt x="678" y="636"/>
                    </a:cubicBezTo>
                    <a:cubicBezTo>
                      <a:pt x="763" y="575"/>
                      <a:pt x="831" y="493"/>
                      <a:pt x="877" y="397"/>
                    </a:cubicBezTo>
                    <a:cubicBezTo>
                      <a:pt x="879" y="393"/>
                      <a:pt x="875" y="389"/>
                      <a:pt x="872" y="389"/>
                    </a:cubicBezTo>
                    <a:cubicBezTo>
                      <a:pt x="870" y="389"/>
                      <a:pt x="868" y="390"/>
                      <a:pt x="867" y="393"/>
                    </a:cubicBezTo>
                    <a:cubicBezTo>
                      <a:pt x="852" y="418"/>
                      <a:pt x="836" y="442"/>
                      <a:pt x="819" y="466"/>
                    </a:cubicBezTo>
                    <a:cubicBezTo>
                      <a:pt x="789" y="508"/>
                      <a:pt x="755" y="546"/>
                      <a:pt x="718" y="581"/>
                    </a:cubicBezTo>
                    <a:cubicBezTo>
                      <a:pt x="698" y="597"/>
                      <a:pt x="678" y="613"/>
                      <a:pt x="657" y="628"/>
                    </a:cubicBezTo>
                    <a:cubicBezTo>
                      <a:pt x="646" y="636"/>
                      <a:pt x="636" y="643"/>
                      <a:pt x="624" y="651"/>
                    </a:cubicBezTo>
                    <a:cubicBezTo>
                      <a:pt x="616" y="655"/>
                      <a:pt x="609" y="661"/>
                      <a:pt x="601" y="666"/>
                    </a:cubicBezTo>
                    <a:lnTo>
                      <a:pt x="540" y="666"/>
                    </a:lnTo>
                    <a:cubicBezTo>
                      <a:pt x="430" y="663"/>
                      <a:pt x="321" y="634"/>
                      <a:pt x="224" y="584"/>
                    </a:cubicBezTo>
                    <a:cubicBezTo>
                      <a:pt x="156" y="548"/>
                      <a:pt x="96" y="497"/>
                      <a:pt x="47" y="438"/>
                    </a:cubicBezTo>
                    <a:cubicBezTo>
                      <a:pt x="48" y="436"/>
                      <a:pt x="48" y="432"/>
                      <a:pt x="47" y="430"/>
                    </a:cubicBezTo>
                    <a:cubicBezTo>
                      <a:pt x="72" y="406"/>
                      <a:pt x="96" y="382"/>
                      <a:pt x="118" y="356"/>
                    </a:cubicBezTo>
                    <a:cubicBezTo>
                      <a:pt x="165" y="305"/>
                      <a:pt x="205" y="251"/>
                      <a:pt x="241" y="193"/>
                    </a:cubicBezTo>
                    <a:cubicBezTo>
                      <a:pt x="258" y="165"/>
                      <a:pt x="275" y="135"/>
                      <a:pt x="290" y="105"/>
                    </a:cubicBezTo>
                    <a:cubicBezTo>
                      <a:pt x="297" y="90"/>
                      <a:pt x="305" y="75"/>
                      <a:pt x="311" y="59"/>
                    </a:cubicBezTo>
                    <a:cubicBezTo>
                      <a:pt x="317" y="47"/>
                      <a:pt x="321" y="33"/>
                      <a:pt x="326" y="21"/>
                    </a:cubicBezTo>
                    <a:lnTo>
                      <a:pt x="314" y="16"/>
                    </a:lnTo>
                    <a:cubicBezTo>
                      <a:pt x="305" y="29"/>
                      <a:pt x="299" y="44"/>
                      <a:pt x="291" y="60"/>
                    </a:cubicBezTo>
                    <a:cubicBezTo>
                      <a:pt x="282" y="77"/>
                      <a:pt x="275" y="93"/>
                      <a:pt x="266" y="109"/>
                    </a:cubicBezTo>
                    <a:cubicBezTo>
                      <a:pt x="235" y="168"/>
                      <a:pt x="199" y="224"/>
                      <a:pt x="159" y="276"/>
                    </a:cubicBezTo>
                    <a:cubicBezTo>
                      <a:pt x="138" y="303"/>
                      <a:pt x="115" y="329"/>
                      <a:pt x="93" y="354"/>
                    </a:cubicBezTo>
                    <a:cubicBezTo>
                      <a:pt x="72" y="375"/>
                      <a:pt x="51" y="396"/>
                      <a:pt x="30" y="417"/>
                    </a:cubicBezTo>
                    <a:cubicBezTo>
                      <a:pt x="27" y="411"/>
                      <a:pt x="24" y="403"/>
                      <a:pt x="26" y="396"/>
                    </a:cubicBezTo>
                    <a:cubicBezTo>
                      <a:pt x="29" y="379"/>
                      <a:pt x="38" y="364"/>
                      <a:pt x="48" y="353"/>
                    </a:cubicBezTo>
                    <a:cubicBezTo>
                      <a:pt x="94" y="296"/>
                      <a:pt x="139" y="238"/>
                      <a:pt x="181" y="180"/>
                    </a:cubicBezTo>
                    <a:cubicBezTo>
                      <a:pt x="203" y="150"/>
                      <a:pt x="223" y="120"/>
                      <a:pt x="244" y="89"/>
                    </a:cubicBezTo>
                    <a:cubicBezTo>
                      <a:pt x="263" y="63"/>
                      <a:pt x="279" y="35"/>
                      <a:pt x="293" y="7"/>
                    </a:cubicBezTo>
                    <a:cubicBezTo>
                      <a:pt x="290" y="5"/>
                      <a:pt x="287" y="2"/>
                      <a:pt x="2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6"/>
              <p:cNvSpPr/>
              <p:nvPr/>
            </p:nvSpPr>
            <p:spPr>
              <a:xfrm>
                <a:off x="7678195" y="2865750"/>
                <a:ext cx="83835" cy="14284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53" extrusionOk="0">
                    <a:moveTo>
                      <a:pt x="28" y="1"/>
                    </a:moveTo>
                    <a:cubicBezTo>
                      <a:pt x="11" y="1"/>
                      <a:pt x="1" y="28"/>
                      <a:pt x="22" y="37"/>
                    </a:cubicBezTo>
                    <a:cubicBezTo>
                      <a:pt x="81" y="67"/>
                      <a:pt x="145" y="89"/>
                      <a:pt x="210" y="107"/>
                    </a:cubicBezTo>
                    <a:cubicBezTo>
                      <a:pt x="314" y="136"/>
                      <a:pt x="425" y="152"/>
                      <a:pt x="533" y="152"/>
                    </a:cubicBezTo>
                    <a:cubicBezTo>
                      <a:pt x="656" y="152"/>
                      <a:pt x="777" y="132"/>
                      <a:pt x="887" y="88"/>
                    </a:cubicBezTo>
                    <a:cubicBezTo>
                      <a:pt x="898" y="82"/>
                      <a:pt x="892" y="66"/>
                      <a:pt x="882" y="66"/>
                    </a:cubicBezTo>
                    <a:cubicBezTo>
                      <a:pt x="881" y="66"/>
                      <a:pt x="880" y="67"/>
                      <a:pt x="879" y="67"/>
                    </a:cubicBezTo>
                    <a:cubicBezTo>
                      <a:pt x="818" y="83"/>
                      <a:pt x="757" y="97"/>
                      <a:pt x="696" y="104"/>
                    </a:cubicBezTo>
                    <a:cubicBezTo>
                      <a:pt x="643" y="112"/>
                      <a:pt x="590" y="116"/>
                      <a:pt x="537" y="116"/>
                    </a:cubicBezTo>
                    <a:cubicBezTo>
                      <a:pt x="479" y="116"/>
                      <a:pt x="421" y="111"/>
                      <a:pt x="363" y="103"/>
                    </a:cubicBezTo>
                    <a:cubicBezTo>
                      <a:pt x="250" y="85"/>
                      <a:pt x="141" y="50"/>
                      <a:pt x="37" y="3"/>
                    </a:cubicBezTo>
                    <a:cubicBezTo>
                      <a:pt x="34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6"/>
              <p:cNvSpPr/>
              <p:nvPr/>
            </p:nvSpPr>
            <p:spPr>
              <a:xfrm>
                <a:off x="7308219" y="2319223"/>
                <a:ext cx="22312" cy="16805"/>
              </a:xfrm>
              <a:custGeom>
                <a:avLst/>
                <a:gdLst/>
                <a:ahLst/>
                <a:cxnLst/>
                <a:rect l="l" t="t" r="r" b="b"/>
                <a:pathLst>
                  <a:path w="239" h="180" extrusionOk="0">
                    <a:moveTo>
                      <a:pt x="119" y="1"/>
                    </a:moveTo>
                    <a:cubicBezTo>
                      <a:pt x="54" y="1"/>
                      <a:pt x="0" y="41"/>
                      <a:pt x="0" y="90"/>
                    </a:cubicBezTo>
                    <a:cubicBezTo>
                      <a:pt x="0" y="139"/>
                      <a:pt x="54" y="180"/>
                      <a:pt x="119" y="180"/>
                    </a:cubicBezTo>
                    <a:cubicBezTo>
                      <a:pt x="185" y="180"/>
                      <a:pt x="239" y="139"/>
                      <a:pt x="239" y="90"/>
                    </a:cubicBezTo>
                    <a:cubicBezTo>
                      <a:pt x="239" y="41"/>
                      <a:pt x="185" y="1"/>
                      <a:pt x="119" y="1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6"/>
              <p:cNvSpPr/>
              <p:nvPr/>
            </p:nvSpPr>
            <p:spPr>
              <a:xfrm>
                <a:off x="7295803" y="2302232"/>
                <a:ext cx="13724" cy="12697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36" extrusionOk="0">
                    <a:moveTo>
                      <a:pt x="73" y="0"/>
                    </a:moveTo>
                    <a:cubicBezTo>
                      <a:pt x="69" y="0"/>
                      <a:pt x="65" y="0"/>
                      <a:pt x="62" y="1"/>
                    </a:cubicBezTo>
                    <a:cubicBezTo>
                      <a:pt x="26" y="7"/>
                      <a:pt x="0" y="43"/>
                      <a:pt x="6" y="80"/>
                    </a:cubicBezTo>
                    <a:cubicBezTo>
                      <a:pt x="12" y="112"/>
                      <a:pt x="40" y="136"/>
                      <a:pt x="73" y="136"/>
                    </a:cubicBezTo>
                    <a:cubicBezTo>
                      <a:pt x="77" y="136"/>
                      <a:pt x="80" y="136"/>
                      <a:pt x="84" y="135"/>
                    </a:cubicBezTo>
                    <a:cubicBezTo>
                      <a:pt x="121" y="129"/>
                      <a:pt x="147" y="95"/>
                      <a:pt x="141" y="58"/>
                    </a:cubicBezTo>
                    <a:cubicBezTo>
                      <a:pt x="135" y="24"/>
                      <a:pt x="106" y="0"/>
                      <a:pt x="73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46"/>
              <p:cNvSpPr/>
              <p:nvPr/>
            </p:nvSpPr>
            <p:spPr>
              <a:xfrm>
                <a:off x="7291228" y="2286174"/>
                <a:ext cx="32768" cy="1148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123" extrusionOk="0">
                    <a:moveTo>
                      <a:pt x="103" y="0"/>
                    </a:moveTo>
                    <a:cubicBezTo>
                      <a:pt x="44" y="0"/>
                      <a:pt x="0" y="13"/>
                      <a:pt x="0" y="13"/>
                    </a:cubicBezTo>
                    <a:lnTo>
                      <a:pt x="0" y="76"/>
                    </a:lnTo>
                    <a:cubicBezTo>
                      <a:pt x="44" y="56"/>
                      <a:pt x="87" y="49"/>
                      <a:pt x="127" y="49"/>
                    </a:cubicBezTo>
                    <a:cubicBezTo>
                      <a:pt x="252" y="49"/>
                      <a:pt x="351" y="122"/>
                      <a:pt x="351" y="122"/>
                    </a:cubicBezTo>
                    <a:cubicBezTo>
                      <a:pt x="282" y="22"/>
                      <a:pt x="179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46"/>
              <p:cNvSpPr/>
              <p:nvPr/>
            </p:nvSpPr>
            <p:spPr>
              <a:xfrm>
                <a:off x="7292348" y="2299151"/>
                <a:ext cx="33609" cy="7936"/>
              </a:xfrm>
              <a:custGeom>
                <a:avLst/>
                <a:gdLst/>
                <a:ahLst/>
                <a:cxnLst/>
                <a:rect l="l" t="t" r="r" b="b"/>
                <a:pathLst>
                  <a:path w="360" h="85" extrusionOk="0">
                    <a:moveTo>
                      <a:pt x="195" y="1"/>
                    </a:moveTo>
                    <a:cubicBezTo>
                      <a:pt x="84" y="1"/>
                      <a:pt x="15" y="55"/>
                      <a:pt x="11" y="58"/>
                    </a:cubicBezTo>
                    <a:cubicBezTo>
                      <a:pt x="0" y="67"/>
                      <a:pt x="6" y="85"/>
                      <a:pt x="21" y="85"/>
                    </a:cubicBezTo>
                    <a:cubicBezTo>
                      <a:pt x="24" y="85"/>
                      <a:pt x="27" y="83"/>
                      <a:pt x="30" y="80"/>
                    </a:cubicBezTo>
                    <a:cubicBezTo>
                      <a:pt x="31" y="80"/>
                      <a:pt x="94" y="31"/>
                      <a:pt x="195" y="31"/>
                    </a:cubicBezTo>
                    <a:cubicBezTo>
                      <a:pt x="236" y="31"/>
                      <a:pt x="283" y="39"/>
                      <a:pt x="336" y="62"/>
                    </a:cubicBezTo>
                    <a:cubicBezTo>
                      <a:pt x="338" y="63"/>
                      <a:pt x="340" y="63"/>
                      <a:pt x="342" y="63"/>
                    </a:cubicBezTo>
                    <a:cubicBezTo>
                      <a:pt x="348" y="63"/>
                      <a:pt x="353" y="60"/>
                      <a:pt x="357" y="55"/>
                    </a:cubicBezTo>
                    <a:cubicBezTo>
                      <a:pt x="360" y="47"/>
                      <a:pt x="357" y="38"/>
                      <a:pt x="348" y="34"/>
                    </a:cubicBezTo>
                    <a:cubicBezTo>
                      <a:pt x="291" y="9"/>
                      <a:pt x="240" y="1"/>
                      <a:pt x="195" y="1"/>
                    </a:cubicBezTo>
                    <a:close/>
                  </a:path>
                </a:pathLst>
              </a:custGeom>
              <a:solidFill>
                <a:srgbClr val="1C1C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46"/>
              <p:cNvSpPr/>
              <p:nvPr/>
            </p:nvSpPr>
            <p:spPr>
              <a:xfrm>
                <a:off x="7244176" y="2307833"/>
                <a:ext cx="13163" cy="1279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37" extrusionOk="0">
                    <a:moveTo>
                      <a:pt x="71" y="0"/>
                    </a:moveTo>
                    <a:cubicBezTo>
                      <a:pt x="69" y="0"/>
                      <a:pt x="68" y="0"/>
                      <a:pt x="66" y="1"/>
                    </a:cubicBezTo>
                    <a:cubicBezTo>
                      <a:pt x="29" y="2"/>
                      <a:pt x="0" y="33"/>
                      <a:pt x="2" y="72"/>
                    </a:cubicBezTo>
                    <a:cubicBezTo>
                      <a:pt x="5" y="108"/>
                      <a:pt x="34" y="136"/>
                      <a:pt x="71" y="136"/>
                    </a:cubicBezTo>
                    <a:cubicBezTo>
                      <a:pt x="71" y="136"/>
                      <a:pt x="72" y="136"/>
                      <a:pt x="73" y="136"/>
                    </a:cubicBezTo>
                    <a:cubicBezTo>
                      <a:pt x="111" y="133"/>
                      <a:pt x="140" y="102"/>
                      <a:pt x="137" y="65"/>
                    </a:cubicBezTo>
                    <a:cubicBezTo>
                      <a:pt x="136" y="28"/>
                      <a:pt x="106" y="0"/>
                      <a:pt x="71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46"/>
              <p:cNvSpPr/>
              <p:nvPr/>
            </p:nvSpPr>
            <p:spPr>
              <a:xfrm>
                <a:off x="7229519" y="2290655"/>
                <a:ext cx="30995" cy="16992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82" extrusionOk="0">
                    <a:moveTo>
                      <a:pt x="303" y="1"/>
                    </a:moveTo>
                    <a:cubicBezTo>
                      <a:pt x="250" y="1"/>
                      <a:pt x="70" y="14"/>
                      <a:pt x="1" y="182"/>
                    </a:cubicBezTo>
                    <a:cubicBezTo>
                      <a:pt x="1" y="182"/>
                      <a:pt x="111" y="55"/>
                      <a:pt x="268" y="55"/>
                    </a:cubicBezTo>
                    <a:cubicBezTo>
                      <a:pt x="289" y="55"/>
                      <a:pt x="310" y="57"/>
                      <a:pt x="332" y="62"/>
                    </a:cubicBezTo>
                    <a:lnTo>
                      <a:pt x="318" y="1"/>
                    </a:lnTo>
                    <a:cubicBezTo>
                      <a:pt x="318" y="1"/>
                      <a:pt x="313" y="1"/>
                      <a:pt x="303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46"/>
              <p:cNvSpPr/>
              <p:nvPr/>
            </p:nvSpPr>
            <p:spPr>
              <a:xfrm>
                <a:off x="7228212" y="2305593"/>
                <a:ext cx="33702" cy="9616"/>
              </a:xfrm>
              <a:custGeom>
                <a:avLst/>
                <a:gdLst/>
                <a:ahLst/>
                <a:cxnLst/>
                <a:rect l="l" t="t" r="r" b="b"/>
                <a:pathLst>
                  <a:path w="361" h="103" extrusionOk="0">
                    <a:moveTo>
                      <a:pt x="229" y="1"/>
                    </a:moveTo>
                    <a:cubicBezTo>
                      <a:pt x="170" y="1"/>
                      <a:pt x="95" y="16"/>
                      <a:pt x="16" y="74"/>
                    </a:cubicBezTo>
                    <a:cubicBezTo>
                      <a:pt x="1" y="83"/>
                      <a:pt x="10" y="103"/>
                      <a:pt x="23" y="103"/>
                    </a:cubicBezTo>
                    <a:cubicBezTo>
                      <a:pt x="26" y="103"/>
                      <a:pt x="29" y="102"/>
                      <a:pt x="33" y="99"/>
                    </a:cubicBezTo>
                    <a:cubicBezTo>
                      <a:pt x="106" y="46"/>
                      <a:pt x="176" y="31"/>
                      <a:pt x="230" y="31"/>
                    </a:cubicBezTo>
                    <a:cubicBezTo>
                      <a:pt x="294" y="31"/>
                      <a:pt x="336" y="51"/>
                      <a:pt x="337" y="51"/>
                    </a:cubicBezTo>
                    <a:cubicBezTo>
                      <a:pt x="339" y="52"/>
                      <a:pt x="341" y="53"/>
                      <a:pt x="343" y="53"/>
                    </a:cubicBezTo>
                    <a:cubicBezTo>
                      <a:pt x="344" y="53"/>
                      <a:pt x="345" y="53"/>
                      <a:pt x="346" y="53"/>
                    </a:cubicBezTo>
                    <a:cubicBezTo>
                      <a:pt x="350" y="53"/>
                      <a:pt x="355" y="50"/>
                      <a:pt x="356" y="45"/>
                    </a:cubicBezTo>
                    <a:cubicBezTo>
                      <a:pt x="361" y="38"/>
                      <a:pt x="358" y="29"/>
                      <a:pt x="350" y="25"/>
                    </a:cubicBezTo>
                    <a:cubicBezTo>
                      <a:pt x="346" y="23"/>
                      <a:pt x="299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46"/>
              <p:cNvSpPr/>
              <p:nvPr/>
            </p:nvSpPr>
            <p:spPr>
              <a:xfrm>
                <a:off x="4647437" y="1808360"/>
                <a:ext cx="13443" cy="13257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2" extrusionOk="0">
                    <a:moveTo>
                      <a:pt x="72" y="0"/>
                    </a:moveTo>
                    <a:cubicBezTo>
                      <a:pt x="33" y="0"/>
                      <a:pt x="0" y="31"/>
                      <a:pt x="0" y="70"/>
                    </a:cubicBezTo>
                    <a:cubicBezTo>
                      <a:pt x="0" y="111"/>
                      <a:pt x="33" y="142"/>
                      <a:pt x="72" y="142"/>
                    </a:cubicBezTo>
                    <a:cubicBezTo>
                      <a:pt x="112" y="142"/>
                      <a:pt x="143" y="111"/>
                      <a:pt x="143" y="70"/>
                    </a:cubicBezTo>
                    <a:cubicBezTo>
                      <a:pt x="143" y="31"/>
                      <a:pt x="112" y="0"/>
                      <a:pt x="72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46"/>
              <p:cNvSpPr/>
              <p:nvPr/>
            </p:nvSpPr>
            <p:spPr>
              <a:xfrm>
                <a:off x="4638755" y="1790434"/>
                <a:ext cx="35756" cy="13817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48" extrusionOk="0">
                    <a:moveTo>
                      <a:pt x="190" y="1"/>
                    </a:moveTo>
                    <a:cubicBezTo>
                      <a:pt x="131" y="1"/>
                      <a:pt x="64" y="26"/>
                      <a:pt x="1" y="103"/>
                    </a:cubicBezTo>
                    <a:cubicBezTo>
                      <a:pt x="1" y="103"/>
                      <a:pt x="67" y="75"/>
                      <a:pt x="153" y="75"/>
                    </a:cubicBezTo>
                    <a:cubicBezTo>
                      <a:pt x="219" y="75"/>
                      <a:pt x="297" y="91"/>
                      <a:pt x="366" y="147"/>
                    </a:cubicBezTo>
                    <a:lnTo>
                      <a:pt x="382" y="83"/>
                    </a:lnTo>
                    <a:cubicBezTo>
                      <a:pt x="382" y="83"/>
                      <a:pt x="298" y="1"/>
                      <a:pt x="1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6"/>
              <p:cNvSpPr/>
              <p:nvPr/>
            </p:nvSpPr>
            <p:spPr>
              <a:xfrm>
                <a:off x="4635114" y="1804999"/>
                <a:ext cx="34822" cy="1064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4" extrusionOk="0">
                    <a:moveTo>
                      <a:pt x="130" y="0"/>
                    </a:moveTo>
                    <a:cubicBezTo>
                      <a:pt x="63" y="0"/>
                      <a:pt x="18" y="20"/>
                      <a:pt x="14" y="21"/>
                    </a:cubicBezTo>
                    <a:cubicBezTo>
                      <a:pt x="1" y="27"/>
                      <a:pt x="2" y="47"/>
                      <a:pt x="17" y="51"/>
                    </a:cubicBezTo>
                    <a:cubicBezTo>
                      <a:pt x="20" y="51"/>
                      <a:pt x="23" y="51"/>
                      <a:pt x="28" y="50"/>
                    </a:cubicBezTo>
                    <a:cubicBezTo>
                      <a:pt x="29" y="50"/>
                      <a:pt x="68" y="33"/>
                      <a:pt x="129" y="33"/>
                    </a:cubicBezTo>
                    <a:cubicBezTo>
                      <a:pt x="187" y="33"/>
                      <a:pt x="264" y="48"/>
                      <a:pt x="344" y="111"/>
                    </a:cubicBezTo>
                    <a:cubicBezTo>
                      <a:pt x="347" y="113"/>
                      <a:pt x="351" y="114"/>
                      <a:pt x="354" y="114"/>
                    </a:cubicBezTo>
                    <a:cubicBezTo>
                      <a:pt x="359" y="114"/>
                      <a:pt x="363" y="112"/>
                      <a:pt x="366" y="108"/>
                    </a:cubicBezTo>
                    <a:cubicBezTo>
                      <a:pt x="372" y="100"/>
                      <a:pt x="371" y="91"/>
                      <a:pt x="363" y="85"/>
                    </a:cubicBezTo>
                    <a:cubicBezTo>
                      <a:pt x="277" y="18"/>
                      <a:pt x="194" y="0"/>
                      <a:pt x="1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6"/>
              <p:cNvSpPr/>
              <p:nvPr/>
            </p:nvSpPr>
            <p:spPr>
              <a:xfrm>
                <a:off x="4697383" y="1816388"/>
                <a:ext cx="10363" cy="1307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40" extrusionOk="0">
                    <a:moveTo>
                      <a:pt x="69" y="1"/>
                    </a:moveTo>
                    <a:cubicBezTo>
                      <a:pt x="47" y="1"/>
                      <a:pt x="23" y="23"/>
                      <a:pt x="12" y="56"/>
                    </a:cubicBezTo>
                    <a:cubicBezTo>
                      <a:pt x="0" y="93"/>
                      <a:pt x="9" y="130"/>
                      <a:pt x="33" y="138"/>
                    </a:cubicBezTo>
                    <a:cubicBezTo>
                      <a:pt x="36" y="139"/>
                      <a:pt x="39" y="139"/>
                      <a:pt x="42" y="139"/>
                    </a:cubicBezTo>
                    <a:cubicBezTo>
                      <a:pt x="64" y="139"/>
                      <a:pt x="87" y="117"/>
                      <a:pt x="97" y="84"/>
                    </a:cubicBezTo>
                    <a:cubicBezTo>
                      <a:pt x="111" y="47"/>
                      <a:pt x="100" y="10"/>
                      <a:pt x="78" y="2"/>
                    </a:cubicBezTo>
                    <a:cubicBezTo>
                      <a:pt x="75" y="1"/>
                      <a:pt x="72" y="1"/>
                      <a:pt x="69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46"/>
              <p:cNvSpPr/>
              <p:nvPr/>
            </p:nvSpPr>
            <p:spPr>
              <a:xfrm>
                <a:off x="4698037" y="1798837"/>
                <a:ext cx="19605" cy="1811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94" extrusionOk="0">
                    <a:moveTo>
                      <a:pt x="87" y="1"/>
                    </a:moveTo>
                    <a:cubicBezTo>
                      <a:pt x="52" y="1"/>
                      <a:pt x="22" y="14"/>
                      <a:pt x="22" y="14"/>
                    </a:cubicBezTo>
                    <a:lnTo>
                      <a:pt x="1" y="75"/>
                    </a:lnTo>
                    <a:cubicBezTo>
                      <a:pt x="18" y="70"/>
                      <a:pt x="33" y="68"/>
                      <a:pt x="48" y="68"/>
                    </a:cubicBezTo>
                    <a:cubicBezTo>
                      <a:pt x="154" y="68"/>
                      <a:pt x="204" y="193"/>
                      <a:pt x="204" y="193"/>
                    </a:cubicBezTo>
                    <a:cubicBezTo>
                      <a:pt x="209" y="32"/>
                      <a:pt x="141" y="1"/>
                      <a:pt x="87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46"/>
              <p:cNvSpPr/>
              <p:nvPr/>
            </p:nvSpPr>
            <p:spPr>
              <a:xfrm>
                <a:off x="4694862" y="1814335"/>
                <a:ext cx="20539" cy="12043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29" extrusionOk="0">
                    <a:moveTo>
                      <a:pt x="71" y="0"/>
                    </a:moveTo>
                    <a:cubicBezTo>
                      <a:pt x="53" y="0"/>
                      <a:pt x="34" y="3"/>
                      <a:pt x="13" y="9"/>
                    </a:cubicBezTo>
                    <a:cubicBezTo>
                      <a:pt x="5" y="14"/>
                      <a:pt x="1" y="20"/>
                      <a:pt x="1" y="29"/>
                    </a:cubicBezTo>
                    <a:cubicBezTo>
                      <a:pt x="1" y="35"/>
                      <a:pt x="4" y="41"/>
                      <a:pt x="9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31" y="34"/>
                      <a:pt x="50" y="32"/>
                      <a:pt x="66" y="32"/>
                    </a:cubicBezTo>
                    <a:cubicBezTo>
                      <a:pt x="163" y="32"/>
                      <a:pt x="197" y="121"/>
                      <a:pt x="197" y="123"/>
                    </a:cubicBezTo>
                    <a:cubicBezTo>
                      <a:pt x="197" y="126"/>
                      <a:pt x="200" y="127"/>
                      <a:pt x="203" y="129"/>
                    </a:cubicBezTo>
                    <a:cubicBezTo>
                      <a:pt x="206" y="129"/>
                      <a:pt x="209" y="127"/>
                      <a:pt x="212" y="124"/>
                    </a:cubicBezTo>
                    <a:cubicBezTo>
                      <a:pt x="217" y="118"/>
                      <a:pt x="220" y="111"/>
                      <a:pt x="218" y="103"/>
                    </a:cubicBezTo>
                    <a:cubicBezTo>
                      <a:pt x="216" y="98"/>
                      <a:pt x="178" y="0"/>
                      <a:pt x="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6"/>
              <p:cNvSpPr/>
              <p:nvPr/>
            </p:nvSpPr>
            <p:spPr>
              <a:xfrm>
                <a:off x="4608040" y="1820683"/>
                <a:ext cx="23993" cy="1736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86" extrusionOk="0">
                    <a:moveTo>
                      <a:pt x="112" y="1"/>
                    </a:moveTo>
                    <a:cubicBezTo>
                      <a:pt x="65" y="1"/>
                      <a:pt x="25" y="24"/>
                      <a:pt x="15" y="61"/>
                    </a:cubicBezTo>
                    <a:cubicBezTo>
                      <a:pt x="0" y="108"/>
                      <a:pt x="40" y="162"/>
                      <a:pt x="103" y="180"/>
                    </a:cubicBezTo>
                    <a:cubicBezTo>
                      <a:pt x="117" y="184"/>
                      <a:pt x="131" y="186"/>
                      <a:pt x="145" y="186"/>
                    </a:cubicBezTo>
                    <a:cubicBezTo>
                      <a:pt x="191" y="186"/>
                      <a:pt x="231" y="163"/>
                      <a:pt x="242" y="126"/>
                    </a:cubicBezTo>
                    <a:cubicBezTo>
                      <a:pt x="257" y="78"/>
                      <a:pt x="216" y="26"/>
                      <a:pt x="154" y="7"/>
                    </a:cubicBezTo>
                    <a:cubicBezTo>
                      <a:pt x="140" y="3"/>
                      <a:pt x="126" y="1"/>
                      <a:pt x="112" y="1"/>
                    </a:cubicBezTo>
                    <a:close/>
                  </a:path>
                </a:pathLst>
              </a:custGeom>
              <a:solidFill>
                <a:srgbClr val="FF79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39" name="Google Shape;1939;p46"/>
            <p:cNvSpPr/>
            <p:nvPr/>
          </p:nvSpPr>
          <p:spPr>
            <a:xfrm>
              <a:off x="8406026" y="3199869"/>
              <a:ext cx="45745" cy="81783"/>
            </a:xfrm>
            <a:custGeom>
              <a:avLst/>
              <a:gdLst/>
              <a:ahLst/>
              <a:cxnLst/>
              <a:rect l="l" t="t" r="r" b="b"/>
              <a:pathLst>
                <a:path w="490" h="876" extrusionOk="0">
                  <a:moveTo>
                    <a:pt x="0" y="1"/>
                  </a:moveTo>
                  <a:cubicBezTo>
                    <a:pt x="160" y="384"/>
                    <a:pt x="109" y="621"/>
                    <a:pt x="53" y="742"/>
                  </a:cubicBezTo>
                  <a:cubicBezTo>
                    <a:pt x="191" y="821"/>
                    <a:pt x="312" y="875"/>
                    <a:pt x="385" y="875"/>
                  </a:cubicBezTo>
                  <a:cubicBezTo>
                    <a:pt x="417" y="875"/>
                    <a:pt x="439" y="865"/>
                    <a:pt x="449" y="840"/>
                  </a:cubicBezTo>
                  <a:cubicBezTo>
                    <a:pt x="489" y="739"/>
                    <a:pt x="264" y="3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6"/>
            <p:cNvSpPr/>
            <p:nvPr/>
          </p:nvSpPr>
          <p:spPr>
            <a:xfrm>
              <a:off x="8358751" y="3581618"/>
              <a:ext cx="108668" cy="64045"/>
            </a:xfrm>
            <a:custGeom>
              <a:avLst/>
              <a:gdLst/>
              <a:ahLst/>
              <a:cxnLst/>
              <a:rect l="l" t="t" r="r" b="b"/>
              <a:pathLst>
                <a:path w="1164" h="686" extrusionOk="0">
                  <a:moveTo>
                    <a:pt x="1076" y="1"/>
                  </a:moveTo>
                  <a:lnTo>
                    <a:pt x="0" y="351"/>
                  </a:lnTo>
                  <a:cubicBezTo>
                    <a:pt x="0" y="351"/>
                    <a:pt x="87" y="685"/>
                    <a:pt x="155" y="685"/>
                  </a:cubicBezTo>
                  <a:cubicBezTo>
                    <a:pt x="161" y="685"/>
                    <a:pt x="166" y="683"/>
                    <a:pt x="172" y="678"/>
                  </a:cubicBezTo>
                  <a:cubicBezTo>
                    <a:pt x="242" y="614"/>
                    <a:pt x="1164" y="395"/>
                    <a:pt x="1141" y="286"/>
                  </a:cubicBezTo>
                  <a:cubicBezTo>
                    <a:pt x="1119" y="175"/>
                    <a:pt x="1076" y="1"/>
                    <a:pt x="1076" y="1"/>
                  </a:cubicBezTo>
                  <a:close/>
                </a:path>
              </a:pathLst>
            </a:custGeom>
            <a:solidFill>
              <a:srgbClr val="C0A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6"/>
            <p:cNvSpPr/>
            <p:nvPr/>
          </p:nvSpPr>
          <p:spPr>
            <a:xfrm>
              <a:off x="8375785" y="3657765"/>
              <a:ext cx="37997" cy="35570"/>
            </a:xfrm>
            <a:custGeom>
              <a:avLst/>
              <a:gdLst/>
              <a:ahLst/>
              <a:cxnLst/>
              <a:rect l="l" t="t" r="r" b="b"/>
              <a:pathLst>
                <a:path w="407" h="381" extrusionOk="0">
                  <a:moveTo>
                    <a:pt x="13" y="1"/>
                  </a:moveTo>
                  <a:cubicBezTo>
                    <a:pt x="8" y="1"/>
                    <a:pt x="5" y="4"/>
                    <a:pt x="4" y="8"/>
                  </a:cubicBezTo>
                  <a:cubicBezTo>
                    <a:pt x="1" y="20"/>
                    <a:pt x="2" y="33"/>
                    <a:pt x="8" y="45"/>
                  </a:cubicBezTo>
                  <a:cubicBezTo>
                    <a:pt x="13" y="60"/>
                    <a:pt x="17" y="73"/>
                    <a:pt x="23" y="87"/>
                  </a:cubicBezTo>
                  <a:cubicBezTo>
                    <a:pt x="32" y="114"/>
                    <a:pt x="44" y="141"/>
                    <a:pt x="55" y="166"/>
                  </a:cubicBezTo>
                  <a:cubicBezTo>
                    <a:pt x="75" y="218"/>
                    <a:pt x="101" y="269"/>
                    <a:pt x="131" y="317"/>
                  </a:cubicBezTo>
                  <a:cubicBezTo>
                    <a:pt x="125" y="320"/>
                    <a:pt x="119" y="323"/>
                    <a:pt x="113" y="324"/>
                  </a:cubicBezTo>
                  <a:cubicBezTo>
                    <a:pt x="80" y="334"/>
                    <a:pt x="52" y="349"/>
                    <a:pt x="23" y="369"/>
                  </a:cubicBezTo>
                  <a:cubicBezTo>
                    <a:pt x="17" y="373"/>
                    <a:pt x="25" y="381"/>
                    <a:pt x="31" y="381"/>
                  </a:cubicBezTo>
                  <a:cubicBezTo>
                    <a:pt x="62" y="373"/>
                    <a:pt x="93" y="361"/>
                    <a:pt x="123" y="348"/>
                  </a:cubicBezTo>
                  <a:cubicBezTo>
                    <a:pt x="154" y="336"/>
                    <a:pt x="186" y="325"/>
                    <a:pt x="217" y="315"/>
                  </a:cubicBezTo>
                  <a:cubicBezTo>
                    <a:pt x="248" y="305"/>
                    <a:pt x="278" y="296"/>
                    <a:pt x="310" y="285"/>
                  </a:cubicBezTo>
                  <a:lnTo>
                    <a:pt x="356" y="272"/>
                  </a:lnTo>
                  <a:cubicBezTo>
                    <a:pt x="372" y="269"/>
                    <a:pt x="387" y="263"/>
                    <a:pt x="400" y="254"/>
                  </a:cubicBezTo>
                  <a:cubicBezTo>
                    <a:pt x="406" y="246"/>
                    <a:pt x="403" y="238"/>
                    <a:pt x="396" y="235"/>
                  </a:cubicBezTo>
                  <a:cubicBezTo>
                    <a:pt x="392" y="234"/>
                    <a:pt x="388" y="234"/>
                    <a:pt x="384" y="234"/>
                  </a:cubicBezTo>
                  <a:cubicBezTo>
                    <a:pt x="372" y="234"/>
                    <a:pt x="360" y="236"/>
                    <a:pt x="348" y="240"/>
                  </a:cubicBezTo>
                  <a:cubicBezTo>
                    <a:pt x="332" y="246"/>
                    <a:pt x="317" y="251"/>
                    <a:pt x="301" y="255"/>
                  </a:cubicBezTo>
                  <a:cubicBezTo>
                    <a:pt x="268" y="266"/>
                    <a:pt x="236" y="276"/>
                    <a:pt x="204" y="288"/>
                  </a:cubicBezTo>
                  <a:cubicBezTo>
                    <a:pt x="189" y="294"/>
                    <a:pt x="172" y="302"/>
                    <a:pt x="156" y="308"/>
                  </a:cubicBezTo>
                  <a:cubicBezTo>
                    <a:pt x="134" y="255"/>
                    <a:pt x="107" y="205"/>
                    <a:pt x="84" y="153"/>
                  </a:cubicBezTo>
                  <a:cubicBezTo>
                    <a:pt x="72" y="127"/>
                    <a:pt x="62" y="100"/>
                    <a:pt x="52" y="73"/>
                  </a:cubicBezTo>
                  <a:cubicBezTo>
                    <a:pt x="47" y="60"/>
                    <a:pt x="43" y="48"/>
                    <a:pt x="38" y="35"/>
                  </a:cubicBezTo>
                  <a:cubicBezTo>
                    <a:pt x="34" y="23"/>
                    <a:pt x="28" y="11"/>
                    <a:pt x="17" y="2"/>
                  </a:cubicBezTo>
                  <a:cubicBezTo>
                    <a:pt x="16" y="1"/>
                    <a:pt x="14" y="1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apture d’écran, diagramme, texte, Tracé&#10;&#10;Le contenu généré par l’IA peut être incorrect.">
            <a:extLst>
              <a:ext uri="{FF2B5EF4-FFF2-40B4-BE49-F238E27FC236}">
                <a16:creationId xmlns:a16="http://schemas.microsoft.com/office/drawing/2014/main" id="{2BFD5ACC-F1C7-75B1-34AD-39300F266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75" y="1510145"/>
            <a:ext cx="7194252" cy="3312155"/>
          </a:xfrm>
          <a:prstGeom prst="rect">
            <a:avLst/>
          </a:prstGeom>
        </p:spPr>
      </p:pic>
      <p:sp>
        <p:nvSpPr>
          <p:cNvPr id="1601" name="Google Shape;1601;p42"/>
          <p:cNvSpPr txBox="1">
            <a:spLocks noGrp="1"/>
          </p:cNvSpPr>
          <p:nvPr>
            <p:ph type="title"/>
          </p:nvPr>
        </p:nvSpPr>
        <p:spPr>
          <a:xfrm>
            <a:off x="-387859" y="42879"/>
            <a:ext cx="9256070" cy="8974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Répartition des </a:t>
            </a:r>
            <a:r>
              <a:rPr lang="en" sz="2800" dirty="0" err="1"/>
              <a:t>effectifs</a:t>
            </a:r>
            <a:r>
              <a:rPr lang="en" sz="2800" dirty="0"/>
              <a:t> femmes/homme</a:t>
            </a:r>
            <a:endParaRPr sz="2800" dirty="0"/>
          </a:p>
        </p:txBody>
      </p:sp>
      <p:grpSp>
        <p:nvGrpSpPr>
          <p:cNvPr id="4" name="Google Shape;7085;p62">
            <a:extLst>
              <a:ext uri="{FF2B5EF4-FFF2-40B4-BE49-F238E27FC236}">
                <a16:creationId xmlns:a16="http://schemas.microsoft.com/office/drawing/2014/main" id="{F43B375F-48E9-BE2D-7F97-5B15583A38FB}"/>
              </a:ext>
            </a:extLst>
          </p:cNvPr>
          <p:cNvGrpSpPr/>
          <p:nvPr/>
        </p:nvGrpSpPr>
        <p:grpSpPr>
          <a:xfrm>
            <a:off x="6580909" y="720436"/>
            <a:ext cx="2563091" cy="2834039"/>
            <a:chOff x="5941375" y="1533951"/>
            <a:chExt cx="2266292" cy="1518207"/>
          </a:xfrm>
        </p:grpSpPr>
        <p:sp>
          <p:nvSpPr>
            <p:cNvPr id="5" name="Google Shape;7086;p62">
              <a:extLst>
                <a:ext uri="{FF2B5EF4-FFF2-40B4-BE49-F238E27FC236}">
                  <a16:creationId xmlns:a16="http://schemas.microsoft.com/office/drawing/2014/main" id="{DC9BFE81-DB23-D98F-0FED-DE86639443DF}"/>
                </a:ext>
              </a:extLst>
            </p:cNvPr>
            <p:cNvSpPr/>
            <p:nvPr/>
          </p:nvSpPr>
          <p:spPr>
            <a:xfrm>
              <a:off x="6866083" y="2706163"/>
              <a:ext cx="372437" cy="345995"/>
            </a:xfrm>
            <a:custGeom>
              <a:avLst/>
              <a:gdLst/>
              <a:ahLst/>
              <a:cxnLst/>
              <a:rect l="l" t="t" r="r" b="b"/>
              <a:pathLst>
                <a:path w="4803" h="4462" extrusionOk="0">
                  <a:moveTo>
                    <a:pt x="2398" y="0"/>
                  </a:moveTo>
                  <a:cubicBezTo>
                    <a:pt x="1325" y="0"/>
                    <a:pt x="379" y="776"/>
                    <a:pt x="201" y="1870"/>
                  </a:cubicBezTo>
                  <a:cubicBezTo>
                    <a:pt x="1" y="3085"/>
                    <a:pt x="825" y="4232"/>
                    <a:pt x="2041" y="4432"/>
                  </a:cubicBezTo>
                  <a:cubicBezTo>
                    <a:pt x="2163" y="4452"/>
                    <a:pt x="2285" y="4462"/>
                    <a:pt x="2405" y="4462"/>
                  </a:cubicBezTo>
                  <a:cubicBezTo>
                    <a:pt x="3477" y="4462"/>
                    <a:pt x="4423" y="3685"/>
                    <a:pt x="4603" y="2592"/>
                  </a:cubicBezTo>
                  <a:cubicBezTo>
                    <a:pt x="4802" y="1375"/>
                    <a:pt x="3978" y="228"/>
                    <a:pt x="2762" y="30"/>
                  </a:cubicBezTo>
                  <a:cubicBezTo>
                    <a:pt x="2640" y="10"/>
                    <a:pt x="2518" y="0"/>
                    <a:pt x="2398" y="0"/>
                  </a:cubicBezTo>
                  <a:close/>
                </a:path>
              </a:pathLst>
            </a:custGeom>
            <a:solidFill>
              <a:srgbClr val="A48E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87;p62">
              <a:extLst>
                <a:ext uri="{FF2B5EF4-FFF2-40B4-BE49-F238E27FC236}">
                  <a16:creationId xmlns:a16="http://schemas.microsoft.com/office/drawing/2014/main" id="{73463886-E754-BE7E-D5F1-9C6AC9B64413}"/>
                </a:ext>
              </a:extLst>
            </p:cNvPr>
            <p:cNvSpPr/>
            <p:nvPr/>
          </p:nvSpPr>
          <p:spPr>
            <a:xfrm>
              <a:off x="6866083" y="2706163"/>
              <a:ext cx="372437" cy="345995"/>
            </a:xfrm>
            <a:custGeom>
              <a:avLst/>
              <a:gdLst/>
              <a:ahLst/>
              <a:cxnLst/>
              <a:rect l="l" t="t" r="r" b="b"/>
              <a:pathLst>
                <a:path w="4803" h="4462" extrusionOk="0">
                  <a:moveTo>
                    <a:pt x="2398" y="0"/>
                  </a:moveTo>
                  <a:cubicBezTo>
                    <a:pt x="1325" y="0"/>
                    <a:pt x="379" y="776"/>
                    <a:pt x="201" y="1870"/>
                  </a:cubicBezTo>
                  <a:cubicBezTo>
                    <a:pt x="1" y="3085"/>
                    <a:pt x="825" y="4232"/>
                    <a:pt x="2041" y="4432"/>
                  </a:cubicBezTo>
                  <a:cubicBezTo>
                    <a:pt x="2163" y="4452"/>
                    <a:pt x="2285" y="4462"/>
                    <a:pt x="2405" y="4462"/>
                  </a:cubicBezTo>
                  <a:cubicBezTo>
                    <a:pt x="3477" y="4462"/>
                    <a:pt x="4423" y="3685"/>
                    <a:pt x="4603" y="2592"/>
                  </a:cubicBezTo>
                  <a:cubicBezTo>
                    <a:pt x="4802" y="1375"/>
                    <a:pt x="3978" y="228"/>
                    <a:pt x="2762" y="30"/>
                  </a:cubicBezTo>
                  <a:cubicBezTo>
                    <a:pt x="2640" y="10"/>
                    <a:pt x="2518" y="0"/>
                    <a:pt x="2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8;p62">
              <a:extLst>
                <a:ext uri="{FF2B5EF4-FFF2-40B4-BE49-F238E27FC236}">
                  <a16:creationId xmlns:a16="http://schemas.microsoft.com/office/drawing/2014/main" id="{CD55C6F1-38AC-6855-4753-6A75AAE2B541}"/>
                </a:ext>
              </a:extLst>
            </p:cNvPr>
            <p:cNvSpPr/>
            <p:nvPr/>
          </p:nvSpPr>
          <p:spPr>
            <a:xfrm>
              <a:off x="6349487" y="2497415"/>
              <a:ext cx="725255" cy="248911"/>
            </a:xfrm>
            <a:custGeom>
              <a:avLst/>
              <a:gdLst/>
              <a:ahLst/>
              <a:cxnLst/>
              <a:rect l="l" t="t" r="r" b="b"/>
              <a:pathLst>
                <a:path w="9353" h="3210" extrusionOk="0">
                  <a:moveTo>
                    <a:pt x="328" y="1"/>
                  </a:moveTo>
                  <a:cubicBezTo>
                    <a:pt x="272" y="1"/>
                    <a:pt x="216" y="17"/>
                    <a:pt x="166" y="51"/>
                  </a:cubicBezTo>
                  <a:cubicBezTo>
                    <a:pt x="34" y="141"/>
                    <a:pt x="0" y="318"/>
                    <a:pt x="88" y="451"/>
                  </a:cubicBezTo>
                  <a:lnTo>
                    <a:pt x="1878" y="3083"/>
                  </a:lnTo>
                  <a:cubicBezTo>
                    <a:pt x="1931" y="3162"/>
                    <a:pt x="2021" y="3210"/>
                    <a:pt x="2116" y="3210"/>
                  </a:cubicBezTo>
                  <a:lnTo>
                    <a:pt x="9065" y="3210"/>
                  </a:lnTo>
                  <a:cubicBezTo>
                    <a:pt x="9225" y="3210"/>
                    <a:pt x="9353" y="3081"/>
                    <a:pt x="9353" y="2922"/>
                  </a:cubicBezTo>
                  <a:cubicBezTo>
                    <a:pt x="9353" y="2762"/>
                    <a:pt x="9225" y="2633"/>
                    <a:pt x="9065" y="2633"/>
                  </a:cubicBezTo>
                  <a:lnTo>
                    <a:pt x="2270" y="2633"/>
                  </a:lnTo>
                  <a:lnTo>
                    <a:pt x="565" y="126"/>
                  </a:lnTo>
                  <a:cubicBezTo>
                    <a:pt x="509" y="45"/>
                    <a:pt x="419" y="1"/>
                    <a:pt x="3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89;p62">
              <a:extLst>
                <a:ext uri="{FF2B5EF4-FFF2-40B4-BE49-F238E27FC236}">
                  <a16:creationId xmlns:a16="http://schemas.microsoft.com/office/drawing/2014/main" id="{236C309E-F2FE-42CD-8AEB-F942227E0B52}"/>
                </a:ext>
              </a:extLst>
            </p:cNvPr>
            <p:cNvSpPr/>
            <p:nvPr/>
          </p:nvSpPr>
          <p:spPr>
            <a:xfrm>
              <a:off x="5941375" y="2472601"/>
              <a:ext cx="739988" cy="159815"/>
            </a:xfrm>
            <a:custGeom>
              <a:avLst/>
              <a:gdLst/>
              <a:ahLst/>
              <a:cxnLst/>
              <a:rect l="l" t="t" r="r" b="b"/>
              <a:pathLst>
                <a:path w="9543" h="2061" extrusionOk="0">
                  <a:moveTo>
                    <a:pt x="1" y="0"/>
                  </a:moveTo>
                  <a:cubicBezTo>
                    <a:pt x="1" y="1815"/>
                    <a:pt x="1473" y="2061"/>
                    <a:pt x="3289" y="2061"/>
                  </a:cubicBezTo>
                  <a:lnTo>
                    <a:pt x="6256" y="2061"/>
                  </a:lnTo>
                  <a:cubicBezTo>
                    <a:pt x="8073" y="2061"/>
                    <a:pt x="9543" y="1815"/>
                    <a:pt x="9543" y="0"/>
                  </a:cubicBezTo>
                  <a:close/>
                </a:path>
              </a:pathLst>
            </a:custGeom>
            <a:solidFill>
              <a:srgbClr val="337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090;p62">
              <a:extLst>
                <a:ext uri="{FF2B5EF4-FFF2-40B4-BE49-F238E27FC236}">
                  <a16:creationId xmlns:a16="http://schemas.microsoft.com/office/drawing/2014/main" id="{66BABDB5-D39C-E29F-5A02-2BE74B180053}"/>
                </a:ext>
              </a:extLst>
            </p:cNvPr>
            <p:cNvSpPr/>
            <p:nvPr/>
          </p:nvSpPr>
          <p:spPr>
            <a:xfrm>
              <a:off x="5941375" y="2431902"/>
              <a:ext cx="739988" cy="159815"/>
            </a:xfrm>
            <a:custGeom>
              <a:avLst/>
              <a:gdLst/>
              <a:ahLst/>
              <a:cxnLst/>
              <a:rect l="l" t="t" r="r" b="b"/>
              <a:pathLst>
                <a:path w="9543" h="2061" extrusionOk="0">
                  <a:moveTo>
                    <a:pt x="1" y="0"/>
                  </a:moveTo>
                  <a:cubicBezTo>
                    <a:pt x="1" y="1815"/>
                    <a:pt x="1473" y="2061"/>
                    <a:pt x="3289" y="2061"/>
                  </a:cubicBezTo>
                  <a:lnTo>
                    <a:pt x="6256" y="2061"/>
                  </a:lnTo>
                  <a:cubicBezTo>
                    <a:pt x="8073" y="2061"/>
                    <a:pt x="9543" y="1815"/>
                    <a:pt x="9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091;p62">
              <a:extLst>
                <a:ext uri="{FF2B5EF4-FFF2-40B4-BE49-F238E27FC236}">
                  <a16:creationId xmlns:a16="http://schemas.microsoft.com/office/drawing/2014/main" id="{10A3C30C-A5FF-85BF-FCBF-495BEC55094F}"/>
                </a:ext>
              </a:extLst>
            </p:cNvPr>
            <p:cNvSpPr/>
            <p:nvPr/>
          </p:nvSpPr>
          <p:spPr>
            <a:xfrm>
              <a:off x="7029855" y="2497415"/>
              <a:ext cx="725255" cy="248911"/>
            </a:xfrm>
            <a:custGeom>
              <a:avLst/>
              <a:gdLst/>
              <a:ahLst/>
              <a:cxnLst/>
              <a:rect l="l" t="t" r="r" b="b"/>
              <a:pathLst>
                <a:path w="9353" h="3210" extrusionOk="0">
                  <a:moveTo>
                    <a:pt x="9026" y="1"/>
                  </a:moveTo>
                  <a:cubicBezTo>
                    <a:pt x="8934" y="1"/>
                    <a:pt x="8844" y="44"/>
                    <a:pt x="8788" y="124"/>
                  </a:cubicBezTo>
                  <a:lnTo>
                    <a:pt x="7083" y="2631"/>
                  </a:lnTo>
                  <a:lnTo>
                    <a:pt x="288" y="2631"/>
                  </a:lnTo>
                  <a:cubicBezTo>
                    <a:pt x="129" y="2631"/>
                    <a:pt x="0" y="2761"/>
                    <a:pt x="0" y="2920"/>
                  </a:cubicBezTo>
                  <a:cubicBezTo>
                    <a:pt x="0" y="3080"/>
                    <a:pt x="129" y="3210"/>
                    <a:pt x="288" y="3210"/>
                  </a:cubicBezTo>
                  <a:lnTo>
                    <a:pt x="7237" y="3210"/>
                  </a:lnTo>
                  <a:cubicBezTo>
                    <a:pt x="7332" y="3210"/>
                    <a:pt x="7422" y="3162"/>
                    <a:pt x="7476" y="3083"/>
                  </a:cubicBezTo>
                  <a:lnTo>
                    <a:pt x="9265" y="449"/>
                  </a:lnTo>
                  <a:cubicBezTo>
                    <a:pt x="9353" y="318"/>
                    <a:pt x="9319" y="139"/>
                    <a:pt x="9187" y="50"/>
                  </a:cubicBezTo>
                  <a:cubicBezTo>
                    <a:pt x="9138" y="17"/>
                    <a:pt x="9082" y="1"/>
                    <a:pt x="90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092;p62">
              <a:extLst>
                <a:ext uri="{FF2B5EF4-FFF2-40B4-BE49-F238E27FC236}">
                  <a16:creationId xmlns:a16="http://schemas.microsoft.com/office/drawing/2014/main" id="{5B4FC8E4-4410-E66D-D3D4-3C65454A6DD1}"/>
                </a:ext>
              </a:extLst>
            </p:cNvPr>
            <p:cNvSpPr/>
            <p:nvPr/>
          </p:nvSpPr>
          <p:spPr>
            <a:xfrm>
              <a:off x="7456501" y="2477048"/>
              <a:ext cx="739988" cy="155367"/>
            </a:xfrm>
            <a:custGeom>
              <a:avLst/>
              <a:gdLst/>
              <a:ahLst/>
              <a:cxnLst/>
              <a:rect l="l" t="t" r="r" b="b"/>
              <a:pathLst>
                <a:path w="9543" h="2061" extrusionOk="0">
                  <a:moveTo>
                    <a:pt x="1" y="0"/>
                  </a:moveTo>
                  <a:cubicBezTo>
                    <a:pt x="1" y="1815"/>
                    <a:pt x="1473" y="2061"/>
                    <a:pt x="3289" y="2061"/>
                  </a:cubicBezTo>
                  <a:lnTo>
                    <a:pt x="6256" y="2061"/>
                  </a:lnTo>
                  <a:cubicBezTo>
                    <a:pt x="8071" y="2061"/>
                    <a:pt x="9543" y="1815"/>
                    <a:pt x="9543" y="0"/>
                  </a:cubicBezTo>
                  <a:close/>
                </a:path>
              </a:pathLst>
            </a:custGeom>
            <a:solidFill>
              <a:srgbClr val="337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093;p62">
              <a:extLst>
                <a:ext uri="{FF2B5EF4-FFF2-40B4-BE49-F238E27FC236}">
                  <a16:creationId xmlns:a16="http://schemas.microsoft.com/office/drawing/2014/main" id="{A1FED44B-BEE5-B38C-DF4C-3BAF2847DB6B}"/>
                </a:ext>
              </a:extLst>
            </p:cNvPr>
            <p:cNvSpPr/>
            <p:nvPr/>
          </p:nvSpPr>
          <p:spPr>
            <a:xfrm>
              <a:off x="7456501" y="2509812"/>
              <a:ext cx="739988" cy="159815"/>
            </a:xfrm>
            <a:custGeom>
              <a:avLst/>
              <a:gdLst/>
              <a:ahLst/>
              <a:cxnLst/>
              <a:rect l="l" t="t" r="r" b="b"/>
              <a:pathLst>
                <a:path w="9543" h="2061" extrusionOk="0">
                  <a:moveTo>
                    <a:pt x="1" y="0"/>
                  </a:moveTo>
                  <a:cubicBezTo>
                    <a:pt x="1" y="1815"/>
                    <a:pt x="1473" y="2061"/>
                    <a:pt x="3289" y="2061"/>
                  </a:cubicBezTo>
                  <a:lnTo>
                    <a:pt x="6256" y="2061"/>
                  </a:lnTo>
                  <a:cubicBezTo>
                    <a:pt x="8071" y="2061"/>
                    <a:pt x="9543" y="1815"/>
                    <a:pt x="9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7094;p62">
              <a:extLst>
                <a:ext uri="{FF2B5EF4-FFF2-40B4-BE49-F238E27FC236}">
                  <a16:creationId xmlns:a16="http://schemas.microsoft.com/office/drawing/2014/main" id="{ECC580AC-283D-FBB9-6694-8EC5990C2E36}"/>
                </a:ext>
              </a:extLst>
            </p:cNvPr>
            <p:cNvSpPr/>
            <p:nvPr/>
          </p:nvSpPr>
          <p:spPr>
            <a:xfrm>
              <a:off x="5978971" y="1533951"/>
              <a:ext cx="625846" cy="910194"/>
            </a:xfrm>
            <a:custGeom>
              <a:avLst/>
              <a:gdLst/>
              <a:ahLst/>
              <a:cxnLst/>
              <a:rect l="l" t="t" r="r" b="b"/>
              <a:pathLst>
                <a:path w="8071" h="11738" extrusionOk="0">
                  <a:moveTo>
                    <a:pt x="4066" y="5674"/>
                  </a:moveTo>
                  <a:cubicBezTo>
                    <a:pt x="4156" y="5674"/>
                    <a:pt x="4246" y="5679"/>
                    <a:pt x="4336" y="5689"/>
                  </a:cubicBezTo>
                  <a:cubicBezTo>
                    <a:pt x="5285" y="5798"/>
                    <a:pt x="6075" y="6467"/>
                    <a:pt x="6338" y="7386"/>
                  </a:cubicBezTo>
                  <a:cubicBezTo>
                    <a:pt x="6696" y="8640"/>
                    <a:pt x="5969" y="9948"/>
                    <a:pt x="4715" y="10306"/>
                  </a:cubicBezTo>
                  <a:cubicBezTo>
                    <a:pt x="4501" y="10367"/>
                    <a:pt x="4282" y="10397"/>
                    <a:pt x="4066" y="10397"/>
                  </a:cubicBezTo>
                  <a:cubicBezTo>
                    <a:pt x="3357" y="10397"/>
                    <a:pt x="2672" y="10077"/>
                    <a:pt x="2216" y="9503"/>
                  </a:cubicBezTo>
                  <a:cubicBezTo>
                    <a:pt x="1623" y="8756"/>
                    <a:pt x="1538" y="7723"/>
                    <a:pt x="2001" y="6888"/>
                  </a:cubicBezTo>
                  <a:cubicBezTo>
                    <a:pt x="2421" y="6132"/>
                    <a:pt x="3215" y="5674"/>
                    <a:pt x="4066" y="5674"/>
                  </a:cubicBezTo>
                  <a:close/>
                  <a:moveTo>
                    <a:pt x="1700" y="0"/>
                  </a:moveTo>
                  <a:lnTo>
                    <a:pt x="1620" y="152"/>
                  </a:lnTo>
                  <a:lnTo>
                    <a:pt x="501" y="2231"/>
                  </a:lnTo>
                  <a:cubicBezTo>
                    <a:pt x="348" y="2514"/>
                    <a:pt x="450" y="2869"/>
                    <a:pt x="732" y="3026"/>
                  </a:cubicBezTo>
                  <a:lnTo>
                    <a:pt x="740" y="3030"/>
                  </a:lnTo>
                  <a:cubicBezTo>
                    <a:pt x="830" y="3081"/>
                    <a:pt x="929" y="3104"/>
                    <a:pt x="1025" y="3104"/>
                  </a:cubicBezTo>
                  <a:cubicBezTo>
                    <a:pt x="1233" y="3104"/>
                    <a:pt x="1434" y="2995"/>
                    <a:pt x="1542" y="2801"/>
                  </a:cubicBezTo>
                  <a:lnTo>
                    <a:pt x="1818" y="2306"/>
                  </a:lnTo>
                  <a:lnTo>
                    <a:pt x="2496" y="4681"/>
                  </a:lnTo>
                  <a:cubicBezTo>
                    <a:pt x="877" y="5438"/>
                    <a:pt x="0" y="7279"/>
                    <a:pt x="507" y="9052"/>
                  </a:cubicBezTo>
                  <a:cubicBezTo>
                    <a:pt x="972" y="10678"/>
                    <a:pt x="2454" y="11738"/>
                    <a:pt x="4065" y="11738"/>
                  </a:cubicBezTo>
                  <a:cubicBezTo>
                    <a:pt x="4405" y="11738"/>
                    <a:pt x="4752" y="11690"/>
                    <a:pt x="5095" y="11591"/>
                  </a:cubicBezTo>
                  <a:cubicBezTo>
                    <a:pt x="5365" y="11514"/>
                    <a:pt x="5626" y="11405"/>
                    <a:pt x="5872" y="11266"/>
                  </a:cubicBezTo>
                  <a:cubicBezTo>
                    <a:pt x="7292" y="10467"/>
                    <a:pt x="8070" y="8779"/>
                    <a:pt x="7660" y="7140"/>
                  </a:cubicBezTo>
                  <a:cubicBezTo>
                    <a:pt x="7246" y="5473"/>
                    <a:pt x="5750" y="4331"/>
                    <a:pt x="4070" y="4331"/>
                  </a:cubicBezTo>
                  <a:cubicBezTo>
                    <a:pt x="3925" y="4331"/>
                    <a:pt x="3778" y="4340"/>
                    <a:pt x="3631" y="4357"/>
                  </a:cubicBezTo>
                  <a:lnTo>
                    <a:pt x="2974" y="2058"/>
                  </a:lnTo>
                  <a:lnTo>
                    <a:pt x="3370" y="2279"/>
                  </a:lnTo>
                  <a:cubicBezTo>
                    <a:pt x="3461" y="2329"/>
                    <a:pt x="3559" y="2353"/>
                    <a:pt x="3656" y="2353"/>
                  </a:cubicBezTo>
                  <a:cubicBezTo>
                    <a:pt x="3863" y="2353"/>
                    <a:pt x="4065" y="2243"/>
                    <a:pt x="4172" y="2049"/>
                  </a:cubicBezTo>
                  <a:cubicBezTo>
                    <a:pt x="4330" y="1764"/>
                    <a:pt x="4228" y="1405"/>
                    <a:pt x="3943" y="1247"/>
                  </a:cubicBezTo>
                  <a:lnTo>
                    <a:pt x="17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7095;p62">
              <a:extLst>
                <a:ext uri="{FF2B5EF4-FFF2-40B4-BE49-F238E27FC236}">
                  <a16:creationId xmlns:a16="http://schemas.microsoft.com/office/drawing/2014/main" id="{A36C23C9-9469-F7F9-03FD-4FBEF60F87CC}"/>
                </a:ext>
              </a:extLst>
            </p:cNvPr>
            <p:cNvSpPr/>
            <p:nvPr/>
          </p:nvSpPr>
          <p:spPr>
            <a:xfrm>
              <a:off x="7651920" y="1623704"/>
              <a:ext cx="555747" cy="840948"/>
            </a:xfrm>
            <a:custGeom>
              <a:avLst/>
              <a:gdLst/>
              <a:ahLst/>
              <a:cxnLst/>
              <a:rect l="l" t="t" r="r" b="b"/>
              <a:pathLst>
                <a:path w="7167" h="10845" extrusionOk="0">
                  <a:moveTo>
                    <a:pt x="3571" y="1215"/>
                  </a:moveTo>
                  <a:cubicBezTo>
                    <a:pt x="4240" y="1215"/>
                    <a:pt x="4885" y="1530"/>
                    <a:pt x="5294" y="2084"/>
                  </a:cubicBezTo>
                  <a:cubicBezTo>
                    <a:pt x="5810" y="2782"/>
                    <a:pt x="5854" y="3721"/>
                    <a:pt x="5407" y="4464"/>
                  </a:cubicBezTo>
                  <a:cubicBezTo>
                    <a:pt x="5016" y="5114"/>
                    <a:pt x="4316" y="5502"/>
                    <a:pt x="3573" y="5502"/>
                  </a:cubicBezTo>
                  <a:cubicBezTo>
                    <a:pt x="3467" y="5502"/>
                    <a:pt x="3359" y="5494"/>
                    <a:pt x="3252" y="5478"/>
                  </a:cubicBezTo>
                  <a:cubicBezTo>
                    <a:pt x="2082" y="5302"/>
                    <a:pt x="1275" y="4212"/>
                    <a:pt x="1451" y="3041"/>
                  </a:cubicBezTo>
                  <a:cubicBezTo>
                    <a:pt x="1579" y="2184"/>
                    <a:pt x="2211" y="1489"/>
                    <a:pt x="3052" y="1279"/>
                  </a:cubicBezTo>
                  <a:cubicBezTo>
                    <a:pt x="3225" y="1236"/>
                    <a:pt x="3399" y="1215"/>
                    <a:pt x="3571" y="1215"/>
                  </a:cubicBezTo>
                  <a:close/>
                  <a:moveTo>
                    <a:pt x="3564" y="0"/>
                  </a:moveTo>
                  <a:cubicBezTo>
                    <a:pt x="1929" y="0"/>
                    <a:pt x="497" y="1196"/>
                    <a:pt x="246" y="2862"/>
                  </a:cubicBezTo>
                  <a:cubicBezTo>
                    <a:pt x="0" y="4510"/>
                    <a:pt x="995" y="6057"/>
                    <a:pt x="2529" y="6555"/>
                  </a:cubicBezTo>
                  <a:lnTo>
                    <a:pt x="2262" y="8340"/>
                  </a:lnTo>
                  <a:lnTo>
                    <a:pt x="1202" y="8180"/>
                  </a:lnTo>
                  <a:lnTo>
                    <a:pt x="1042" y="9239"/>
                  </a:lnTo>
                  <a:lnTo>
                    <a:pt x="2104" y="9398"/>
                  </a:lnTo>
                  <a:lnTo>
                    <a:pt x="1910" y="10687"/>
                  </a:lnTo>
                  <a:lnTo>
                    <a:pt x="2970" y="10845"/>
                  </a:lnTo>
                  <a:lnTo>
                    <a:pt x="3163" y="9556"/>
                  </a:lnTo>
                  <a:lnTo>
                    <a:pt x="4225" y="9716"/>
                  </a:lnTo>
                  <a:lnTo>
                    <a:pt x="4384" y="8657"/>
                  </a:lnTo>
                  <a:lnTo>
                    <a:pt x="3322" y="8498"/>
                  </a:lnTo>
                  <a:lnTo>
                    <a:pt x="3589" y="6719"/>
                  </a:lnTo>
                  <a:cubicBezTo>
                    <a:pt x="5245" y="6710"/>
                    <a:pt x="6646" y="5494"/>
                    <a:pt x="6892" y="3857"/>
                  </a:cubicBezTo>
                  <a:cubicBezTo>
                    <a:pt x="7167" y="2023"/>
                    <a:pt x="5902" y="313"/>
                    <a:pt x="4068" y="38"/>
                  </a:cubicBezTo>
                  <a:cubicBezTo>
                    <a:pt x="3899" y="13"/>
                    <a:pt x="3730" y="0"/>
                    <a:pt x="3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D676B0D-98E7-C7E7-063F-F2D9469FFEF9}"/>
                  </a:ext>
                </a:extLst>
              </p:cNvPr>
              <p:cNvSpPr txBox="1"/>
              <p:nvPr/>
            </p:nvSpPr>
            <p:spPr>
              <a:xfrm>
                <a:off x="5728529" y="1937498"/>
                <a:ext cx="3071052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5400" b="1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D676B0D-98E7-C7E7-063F-F2D9469FF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529" y="1937498"/>
                <a:ext cx="3071052" cy="830997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FCE95-6777-6EB0-6DFE-3FD6D9C6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8" y="107577"/>
            <a:ext cx="8498540" cy="932330"/>
          </a:xfrm>
        </p:spPr>
        <p:txBody>
          <a:bodyPr/>
          <a:lstStyle/>
          <a:p>
            <a:r>
              <a:rPr lang="fr-FR" sz="3200" dirty="0"/>
              <a:t>Répartition des contrats CDD/CDI</a:t>
            </a:r>
          </a:p>
        </p:txBody>
      </p:sp>
      <p:pic>
        <p:nvPicPr>
          <p:cNvPr id="5" name="Image 4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1F88FB95-443D-B6E5-0EB4-EFADA9047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64" y="894240"/>
            <a:ext cx="6464377" cy="424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8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871E-FB38-4A62-E41E-DC118116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BBB241-D72A-EACD-B01F-A0C56E01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577"/>
            <a:ext cx="9144000" cy="573740"/>
          </a:xfrm>
        </p:spPr>
        <p:txBody>
          <a:bodyPr/>
          <a:lstStyle/>
          <a:p>
            <a:r>
              <a:rPr lang="fr-FR" sz="3200" dirty="0"/>
              <a:t>Répartition du temps de travail par sexe</a:t>
            </a:r>
          </a:p>
        </p:txBody>
      </p:sp>
      <p:pic>
        <p:nvPicPr>
          <p:cNvPr id="6" name="Image 5" descr="Une image contenant texte, capture d’écran, nombre, diagramme&#10;&#10;Le contenu généré par l’IA peut être incorrect.">
            <a:extLst>
              <a:ext uri="{FF2B5EF4-FFF2-40B4-BE49-F238E27FC236}">
                <a16:creationId xmlns:a16="http://schemas.microsoft.com/office/drawing/2014/main" id="{919FA0FC-30DA-3509-96EC-D190B015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59" y="681317"/>
            <a:ext cx="7073661" cy="442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73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49"/>
          <p:cNvSpPr txBox="1">
            <a:spLocks noGrp="1"/>
          </p:cNvSpPr>
          <p:nvPr>
            <p:ph type="title"/>
          </p:nvPr>
        </p:nvSpPr>
        <p:spPr>
          <a:xfrm>
            <a:off x="2336057" y="2215830"/>
            <a:ext cx="4440454" cy="14962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Vers les indicateurs de l’index</a:t>
            </a:r>
            <a:endParaRPr sz="3600" dirty="0"/>
          </a:p>
        </p:txBody>
      </p:sp>
      <p:sp>
        <p:nvSpPr>
          <p:cNvPr id="2010" name="Google Shape;2010;p49"/>
          <p:cNvSpPr txBox="1">
            <a:spLocks noGrp="1"/>
          </p:cNvSpPr>
          <p:nvPr>
            <p:ph type="title" idx="2"/>
          </p:nvPr>
        </p:nvSpPr>
        <p:spPr>
          <a:xfrm>
            <a:off x="2968950" y="843075"/>
            <a:ext cx="3099481" cy="12739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00" dirty="0"/>
              <a:t>03</a:t>
            </a:r>
            <a:endParaRPr sz="12400" dirty="0"/>
          </a:p>
        </p:txBody>
      </p:sp>
      <p:grpSp>
        <p:nvGrpSpPr>
          <p:cNvPr id="2011" name="Google Shape;2011;p49"/>
          <p:cNvGrpSpPr/>
          <p:nvPr/>
        </p:nvGrpSpPr>
        <p:grpSpPr>
          <a:xfrm>
            <a:off x="1533161" y="118979"/>
            <a:ext cx="6096265" cy="4489529"/>
            <a:chOff x="1533161" y="118979"/>
            <a:chExt cx="6096265" cy="4489529"/>
          </a:xfrm>
        </p:grpSpPr>
        <p:grpSp>
          <p:nvGrpSpPr>
            <p:cNvPr id="2012" name="Google Shape;2012;p49"/>
            <p:cNvGrpSpPr/>
            <p:nvPr/>
          </p:nvGrpSpPr>
          <p:grpSpPr>
            <a:xfrm>
              <a:off x="3140410" y="3884207"/>
              <a:ext cx="832701" cy="724301"/>
              <a:chOff x="9711460" y="3115182"/>
              <a:chExt cx="832701" cy="724301"/>
            </a:xfrm>
          </p:grpSpPr>
          <p:sp>
            <p:nvSpPr>
              <p:cNvPr id="2013" name="Google Shape;2013;p49"/>
              <p:cNvSpPr/>
              <p:nvPr/>
            </p:nvSpPr>
            <p:spPr>
              <a:xfrm>
                <a:off x="10222431" y="3256450"/>
                <a:ext cx="321730" cy="94314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462" extrusionOk="0">
                    <a:moveTo>
                      <a:pt x="714" y="0"/>
                    </a:moveTo>
                    <a:cubicBezTo>
                      <a:pt x="650" y="0"/>
                      <a:pt x="586" y="4"/>
                      <a:pt x="523" y="14"/>
                    </a:cubicBezTo>
                    <a:cubicBezTo>
                      <a:pt x="317" y="44"/>
                      <a:pt x="113" y="142"/>
                      <a:pt x="1" y="317"/>
                    </a:cubicBezTo>
                    <a:cubicBezTo>
                      <a:pt x="55" y="357"/>
                      <a:pt x="241" y="442"/>
                      <a:pt x="307" y="451"/>
                    </a:cubicBezTo>
                    <a:cubicBezTo>
                      <a:pt x="365" y="458"/>
                      <a:pt x="421" y="461"/>
                      <a:pt x="476" y="461"/>
                    </a:cubicBezTo>
                    <a:cubicBezTo>
                      <a:pt x="684" y="461"/>
                      <a:pt x="871" y="414"/>
                      <a:pt x="1085" y="342"/>
                    </a:cubicBezTo>
                    <a:cubicBezTo>
                      <a:pt x="1255" y="284"/>
                      <a:pt x="1417" y="187"/>
                      <a:pt x="1576" y="101"/>
                    </a:cubicBezTo>
                    <a:lnTo>
                      <a:pt x="1143" y="41"/>
                    </a:lnTo>
                    <a:cubicBezTo>
                      <a:pt x="1001" y="20"/>
                      <a:pt x="857" y="0"/>
                      <a:pt x="714" y="0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49"/>
              <p:cNvSpPr/>
              <p:nvPr/>
            </p:nvSpPr>
            <p:spPr>
              <a:xfrm>
                <a:off x="10058095" y="3115182"/>
                <a:ext cx="220883" cy="24415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196" extrusionOk="0">
                    <a:moveTo>
                      <a:pt x="1082" y="1"/>
                    </a:moveTo>
                    <a:lnTo>
                      <a:pt x="716" y="238"/>
                    </a:lnTo>
                    <a:cubicBezTo>
                      <a:pt x="542" y="350"/>
                      <a:pt x="364" y="466"/>
                      <a:pt x="229" y="623"/>
                    </a:cubicBezTo>
                    <a:cubicBezTo>
                      <a:pt x="92" y="781"/>
                      <a:pt x="1" y="989"/>
                      <a:pt x="30" y="1195"/>
                    </a:cubicBezTo>
                    <a:cubicBezTo>
                      <a:pt x="424" y="1168"/>
                      <a:pt x="684" y="816"/>
                      <a:pt x="867" y="505"/>
                    </a:cubicBezTo>
                    <a:cubicBezTo>
                      <a:pt x="959" y="351"/>
                      <a:pt x="1019" y="171"/>
                      <a:pt x="1082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49"/>
              <p:cNvSpPr/>
              <p:nvPr/>
            </p:nvSpPr>
            <p:spPr>
              <a:xfrm>
                <a:off x="9874775" y="3180100"/>
                <a:ext cx="167398" cy="287842"/>
              </a:xfrm>
              <a:custGeom>
                <a:avLst/>
                <a:gdLst/>
                <a:ahLst/>
                <a:cxnLst/>
                <a:rect l="l" t="t" r="r" b="b"/>
                <a:pathLst>
                  <a:path w="820" h="1410" extrusionOk="0">
                    <a:moveTo>
                      <a:pt x="820" y="0"/>
                    </a:moveTo>
                    <a:lnTo>
                      <a:pt x="820" y="0"/>
                    </a:lnTo>
                    <a:cubicBezTo>
                      <a:pt x="720" y="106"/>
                      <a:pt x="618" y="212"/>
                      <a:pt x="518" y="318"/>
                    </a:cubicBezTo>
                    <a:cubicBezTo>
                      <a:pt x="375" y="469"/>
                      <a:pt x="231" y="622"/>
                      <a:pt x="135" y="807"/>
                    </a:cubicBezTo>
                    <a:cubicBezTo>
                      <a:pt x="40" y="992"/>
                      <a:pt x="1" y="1216"/>
                      <a:pt x="77" y="1410"/>
                    </a:cubicBezTo>
                    <a:cubicBezTo>
                      <a:pt x="453" y="1290"/>
                      <a:pt x="624" y="888"/>
                      <a:pt x="730" y="542"/>
                    </a:cubicBezTo>
                    <a:cubicBezTo>
                      <a:pt x="782" y="369"/>
                      <a:pt x="799" y="181"/>
                      <a:pt x="820" y="0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9"/>
              <p:cNvSpPr/>
              <p:nvPr/>
            </p:nvSpPr>
            <p:spPr>
              <a:xfrm>
                <a:off x="9711460" y="3345048"/>
                <a:ext cx="116158" cy="315606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546" extrusionOk="0">
                    <a:moveTo>
                      <a:pt x="515" y="1"/>
                    </a:moveTo>
                    <a:cubicBezTo>
                      <a:pt x="443" y="127"/>
                      <a:pt x="371" y="254"/>
                      <a:pt x="301" y="381"/>
                    </a:cubicBezTo>
                    <a:cubicBezTo>
                      <a:pt x="198" y="561"/>
                      <a:pt x="96" y="746"/>
                      <a:pt x="48" y="948"/>
                    </a:cubicBezTo>
                    <a:cubicBezTo>
                      <a:pt x="0" y="1150"/>
                      <a:pt x="18" y="1377"/>
                      <a:pt x="140" y="1545"/>
                    </a:cubicBezTo>
                    <a:cubicBezTo>
                      <a:pt x="476" y="1340"/>
                      <a:pt x="541" y="907"/>
                      <a:pt x="559" y="546"/>
                    </a:cubicBezTo>
                    <a:cubicBezTo>
                      <a:pt x="568" y="366"/>
                      <a:pt x="537" y="180"/>
                      <a:pt x="515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9"/>
              <p:cNvSpPr/>
              <p:nvPr/>
            </p:nvSpPr>
            <p:spPr>
              <a:xfrm>
                <a:off x="10083001" y="3376282"/>
                <a:ext cx="317239" cy="100234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491" extrusionOk="0">
                    <a:moveTo>
                      <a:pt x="403" y="1"/>
                    </a:moveTo>
                    <a:cubicBezTo>
                      <a:pt x="263" y="1"/>
                      <a:pt x="126" y="31"/>
                      <a:pt x="1" y="110"/>
                    </a:cubicBezTo>
                    <a:cubicBezTo>
                      <a:pt x="98" y="295"/>
                      <a:pt x="295" y="410"/>
                      <a:pt x="496" y="456"/>
                    </a:cubicBezTo>
                    <a:cubicBezTo>
                      <a:pt x="608" y="482"/>
                      <a:pt x="723" y="491"/>
                      <a:pt x="838" y="491"/>
                    </a:cubicBezTo>
                    <a:cubicBezTo>
                      <a:pt x="932" y="491"/>
                      <a:pt x="1025" y="485"/>
                      <a:pt x="1118" y="480"/>
                    </a:cubicBezTo>
                    <a:lnTo>
                      <a:pt x="1553" y="455"/>
                    </a:lnTo>
                    <a:cubicBezTo>
                      <a:pt x="1403" y="356"/>
                      <a:pt x="1249" y="246"/>
                      <a:pt x="1082" y="174"/>
                    </a:cubicBezTo>
                    <a:cubicBezTo>
                      <a:pt x="876" y="85"/>
                      <a:pt x="635" y="1"/>
                      <a:pt x="403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49"/>
              <p:cNvSpPr/>
              <p:nvPr/>
            </p:nvSpPr>
            <p:spPr>
              <a:xfrm>
                <a:off x="9905396" y="3476720"/>
                <a:ext cx="324384" cy="93498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458" extrusionOk="0">
                    <a:moveTo>
                      <a:pt x="712" y="1"/>
                    </a:moveTo>
                    <a:cubicBezTo>
                      <a:pt x="447" y="1"/>
                      <a:pt x="182" y="57"/>
                      <a:pt x="0" y="259"/>
                    </a:cubicBezTo>
                    <a:cubicBezTo>
                      <a:pt x="132" y="398"/>
                      <a:pt x="331" y="457"/>
                      <a:pt x="523" y="457"/>
                    </a:cubicBezTo>
                    <a:cubicBezTo>
                      <a:pt x="539" y="457"/>
                      <a:pt x="555" y="457"/>
                      <a:pt x="571" y="456"/>
                    </a:cubicBezTo>
                    <a:cubicBezTo>
                      <a:pt x="778" y="447"/>
                      <a:pt x="980" y="379"/>
                      <a:pt x="1175" y="311"/>
                    </a:cubicBezTo>
                    <a:lnTo>
                      <a:pt x="1588" y="168"/>
                    </a:lnTo>
                    <a:cubicBezTo>
                      <a:pt x="1417" y="113"/>
                      <a:pt x="1238" y="50"/>
                      <a:pt x="1059" y="27"/>
                    </a:cubicBezTo>
                    <a:cubicBezTo>
                      <a:pt x="948" y="12"/>
                      <a:pt x="830" y="1"/>
                      <a:pt x="712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49"/>
              <p:cNvSpPr/>
              <p:nvPr/>
            </p:nvSpPr>
            <p:spPr>
              <a:xfrm>
                <a:off x="9787809" y="3597777"/>
                <a:ext cx="292742" cy="15127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741" extrusionOk="0">
                    <a:moveTo>
                      <a:pt x="1433" y="0"/>
                    </a:moveTo>
                    <a:lnTo>
                      <a:pt x="1433" y="0"/>
                    </a:lnTo>
                    <a:cubicBezTo>
                      <a:pt x="1255" y="15"/>
                      <a:pt x="1064" y="26"/>
                      <a:pt x="891" y="72"/>
                    </a:cubicBezTo>
                    <a:cubicBezTo>
                      <a:pt x="542" y="164"/>
                      <a:pt x="133" y="321"/>
                      <a:pt x="0" y="692"/>
                    </a:cubicBezTo>
                    <a:cubicBezTo>
                      <a:pt x="78" y="726"/>
                      <a:pt x="161" y="741"/>
                      <a:pt x="245" y="741"/>
                    </a:cubicBezTo>
                    <a:cubicBezTo>
                      <a:pt x="368" y="741"/>
                      <a:pt x="493" y="709"/>
                      <a:pt x="604" y="656"/>
                    </a:cubicBezTo>
                    <a:cubicBezTo>
                      <a:pt x="792" y="567"/>
                      <a:pt x="952" y="427"/>
                      <a:pt x="1107" y="290"/>
                    </a:cubicBezTo>
                    <a:lnTo>
                      <a:pt x="1433" y="0"/>
                    </a:ln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20" name="Google Shape;2020;p49"/>
              <p:cNvGrpSpPr/>
              <p:nvPr/>
            </p:nvGrpSpPr>
            <p:grpSpPr>
              <a:xfrm>
                <a:off x="9712889" y="3205414"/>
                <a:ext cx="730425" cy="634069"/>
                <a:chOff x="5260991" y="2240410"/>
                <a:chExt cx="152637" cy="132502"/>
              </a:xfrm>
            </p:grpSpPr>
            <p:sp>
              <p:nvSpPr>
                <p:cNvPr id="2021" name="Google Shape;2021;p49"/>
                <p:cNvSpPr/>
                <p:nvPr/>
              </p:nvSpPr>
              <p:spPr>
                <a:xfrm>
                  <a:off x="5260991" y="2257772"/>
                  <a:ext cx="152637" cy="115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8" h="2699" extrusionOk="0">
                      <a:moveTo>
                        <a:pt x="3545" y="0"/>
                      </a:moveTo>
                      <a:cubicBezTo>
                        <a:pt x="2725" y="6"/>
                        <a:pt x="1675" y="354"/>
                        <a:pt x="1155" y="792"/>
                      </a:cubicBezTo>
                      <a:cubicBezTo>
                        <a:pt x="640" y="1225"/>
                        <a:pt x="178" y="1978"/>
                        <a:pt x="5" y="2663"/>
                      </a:cubicBezTo>
                      <a:cubicBezTo>
                        <a:pt x="1" y="2678"/>
                        <a:pt x="10" y="2695"/>
                        <a:pt x="24" y="2698"/>
                      </a:cubicBezTo>
                      <a:cubicBezTo>
                        <a:pt x="26" y="2699"/>
                        <a:pt x="27" y="2699"/>
                        <a:pt x="28" y="2699"/>
                      </a:cubicBezTo>
                      <a:cubicBezTo>
                        <a:pt x="29" y="2699"/>
                        <a:pt x="30" y="2699"/>
                        <a:pt x="32" y="2698"/>
                      </a:cubicBezTo>
                      <a:cubicBezTo>
                        <a:pt x="44" y="2698"/>
                        <a:pt x="56" y="2690"/>
                        <a:pt x="59" y="2677"/>
                      </a:cubicBezTo>
                      <a:cubicBezTo>
                        <a:pt x="230" y="2001"/>
                        <a:pt x="688" y="1257"/>
                        <a:pt x="1191" y="834"/>
                      </a:cubicBezTo>
                      <a:cubicBezTo>
                        <a:pt x="1693" y="410"/>
                        <a:pt x="2749" y="61"/>
                        <a:pt x="3545" y="55"/>
                      </a:cubicBezTo>
                      <a:cubicBezTo>
                        <a:pt x="3578" y="52"/>
                        <a:pt x="3578" y="3"/>
                        <a:pt x="35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2" name="Google Shape;2022;p49"/>
                <p:cNvSpPr/>
                <p:nvPr/>
              </p:nvSpPr>
              <p:spPr>
                <a:xfrm>
                  <a:off x="5326816" y="2240410"/>
                  <a:ext cx="54861" cy="4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" h="1156" extrusionOk="0">
                      <a:moveTo>
                        <a:pt x="886" y="0"/>
                      </a:moveTo>
                      <a:cubicBezTo>
                        <a:pt x="880" y="0"/>
                        <a:pt x="874" y="2"/>
                        <a:pt x="869" y="6"/>
                      </a:cubicBezTo>
                      <a:cubicBezTo>
                        <a:pt x="517" y="263"/>
                        <a:pt x="223" y="591"/>
                        <a:pt x="5" y="968"/>
                      </a:cubicBezTo>
                      <a:cubicBezTo>
                        <a:pt x="1" y="977"/>
                        <a:pt x="1" y="987"/>
                        <a:pt x="5" y="995"/>
                      </a:cubicBezTo>
                      <a:cubicBezTo>
                        <a:pt x="10" y="1004"/>
                        <a:pt x="19" y="1010"/>
                        <a:pt x="28" y="1010"/>
                      </a:cubicBezTo>
                      <a:lnTo>
                        <a:pt x="117" y="1019"/>
                      </a:lnTo>
                      <a:cubicBezTo>
                        <a:pt x="501" y="1051"/>
                        <a:pt x="863" y="1081"/>
                        <a:pt x="1242" y="1156"/>
                      </a:cubicBezTo>
                      <a:lnTo>
                        <a:pt x="1246" y="1156"/>
                      </a:lnTo>
                      <a:cubicBezTo>
                        <a:pt x="1247" y="1156"/>
                        <a:pt x="1247" y="1156"/>
                        <a:pt x="1248" y="1156"/>
                      </a:cubicBezTo>
                      <a:cubicBezTo>
                        <a:pt x="1282" y="1156"/>
                        <a:pt x="1286" y="1107"/>
                        <a:pt x="1252" y="1101"/>
                      </a:cubicBezTo>
                      <a:cubicBezTo>
                        <a:pt x="870" y="1026"/>
                        <a:pt x="506" y="995"/>
                        <a:pt x="122" y="962"/>
                      </a:cubicBezTo>
                      <a:lnTo>
                        <a:pt x="77" y="957"/>
                      </a:lnTo>
                      <a:cubicBezTo>
                        <a:pt x="289" y="604"/>
                        <a:pt x="569" y="295"/>
                        <a:pt x="902" y="51"/>
                      </a:cubicBezTo>
                      <a:cubicBezTo>
                        <a:pt x="927" y="34"/>
                        <a:pt x="909" y="0"/>
                        <a:pt x="8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3" name="Google Shape;2023;p49"/>
                <p:cNvSpPr/>
                <p:nvPr/>
              </p:nvSpPr>
              <p:spPr>
                <a:xfrm>
                  <a:off x="5292218" y="2254488"/>
                  <a:ext cx="47267" cy="56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" h="1321" extrusionOk="0">
                      <a:moveTo>
                        <a:pt x="621" y="0"/>
                      </a:moveTo>
                      <a:cubicBezTo>
                        <a:pt x="613" y="0"/>
                        <a:pt x="606" y="3"/>
                        <a:pt x="600" y="10"/>
                      </a:cubicBezTo>
                      <a:cubicBezTo>
                        <a:pt x="287" y="374"/>
                        <a:pt x="81" y="815"/>
                        <a:pt x="4" y="1288"/>
                      </a:cubicBezTo>
                      <a:cubicBezTo>
                        <a:pt x="1" y="1299"/>
                        <a:pt x="5" y="1307"/>
                        <a:pt x="13" y="1315"/>
                      </a:cubicBezTo>
                      <a:cubicBezTo>
                        <a:pt x="17" y="1319"/>
                        <a:pt x="25" y="1321"/>
                        <a:pt x="31" y="1321"/>
                      </a:cubicBezTo>
                      <a:lnTo>
                        <a:pt x="40" y="1321"/>
                      </a:lnTo>
                      <a:cubicBezTo>
                        <a:pt x="365" y="1217"/>
                        <a:pt x="717" y="1205"/>
                        <a:pt x="1058" y="1193"/>
                      </a:cubicBezTo>
                      <a:lnTo>
                        <a:pt x="1079" y="1193"/>
                      </a:lnTo>
                      <a:cubicBezTo>
                        <a:pt x="1095" y="1193"/>
                        <a:pt x="1107" y="1179"/>
                        <a:pt x="1107" y="1164"/>
                      </a:cubicBezTo>
                      <a:cubicBezTo>
                        <a:pt x="1106" y="1148"/>
                        <a:pt x="1092" y="1136"/>
                        <a:pt x="1077" y="1136"/>
                      </a:cubicBezTo>
                      <a:lnTo>
                        <a:pt x="1057" y="1136"/>
                      </a:lnTo>
                      <a:cubicBezTo>
                        <a:pt x="727" y="1148"/>
                        <a:pt x="386" y="1158"/>
                        <a:pt x="66" y="1254"/>
                      </a:cubicBezTo>
                      <a:cubicBezTo>
                        <a:pt x="148" y="808"/>
                        <a:pt x="347" y="392"/>
                        <a:pt x="642" y="47"/>
                      </a:cubicBezTo>
                      <a:cubicBezTo>
                        <a:pt x="661" y="26"/>
                        <a:pt x="642" y="0"/>
                        <a:pt x="6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4" name="Google Shape;2024;p49"/>
                <p:cNvSpPr/>
                <p:nvPr/>
              </p:nvSpPr>
              <p:spPr>
                <a:xfrm>
                  <a:off x="5268841" y="2330465"/>
                  <a:ext cx="49784" cy="22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525" extrusionOk="0">
                      <a:moveTo>
                        <a:pt x="1126" y="1"/>
                      </a:moveTo>
                      <a:cubicBezTo>
                        <a:pt x="1122" y="1"/>
                        <a:pt x="1116" y="2"/>
                        <a:pt x="1111" y="5"/>
                      </a:cubicBezTo>
                      <a:cubicBezTo>
                        <a:pt x="792" y="202"/>
                        <a:pt x="427" y="424"/>
                        <a:pt x="27" y="469"/>
                      </a:cubicBezTo>
                      <a:cubicBezTo>
                        <a:pt x="12" y="470"/>
                        <a:pt x="0" y="484"/>
                        <a:pt x="2" y="499"/>
                      </a:cubicBezTo>
                      <a:cubicBezTo>
                        <a:pt x="3" y="514"/>
                        <a:pt x="16" y="524"/>
                        <a:pt x="30" y="524"/>
                      </a:cubicBezTo>
                      <a:lnTo>
                        <a:pt x="33" y="524"/>
                      </a:lnTo>
                      <a:cubicBezTo>
                        <a:pt x="446" y="479"/>
                        <a:pt x="814" y="253"/>
                        <a:pt x="1141" y="53"/>
                      </a:cubicBezTo>
                      <a:cubicBezTo>
                        <a:pt x="1167" y="37"/>
                        <a:pt x="1151" y="1"/>
                        <a:pt x="11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5" name="Google Shape;2025;p49"/>
                <p:cNvSpPr/>
                <p:nvPr/>
              </p:nvSpPr>
              <p:spPr>
                <a:xfrm>
                  <a:off x="5265812" y="2297787"/>
                  <a:ext cx="9982" cy="50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1195" extrusionOk="0">
                      <a:moveTo>
                        <a:pt x="197" y="0"/>
                      </a:moveTo>
                      <a:cubicBezTo>
                        <a:pt x="186" y="0"/>
                        <a:pt x="176" y="6"/>
                        <a:pt x="171" y="20"/>
                      </a:cubicBezTo>
                      <a:cubicBezTo>
                        <a:pt x="11" y="412"/>
                        <a:pt x="5" y="619"/>
                        <a:pt x="2" y="743"/>
                      </a:cubicBezTo>
                      <a:cubicBezTo>
                        <a:pt x="1" y="877"/>
                        <a:pt x="52" y="1054"/>
                        <a:pt x="99" y="1177"/>
                      </a:cubicBezTo>
                      <a:cubicBezTo>
                        <a:pt x="104" y="1187"/>
                        <a:pt x="114" y="1195"/>
                        <a:pt x="126" y="1195"/>
                      </a:cubicBezTo>
                      <a:cubicBezTo>
                        <a:pt x="129" y="1195"/>
                        <a:pt x="134" y="1195"/>
                        <a:pt x="137" y="1193"/>
                      </a:cubicBezTo>
                      <a:cubicBezTo>
                        <a:pt x="152" y="1187"/>
                        <a:pt x="159" y="1171"/>
                        <a:pt x="152" y="1156"/>
                      </a:cubicBezTo>
                      <a:cubicBezTo>
                        <a:pt x="105" y="1040"/>
                        <a:pt x="56" y="873"/>
                        <a:pt x="59" y="744"/>
                      </a:cubicBezTo>
                      <a:cubicBezTo>
                        <a:pt x="62" y="616"/>
                        <a:pt x="67" y="424"/>
                        <a:pt x="223" y="40"/>
                      </a:cubicBezTo>
                      <a:cubicBezTo>
                        <a:pt x="234" y="18"/>
                        <a:pt x="215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26" name="Google Shape;2026;p49"/>
            <p:cNvGrpSpPr/>
            <p:nvPr/>
          </p:nvGrpSpPr>
          <p:grpSpPr>
            <a:xfrm>
              <a:off x="6359232" y="274745"/>
              <a:ext cx="549146" cy="617125"/>
              <a:chOff x="10939382" y="1251557"/>
              <a:chExt cx="549146" cy="617125"/>
            </a:xfrm>
          </p:grpSpPr>
          <p:sp>
            <p:nvSpPr>
              <p:cNvPr id="2027" name="Google Shape;2027;p49"/>
              <p:cNvSpPr/>
              <p:nvPr/>
            </p:nvSpPr>
            <p:spPr>
              <a:xfrm>
                <a:off x="11027368" y="1655965"/>
                <a:ext cx="245788" cy="109829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538" extrusionOk="0">
                    <a:moveTo>
                      <a:pt x="292" y="1"/>
                    </a:moveTo>
                    <a:cubicBezTo>
                      <a:pt x="207" y="1"/>
                      <a:pt x="126" y="35"/>
                      <a:pt x="74" y="113"/>
                    </a:cubicBezTo>
                    <a:cubicBezTo>
                      <a:pt x="1" y="225"/>
                      <a:pt x="27" y="388"/>
                      <a:pt x="126" y="476"/>
                    </a:cubicBezTo>
                    <a:cubicBezTo>
                      <a:pt x="176" y="521"/>
                      <a:pt x="244" y="537"/>
                      <a:pt x="319" y="537"/>
                    </a:cubicBezTo>
                    <a:cubicBezTo>
                      <a:pt x="496" y="537"/>
                      <a:pt x="714" y="446"/>
                      <a:pt x="845" y="418"/>
                    </a:cubicBezTo>
                    <a:cubicBezTo>
                      <a:pt x="864" y="413"/>
                      <a:pt x="889" y="412"/>
                      <a:pt x="918" y="412"/>
                    </a:cubicBezTo>
                    <a:cubicBezTo>
                      <a:pt x="1013" y="412"/>
                      <a:pt x="1142" y="432"/>
                      <a:pt x="1204" y="456"/>
                    </a:cubicBezTo>
                    <a:lnTo>
                      <a:pt x="1079" y="353"/>
                    </a:lnTo>
                    <a:cubicBezTo>
                      <a:pt x="828" y="289"/>
                      <a:pt x="643" y="100"/>
                      <a:pt x="402" y="19"/>
                    </a:cubicBezTo>
                    <a:cubicBezTo>
                      <a:pt x="366" y="7"/>
                      <a:pt x="328" y="1"/>
                      <a:pt x="2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49"/>
              <p:cNvSpPr/>
              <p:nvPr/>
            </p:nvSpPr>
            <p:spPr>
              <a:xfrm>
                <a:off x="10939382" y="1489588"/>
                <a:ext cx="290087" cy="153107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50" extrusionOk="0">
                    <a:moveTo>
                      <a:pt x="340" y="0"/>
                    </a:moveTo>
                    <a:cubicBezTo>
                      <a:pt x="258" y="0"/>
                      <a:pt x="178" y="30"/>
                      <a:pt x="115" y="98"/>
                    </a:cubicBezTo>
                    <a:cubicBezTo>
                      <a:pt x="1" y="219"/>
                      <a:pt x="1" y="421"/>
                      <a:pt x="103" y="550"/>
                    </a:cubicBezTo>
                    <a:cubicBezTo>
                      <a:pt x="181" y="648"/>
                      <a:pt x="320" y="676"/>
                      <a:pt x="471" y="676"/>
                    </a:cubicBezTo>
                    <a:cubicBezTo>
                      <a:pt x="656" y="676"/>
                      <a:pt x="860" y="634"/>
                      <a:pt x="991" y="629"/>
                    </a:cubicBezTo>
                    <a:cubicBezTo>
                      <a:pt x="995" y="628"/>
                      <a:pt x="999" y="628"/>
                      <a:pt x="1004" y="628"/>
                    </a:cubicBezTo>
                    <a:cubicBezTo>
                      <a:pt x="1116" y="628"/>
                      <a:pt x="1331" y="696"/>
                      <a:pt x="1420" y="749"/>
                    </a:cubicBezTo>
                    <a:lnTo>
                      <a:pt x="1416" y="718"/>
                    </a:lnTo>
                    <a:cubicBezTo>
                      <a:pt x="1122" y="588"/>
                      <a:pt x="810" y="201"/>
                      <a:pt x="533" y="52"/>
                    </a:cubicBezTo>
                    <a:cubicBezTo>
                      <a:pt x="472" y="19"/>
                      <a:pt x="405" y="0"/>
                      <a:pt x="3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49"/>
              <p:cNvSpPr/>
              <p:nvPr/>
            </p:nvSpPr>
            <p:spPr>
              <a:xfrm>
                <a:off x="11163123" y="1279321"/>
                <a:ext cx="163314" cy="310297"/>
              </a:xfrm>
              <a:custGeom>
                <a:avLst/>
                <a:gdLst/>
                <a:ahLst/>
                <a:cxnLst/>
                <a:rect l="l" t="t" r="r" b="b"/>
                <a:pathLst>
                  <a:path w="800" h="1520" extrusionOk="0">
                    <a:moveTo>
                      <a:pt x="350" y="1"/>
                    </a:moveTo>
                    <a:cubicBezTo>
                      <a:pt x="278" y="1"/>
                      <a:pt x="207" y="21"/>
                      <a:pt x="150" y="65"/>
                    </a:cubicBezTo>
                    <a:cubicBezTo>
                      <a:pt x="17" y="164"/>
                      <a:pt x="1" y="331"/>
                      <a:pt x="60" y="476"/>
                    </a:cubicBezTo>
                    <a:cubicBezTo>
                      <a:pt x="178" y="767"/>
                      <a:pt x="426" y="979"/>
                      <a:pt x="523" y="1284"/>
                    </a:cubicBezTo>
                    <a:lnTo>
                      <a:pt x="624" y="1516"/>
                    </a:lnTo>
                    <a:lnTo>
                      <a:pt x="624" y="1516"/>
                    </a:lnTo>
                    <a:cubicBezTo>
                      <a:pt x="580" y="1413"/>
                      <a:pt x="569" y="1097"/>
                      <a:pt x="585" y="991"/>
                    </a:cubicBezTo>
                    <a:cubicBezTo>
                      <a:pt x="619" y="756"/>
                      <a:pt x="800" y="296"/>
                      <a:pt x="602" y="100"/>
                    </a:cubicBezTo>
                    <a:cubicBezTo>
                      <a:pt x="536" y="35"/>
                      <a:pt x="442" y="1"/>
                      <a:pt x="350" y="1"/>
                    </a:cubicBezTo>
                    <a:close/>
                    <a:moveTo>
                      <a:pt x="624" y="1516"/>
                    </a:moveTo>
                    <a:lnTo>
                      <a:pt x="624" y="1516"/>
                    </a:lnTo>
                    <a:cubicBezTo>
                      <a:pt x="624" y="1517"/>
                      <a:pt x="625" y="1519"/>
                      <a:pt x="625" y="1520"/>
                    </a:cubicBezTo>
                    <a:lnTo>
                      <a:pt x="624" y="151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49"/>
              <p:cNvSpPr/>
              <p:nvPr/>
            </p:nvSpPr>
            <p:spPr>
              <a:xfrm>
                <a:off x="11321539" y="1388538"/>
                <a:ext cx="130039" cy="243542"/>
              </a:xfrm>
              <a:custGeom>
                <a:avLst/>
                <a:gdLst/>
                <a:ahLst/>
                <a:cxnLst/>
                <a:rect l="l" t="t" r="r" b="b"/>
                <a:pathLst>
                  <a:path w="637" h="1193" extrusionOk="0">
                    <a:moveTo>
                      <a:pt x="272" y="1"/>
                    </a:moveTo>
                    <a:cubicBezTo>
                      <a:pt x="234" y="1"/>
                      <a:pt x="197" y="8"/>
                      <a:pt x="163" y="25"/>
                    </a:cubicBezTo>
                    <a:cubicBezTo>
                      <a:pt x="40" y="81"/>
                      <a:pt x="0" y="211"/>
                      <a:pt x="22" y="335"/>
                    </a:cubicBezTo>
                    <a:cubicBezTo>
                      <a:pt x="66" y="585"/>
                      <a:pt x="225" y="796"/>
                      <a:pt x="251" y="1054"/>
                    </a:cubicBezTo>
                    <a:lnTo>
                      <a:pt x="334" y="1192"/>
                    </a:lnTo>
                    <a:cubicBezTo>
                      <a:pt x="316" y="1107"/>
                      <a:pt x="319" y="913"/>
                      <a:pt x="349" y="831"/>
                    </a:cubicBezTo>
                    <a:cubicBezTo>
                      <a:pt x="418" y="652"/>
                      <a:pt x="637" y="318"/>
                      <a:pt x="513" y="129"/>
                    </a:cubicBezTo>
                    <a:cubicBezTo>
                      <a:pt x="462" y="50"/>
                      <a:pt x="366" y="1"/>
                      <a:pt x="2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49"/>
              <p:cNvSpPr/>
              <p:nvPr/>
            </p:nvSpPr>
            <p:spPr>
              <a:xfrm>
                <a:off x="10943873" y="1265031"/>
                <a:ext cx="262936" cy="276817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1356" extrusionOk="0">
                    <a:moveTo>
                      <a:pt x="122" y="0"/>
                    </a:moveTo>
                    <a:cubicBezTo>
                      <a:pt x="32" y="76"/>
                      <a:pt x="1" y="208"/>
                      <a:pt x="14" y="322"/>
                    </a:cubicBezTo>
                    <a:cubicBezTo>
                      <a:pt x="29" y="454"/>
                      <a:pt x="107" y="567"/>
                      <a:pt x="199" y="659"/>
                    </a:cubicBezTo>
                    <a:cubicBezTo>
                      <a:pt x="320" y="786"/>
                      <a:pt x="466" y="885"/>
                      <a:pt x="627" y="952"/>
                    </a:cubicBezTo>
                    <a:cubicBezTo>
                      <a:pt x="761" y="1007"/>
                      <a:pt x="908" y="1040"/>
                      <a:pt x="1025" y="1122"/>
                    </a:cubicBezTo>
                    <a:cubicBezTo>
                      <a:pt x="1099" y="1172"/>
                      <a:pt x="1169" y="1225"/>
                      <a:pt x="1230" y="1288"/>
                    </a:cubicBezTo>
                    <a:lnTo>
                      <a:pt x="1230" y="1288"/>
                    </a:lnTo>
                    <a:lnTo>
                      <a:pt x="122" y="0"/>
                    </a:lnTo>
                    <a:close/>
                    <a:moveTo>
                      <a:pt x="1230" y="1288"/>
                    </a:moveTo>
                    <a:lnTo>
                      <a:pt x="1288" y="1356"/>
                    </a:lnTo>
                    <a:cubicBezTo>
                      <a:pt x="1270" y="1332"/>
                      <a:pt x="1250" y="1310"/>
                      <a:pt x="1230" y="12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49"/>
              <p:cNvSpPr/>
              <p:nvPr/>
            </p:nvSpPr>
            <p:spPr>
              <a:xfrm>
                <a:off x="10966533" y="1251557"/>
                <a:ext cx="238439" cy="292128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431" extrusionOk="0">
                    <a:moveTo>
                      <a:pt x="220" y="1"/>
                    </a:moveTo>
                    <a:cubicBezTo>
                      <a:pt x="140" y="1"/>
                      <a:pt x="60" y="23"/>
                      <a:pt x="0" y="74"/>
                    </a:cubicBezTo>
                    <a:lnTo>
                      <a:pt x="1115" y="1370"/>
                    </a:lnTo>
                    <a:lnTo>
                      <a:pt x="1115" y="1370"/>
                    </a:lnTo>
                    <a:cubicBezTo>
                      <a:pt x="1059" y="1298"/>
                      <a:pt x="1014" y="1219"/>
                      <a:pt x="974" y="1136"/>
                    </a:cubicBezTo>
                    <a:cubicBezTo>
                      <a:pt x="911" y="1006"/>
                      <a:pt x="901" y="857"/>
                      <a:pt x="865" y="717"/>
                    </a:cubicBezTo>
                    <a:cubicBezTo>
                      <a:pt x="823" y="547"/>
                      <a:pt x="747" y="388"/>
                      <a:pt x="642" y="250"/>
                    </a:cubicBezTo>
                    <a:cubicBezTo>
                      <a:pt x="562" y="145"/>
                      <a:pt x="463" y="51"/>
                      <a:pt x="336" y="16"/>
                    </a:cubicBezTo>
                    <a:cubicBezTo>
                      <a:pt x="299" y="6"/>
                      <a:pt x="259" y="1"/>
                      <a:pt x="220" y="1"/>
                    </a:cubicBezTo>
                    <a:close/>
                    <a:moveTo>
                      <a:pt x="1115" y="1370"/>
                    </a:moveTo>
                    <a:cubicBezTo>
                      <a:pt x="1132" y="1391"/>
                      <a:pt x="1149" y="1411"/>
                      <a:pt x="1168" y="1431"/>
                    </a:cubicBezTo>
                    <a:lnTo>
                      <a:pt x="1115" y="13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33" name="Google Shape;2033;p49"/>
              <p:cNvGrpSpPr/>
              <p:nvPr/>
            </p:nvGrpSpPr>
            <p:grpSpPr>
              <a:xfrm>
                <a:off x="10988989" y="1301777"/>
                <a:ext cx="499539" cy="566906"/>
                <a:chOff x="5527659" y="1842605"/>
                <a:chExt cx="104389" cy="118467"/>
              </a:xfrm>
            </p:grpSpPr>
            <p:sp>
              <p:nvSpPr>
                <p:cNvPr id="2034" name="Google Shape;2034;p49"/>
                <p:cNvSpPr/>
                <p:nvPr/>
              </p:nvSpPr>
              <p:spPr>
                <a:xfrm>
                  <a:off x="5530389" y="1842605"/>
                  <a:ext cx="101659" cy="11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2777" extrusionOk="0">
                      <a:moveTo>
                        <a:pt x="52" y="0"/>
                      </a:moveTo>
                      <a:cubicBezTo>
                        <a:pt x="25" y="0"/>
                        <a:pt x="1" y="38"/>
                        <a:pt x="25" y="66"/>
                      </a:cubicBezTo>
                      <a:cubicBezTo>
                        <a:pt x="154" y="217"/>
                        <a:pt x="284" y="369"/>
                        <a:pt x="412" y="521"/>
                      </a:cubicBezTo>
                      <a:cubicBezTo>
                        <a:pt x="570" y="708"/>
                        <a:pt x="727" y="894"/>
                        <a:pt x="884" y="1080"/>
                      </a:cubicBezTo>
                      <a:lnTo>
                        <a:pt x="1385" y="1677"/>
                      </a:lnTo>
                      <a:cubicBezTo>
                        <a:pt x="1544" y="1866"/>
                        <a:pt x="1704" y="2056"/>
                        <a:pt x="1863" y="2244"/>
                      </a:cubicBezTo>
                      <a:cubicBezTo>
                        <a:pt x="1996" y="2402"/>
                        <a:pt x="2130" y="2558"/>
                        <a:pt x="2264" y="2716"/>
                      </a:cubicBezTo>
                      <a:lnTo>
                        <a:pt x="2305" y="2764"/>
                      </a:lnTo>
                      <a:cubicBezTo>
                        <a:pt x="2312" y="2773"/>
                        <a:pt x="2321" y="2777"/>
                        <a:pt x="2330" y="2777"/>
                      </a:cubicBezTo>
                      <a:cubicBezTo>
                        <a:pt x="2358" y="2777"/>
                        <a:pt x="2382" y="2739"/>
                        <a:pt x="2358" y="2710"/>
                      </a:cubicBezTo>
                      <a:cubicBezTo>
                        <a:pt x="2229" y="2560"/>
                        <a:pt x="2099" y="2408"/>
                        <a:pt x="1971" y="2255"/>
                      </a:cubicBezTo>
                      <a:cubicBezTo>
                        <a:pt x="1813" y="2069"/>
                        <a:pt x="1656" y="1883"/>
                        <a:pt x="1499" y="1696"/>
                      </a:cubicBezTo>
                      <a:lnTo>
                        <a:pt x="998" y="1100"/>
                      </a:lnTo>
                      <a:cubicBezTo>
                        <a:pt x="839" y="910"/>
                        <a:pt x="679" y="721"/>
                        <a:pt x="520" y="532"/>
                      </a:cubicBezTo>
                      <a:cubicBezTo>
                        <a:pt x="387" y="375"/>
                        <a:pt x="253" y="217"/>
                        <a:pt x="119" y="60"/>
                      </a:cubicBezTo>
                      <a:lnTo>
                        <a:pt x="77" y="13"/>
                      </a:lnTo>
                      <a:cubicBezTo>
                        <a:pt x="69" y="4"/>
                        <a:pt x="61" y="0"/>
                        <a:pt x="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49"/>
                <p:cNvSpPr/>
                <p:nvPr/>
              </p:nvSpPr>
              <p:spPr>
                <a:xfrm>
                  <a:off x="5560251" y="1928736"/>
                  <a:ext cx="64374" cy="24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" h="567" extrusionOk="0">
                      <a:moveTo>
                        <a:pt x="45" y="1"/>
                      </a:moveTo>
                      <a:cubicBezTo>
                        <a:pt x="0" y="1"/>
                        <a:pt x="1" y="72"/>
                        <a:pt x="48" y="75"/>
                      </a:cubicBezTo>
                      <a:cubicBezTo>
                        <a:pt x="436" y="105"/>
                        <a:pt x="811" y="213"/>
                        <a:pt x="1156" y="393"/>
                      </a:cubicBezTo>
                      <a:cubicBezTo>
                        <a:pt x="1253" y="444"/>
                        <a:pt x="1347" y="499"/>
                        <a:pt x="1436" y="560"/>
                      </a:cubicBezTo>
                      <a:cubicBezTo>
                        <a:pt x="1443" y="565"/>
                        <a:pt x="1450" y="567"/>
                        <a:pt x="1456" y="567"/>
                      </a:cubicBezTo>
                      <a:cubicBezTo>
                        <a:pt x="1487" y="567"/>
                        <a:pt x="1508" y="518"/>
                        <a:pt x="1473" y="496"/>
                      </a:cubicBezTo>
                      <a:lnTo>
                        <a:pt x="1473" y="496"/>
                      </a:lnTo>
                      <a:lnTo>
                        <a:pt x="1475" y="497"/>
                      </a:lnTo>
                      <a:cubicBezTo>
                        <a:pt x="1145" y="274"/>
                        <a:pt x="774" y="120"/>
                        <a:pt x="383" y="46"/>
                      </a:cubicBezTo>
                      <a:cubicBezTo>
                        <a:pt x="273" y="25"/>
                        <a:pt x="161" y="10"/>
                        <a:pt x="48" y="1"/>
                      </a:cubicBezTo>
                      <a:cubicBezTo>
                        <a:pt x="47" y="1"/>
                        <a:pt x="46" y="1"/>
                        <a:pt x="4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6" name="Google Shape;2036;p49"/>
                <p:cNvSpPr/>
                <p:nvPr/>
              </p:nvSpPr>
              <p:spPr>
                <a:xfrm>
                  <a:off x="5527659" y="1892560"/>
                  <a:ext cx="77854" cy="3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5" h="866" extrusionOk="0">
                      <a:moveTo>
                        <a:pt x="56" y="1"/>
                      </a:moveTo>
                      <a:cubicBezTo>
                        <a:pt x="15" y="1"/>
                        <a:pt x="1" y="65"/>
                        <a:pt x="44" y="75"/>
                      </a:cubicBezTo>
                      <a:cubicBezTo>
                        <a:pt x="277" y="126"/>
                        <a:pt x="502" y="209"/>
                        <a:pt x="719" y="300"/>
                      </a:cubicBezTo>
                      <a:cubicBezTo>
                        <a:pt x="968" y="400"/>
                        <a:pt x="1210" y="518"/>
                        <a:pt x="1441" y="652"/>
                      </a:cubicBezTo>
                      <a:cubicBezTo>
                        <a:pt x="1547" y="712"/>
                        <a:pt x="1647" y="780"/>
                        <a:pt x="1741" y="856"/>
                      </a:cubicBezTo>
                      <a:cubicBezTo>
                        <a:pt x="1749" y="863"/>
                        <a:pt x="1757" y="865"/>
                        <a:pt x="1765" y="865"/>
                      </a:cubicBezTo>
                      <a:cubicBezTo>
                        <a:pt x="1797" y="865"/>
                        <a:pt x="1824" y="827"/>
                        <a:pt x="1795" y="803"/>
                      </a:cubicBezTo>
                      <a:cubicBezTo>
                        <a:pt x="1610" y="649"/>
                        <a:pt x="1393" y="533"/>
                        <a:pt x="1179" y="425"/>
                      </a:cubicBezTo>
                      <a:cubicBezTo>
                        <a:pt x="934" y="303"/>
                        <a:pt x="682" y="197"/>
                        <a:pt x="423" y="106"/>
                      </a:cubicBezTo>
                      <a:cubicBezTo>
                        <a:pt x="306" y="64"/>
                        <a:pt x="186" y="30"/>
                        <a:pt x="65" y="2"/>
                      </a:cubicBezTo>
                      <a:cubicBezTo>
                        <a:pt x="62" y="1"/>
                        <a:pt x="59" y="1"/>
                        <a:pt x="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7" name="Google Shape;2037;p49"/>
                <p:cNvSpPr/>
                <p:nvPr/>
              </p:nvSpPr>
              <p:spPr>
                <a:xfrm>
                  <a:off x="5606239" y="1884711"/>
                  <a:ext cx="16979" cy="65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" h="1541" extrusionOk="0">
                      <a:moveTo>
                        <a:pt x="79" y="1"/>
                      </a:moveTo>
                      <a:cubicBezTo>
                        <a:pt x="60" y="1"/>
                        <a:pt x="41" y="13"/>
                        <a:pt x="39" y="37"/>
                      </a:cubicBezTo>
                      <a:cubicBezTo>
                        <a:pt x="0" y="548"/>
                        <a:pt x="96" y="1060"/>
                        <a:pt x="318" y="1520"/>
                      </a:cubicBezTo>
                      <a:cubicBezTo>
                        <a:pt x="324" y="1535"/>
                        <a:pt x="335" y="1540"/>
                        <a:pt x="347" y="1540"/>
                      </a:cubicBezTo>
                      <a:cubicBezTo>
                        <a:pt x="372" y="1540"/>
                        <a:pt x="398" y="1513"/>
                        <a:pt x="384" y="1483"/>
                      </a:cubicBezTo>
                      <a:cubicBezTo>
                        <a:pt x="167" y="1033"/>
                        <a:pt x="75" y="535"/>
                        <a:pt x="114" y="37"/>
                      </a:cubicBezTo>
                      <a:cubicBezTo>
                        <a:pt x="115" y="13"/>
                        <a:pt x="97" y="1"/>
                        <a:pt x="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8" name="Google Shape;2038;p49"/>
                <p:cNvSpPr/>
                <p:nvPr/>
              </p:nvSpPr>
              <p:spPr>
                <a:xfrm>
                  <a:off x="5579662" y="1852630"/>
                  <a:ext cx="23463" cy="75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0" h="1762" extrusionOk="0">
                      <a:moveTo>
                        <a:pt x="37" y="0"/>
                      </a:moveTo>
                      <a:cubicBezTo>
                        <a:pt x="19" y="0"/>
                        <a:pt x="1" y="13"/>
                        <a:pt x="3" y="37"/>
                      </a:cubicBezTo>
                      <a:cubicBezTo>
                        <a:pt x="19" y="262"/>
                        <a:pt x="52" y="488"/>
                        <a:pt x="103" y="708"/>
                      </a:cubicBezTo>
                      <a:cubicBezTo>
                        <a:pt x="154" y="950"/>
                        <a:pt x="224" y="1188"/>
                        <a:pt x="313" y="1421"/>
                      </a:cubicBezTo>
                      <a:cubicBezTo>
                        <a:pt x="355" y="1533"/>
                        <a:pt x="406" y="1640"/>
                        <a:pt x="467" y="1745"/>
                      </a:cubicBezTo>
                      <a:cubicBezTo>
                        <a:pt x="474" y="1757"/>
                        <a:pt x="486" y="1762"/>
                        <a:pt x="497" y="1762"/>
                      </a:cubicBezTo>
                      <a:cubicBezTo>
                        <a:pt x="524" y="1762"/>
                        <a:pt x="550" y="1735"/>
                        <a:pt x="532" y="1707"/>
                      </a:cubicBezTo>
                      <a:lnTo>
                        <a:pt x="531" y="1706"/>
                      </a:lnTo>
                      <a:cubicBezTo>
                        <a:pt x="417" y="1519"/>
                        <a:pt x="344" y="1308"/>
                        <a:pt x="282" y="1099"/>
                      </a:cubicBezTo>
                      <a:cubicBezTo>
                        <a:pt x="210" y="863"/>
                        <a:pt x="157" y="625"/>
                        <a:pt x="118" y="382"/>
                      </a:cubicBezTo>
                      <a:cubicBezTo>
                        <a:pt x="98" y="268"/>
                        <a:pt x="85" y="152"/>
                        <a:pt x="77" y="37"/>
                      </a:cubicBezTo>
                      <a:cubicBezTo>
                        <a:pt x="76" y="13"/>
                        <a:pt x="56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9" name="Google Shape;2039;p49"/>
            <p:cNvGrpSpPr/>
            <p:nvPr/>
          </p:nvGrpSpPr>
          <p:grpSpPr>
            <a:xfrm>
              <a:off x="2186876" y="741432"/>
              <a:ext cx="456669" cy="447278"/>
              <a:chOff x="8659101" y="1839082"/>
              <a:chExt cx="456669" cy="447278"/>
            </a:xfrm>
          </p:grpSpPr>
          <p:grpSp>
            <p:nvGrpSpPr>
              <p:cNvPr id="2040" name="Google Shape;2040;p49"/>
              <p:cNvGrpSpPr/>
              <p:nvPr/>
            </p:nvGrpSpPr>
            <p:grpSpPr>
              <a:xfrm>
                <a:off x="8705645" y="1839082"/>
                <a:ext cx="410124" cy="384606"/>
                <a:chOff x="5050507" y="1954886"/>
                <a:chExt cx="85704" cy="80371"/>
              </a:xfrm>
            </p:grpSpPr>
            <p:sp>
              <p:nvSpPr>
                <p:cNvPr id="2041" name="Google Shape;2041;p49"/>
                <p:cNvSpPr/>
                <p:nvPr/>
              </p:nvSpPr>
              <p:spPr>
                <a:xfrm>
                  <a:off x="5050507" y="1973529"/>
                  <a:ext cx="21330" cy="39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" h="920" extrusionOk="0">
                      <a:moveTo>
                        <a:pt x="286" y="0"/>
                      </a:moveTo>
                      <a:cubicBezTo>
                        <a:pt x="218" y="0"/>
                        <a:pt x="149" y="32"/>
                        <a:pt x="108" y="86"/>
                      </a:cubicBezTo>
                      <a:cubicBezTo>
                        <a:pt x="0" y="224"/>
                        <a:pt x="151" y="496"/>
                        <a:pt x="193" y="639"/>
                      </a:cubicBezTo>
                      <a:cubicBezTo>
                        <a:pt x="211" y="703"/>
                        <a:pt x="202" y="854"/>
                        <a:pt x="182" y="919"/>
                      </a:cubicBezTo>
                      <a:lnTo>
                        <a:pt x="255" y="816"/>
                      </a:lnTo>
                      <a:cubicBezTo>
                        <a:pt x="291" y="618"/>
                        <a:pt x="427" y="466"/>
                        <a:pt x="476" y="275"/>
                      </a:cubicBezTo>
                      <a:cubicBezTo>
                        <a:pt x="500" y="180"/>
                        <a:pt x="477" y="78"/>
                        <a:pt x="386" y="26"/>
                      </a:cubicBezTo>
                      <a:cubicBezTo>
                        <a:pt x="355" y="8"/>
                        <a:pt x="321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49"/>
                <p:cNvSpPr/>
                <p:nvPr/>
              </p:nvSpPr>
              <p:spPr>
                <a:xfrm>
                  <a:off x="5071666" y="1957403"/>
                  <a:ext cx="26407" cy="4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102" extrusionOk="0">
                      <a:moveTo>
                        <a:pt x="348" y="0"/>
                      </a:moveTo>
                      <a:cubicBezTo>
                        <a:pt x="279" y="0"/>
                        <a:pt x="211" y="25"/>
                        <a:pt x="160" y="71"/>
                      </a:cubicBezTo>
                      <a:cubicBezTo>
                        <a:pt x="1" y="218"/>
                        <a:pt x="128" y="580"/>
                        <a:pt x="148" y="762"/>
                      </a:cubicBezTo>
                      <a:cubicBezTo>
                        <a:pt x="157" y="845"/>
                        <a:pt x="116" y="1027"/>
                        <a:pt x="78" y="1102"/>
                      </a:cubicBezTo>
                      <a:lnTo>
                        <a:pt x="101" y="1097"/>
                      </a:lnTo>
                      <a:cubicBezTo>
                        <a:pt x="186" y="862"/>
                        <a:pt x="471" y="601"/>
                        <a:pt x="569" y="377"/>
                      </a:cubicBezTo>
                      <a:cubicBezTo>
                        <a:pt x="618" y="267"/>
                        <a:pt x="611" y="139"/>
                        <a:pt x="511" y="57"/>
                      </a:cubicBezTo>
                      <a:cubicBezTo>
                        <a:pt x="465" y="19"/>
                        <a:pt x="406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49"/>
                <p:cNvSpPr/>
                <p:nvPr/>
              </p:nvSpPr>
              <p:spPr>
                <a:xfrm>
                  <a:off x="5084208" y="1991190"/>
                  <a:ext cx="50637" cy="22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530" extrusionOk="0">
                      <a:moveTo>
                        <a:pt x="920" y="1"/>
                      </a:moveTo>
                      <a:cubicBezTo>
                        <a:pt x="872" y="1"/>
                        <a:pt x="823" y="13"/>
                        <a:pt x="778" y="35"/>
                      </a:cubicBezTo>
                      <a:cubicBezTo>
                        <a:pt x="558" y="141"/>
                        <a:pt x="408" y="344"/>
                        <a:pt x="177" y="437"/>
                      </a:cubicBezTo>
                      <a:lnTo>
                        <a:pt x="5" y="527"/>
                      </a:lnTo>
                      <a:lnTo>
                        <a:pt x="5" y="527"/>
                      </a:lnTo>
                      <a:cubicBezTo>
                        <a:pt x="74" y="492"/>
                        <a:pt x="272" y="468"/>
                        <a:pt x="374" y="468"/>
                      </a:cubicBezTo>
                      <a:cubicBezTo>
                        <a:pt x="387" y="468"/>
                        <a:pt x="398" y="469"/>
                        <a:pt x="408" y="469"/>
                      </a:cubicBezTo>
                      <a:cubicBezTo>
                        <a:pt x="516" y="477"/>
                        <a:pt x="689" y="521"/>
                        <a:pt x="841" y="521"/>
                      </a:cubicBezTo>
                      <a:cubicBezTo>
                        <a:pt x="946" y="521"/>
                        <a:pt x="1040" y="500"/>
                        <a:pt x="1098" y="434"/>
                      </a:cubicBezTo>
                      <a:cubicBezTo>
                        <a:pt x="1180" y="337"/>
                        <a:pt x="1186" y="179"/>
                        <a:pt x="1101" y="82"/>
                      </a:cubicBezTo>
                      <a:cubicBezTo>
                        <a:pt x="1052" y="25"/>
                        <a:pt x="987" y="1"/>
                        <a:pt x="920" y="1"/>
                      </a:cubicBezTo>
                      <a:close/>
                      <a:moveTo>
                        <a:pt x="5" y="527"/>
                      </a:moveTo>
                      <a:lnTo>
                        <a:pt x="5" y="527"/>
                      </a:lnTo>
                      <a:cubicBezTo>
                        <a:pt x="3" y="528"/>
                        <a:pt x="2" y="528"/>
                        <a:pt x="1" y="529"/>
                      </a:cubicBezTo>
                      <a:lnTo>
                        <a:pt x="5" y="52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49"/>
                <p:cNvSpPr/>
                <p:nvPr/>
              </p:nvSpPr>
              <p:spPr>
                <a:xfrm>
                  <a:off x="5078492" y="2017554"/>
                  <a:ext cx="40356" cy="17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" h="415" extrusionOk="0">
                      <a:moveTo>
                        <a:pt x="715" y="1"/>
                      </a:moveTo>
                      <a:cubicBezTo>
                        <a:pt x="693" y="1"/>
                        <a:pt x="670" y="4"/>
                        <a:pt x="648" y="9"/>
                      </a:cubicBezTo>
                      <a:cubicBezTo>
                        <a:pt x="455" y="56"/>
                        <a:pt x="302" y="191"/>
                        <a:pt x="103" y="224"/>
                      </a:cubicBezTo>
                      <a:lnTo>
                        <a:pt x="0" y="297"/>
                      </a:lnTo>
                      <a:cubicBezTo>
                        <a:pt x="39" y="286"/>
                        <a:pt x="108" y="278"/>
                        <a:pt x="171" y="278"/>
                      </a:cubicBezTo>
                      <a:cubicBezTo>
                        <a:pt x="214" y="278"/>
                        <a:pt x="255" y="282"/>
                        <a:pt x="281" y="290"/>
                      </a:cubicBezTo>
                      <a:cubicBezTo>
                        <a:pt x="387" y="321"/>
                        <a:pt x="566" y="415"/>
                        <a:pt x="707" y="415"/>
                      </a:cubicBezTo>
                      <a:cubicBezTo>
                        <a:pt x="754" y="415"/>
                        <a:pt x="797" y="404"/>
                        <a:pt x="832" y="378"/>
                      </a:cubicBezTo>
                      <a:cubicBezTo>
                        <a:pt x="914" y="317"/>
                        <a:pt x="946" y="191"/>
                        <a:pt x="895" y="100"/>
                      </a:cubicBezTo>
                      <a:cubicBezTo>
                        <a:pt x="856" y="31"/>
                        <a:pt x="788" y="1"/>
                        <a:pt x="71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49"/>
                <p:cNvSpPr/>
                <p:nvPr/>
              </p:nvSpPr>
              <p:spPr>
                <a:xfrm>
                  <a:off x="5091034" y="1954886"/>
                  <a:ext cx="42063" cy="44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" h="1050" extrusionOk="0">
                      <a:moveTo>
                        <a:pt x="793" y="1"/>
                      </a:moveTo>
                      <a:cubicBezTo>
                        <a:pt x="771" y="1"/>
                        <a:pt x="750" y="3"/>
                        <a:pt x="729" y="7"/>
                      </a:cubicBezTo>
                      <a:cubicBezTo>
                        <a:pt x="631" y="26"/>
                        <a:pt x="547" y="93"/>
                        <a:pt x="479" y="168"/>
                      </a:cubicBezTo>
                      <a:cubicBezTo>
                        <a:pt x="389" y="269"/>
                        <a:pt x="321" y="387"/>
                        <a:pt x="278" y="515"/>
                      </a:cubicBezTo>
                      <a:cubicBezTo>
                        <a:pt x="242" y="623"/>
                        <a:pt x="224" y="736"/>
                        <a:pt x="167" y="833"/>
                      </a:cubicBezTo>
                      <a:cubicBezTo>
                        <a:pt x="130" y="899"/>
                        <a:pt x="86" y="960"/>
                        <a:pt x="34" y="1015"/>
                      </a:cubicBezTo>
                      <a:lnTo>
                        <a:pt x="34" y="1015"/>
                      </a:lnTo>
                      <a:lnTo>
                        <a:pt x="986" y="72"/>
                      </a:lnTo>
                      <a:cubicBezTo>
                        <a:pt x="936" y="23"/>
                        <a:pt x="864" y="1"/>
                        <a:pt x="793" y="1"/>
                      </a:cubicBezTo>
                      <a:close/>
                      <a:moveTo>
                        <a:pt x="34" y="1015"/>
                      </a:moveTo>
                      <a:lnTo>
                        <a:pt x="0" y="1049"/>
                      </a:lnTo>
                      <a:cubicBezTo>
                        <a:pt x="12" y="1038"/>
                        <a:pt x="23" y="1027"/>
                        <a:pt x="34" y="10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49"/>
                <p:cNvSpPr/>
                <p:nvPr/>
              </p:nvSpPr>
              <p:spPr>
                <a:xfrm>
                  <a:off x="5090693" y="1957617"/>
                  <a:ext cx="45518" cy="41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978" extrusionOk="0">
                      <a:moveTo>
                        <a:pt x="986" y="1"/>
                      </a:moveTo>
                      <a:lnTo>
                        <a:pt x="36" y="942"/>
                      </a:lnTo>
                      <a:lnTo>
                        <a:pt x="36" y="942"/>
                      </a:lnTo>
                      <a:cubicBezTo>
                        <a:pt x="90" y="892"/>
                        <a:pt x="151" y="847"/>
                        <a:pt x="217" y="812"/>
                      </a:cubicBezTo>
                      <a:cubicBezTo>
                        <a:pt x="315" y="757"/>
                        <a:pt x="429" y="739"/>
                        <a:pt x="536" y="705"/>
                      </a:cubicBezTo>
                      <a:cubicBezTo>
                        <a:pt x="666" y="664"/>
                        <a:pt x="784" y="596"/>
                        <a:pt x="885" y="506"/>
                      </a:cubicBezTo>
                      <a:cubicBezTo>
                        <a:pt x="961" y="441"/>
                        <a:pt x="1030" y="357"/>
                        <a:pt x="1049" y="257"/>
                      </a:cubicBezTo>
                      <a:cubicBezTo>
                        <a:pt x="1067" y="169"/>
                        <a:pt x="1050" y="66"/>
                        <a:pt x="986" y="1"/>
                      </a:cubicBezTo>
                      <a:close/>
                      <a:moveTo>
                        <a:pt x="36" y="942"/>
                      </a:moveTo>
                      <a:lnTo>
                        <a:pt x="36" y="942"/>
                      </a:lnTo>
                      <a:cubicBezTo>
                        <a:pt x="24" y="954"/>
                        <a:pt x="12" y="966"/>
                        <a:pt x="1" y="978"/>
                      </a:cubicBezTo>
                      <a:lnTo>
                        <a:pt x="36" y="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7" name="Google Shape;2047;p49"/>
              <p:cNvGrpSpPr/>
              <p:nvPr/>
            </p:nvGrpSpPr>
            <p:grpSpPr>
              <a:xfrm>
                <a:off x="8659101" y="1883994"/>
                <a:ext cx="418086" cy="402367"/>
                <a:chOff x="5040780" y="1964272"/>
                <a:chExt cx="87368" cy="84083"/>
              </a:xfrm>
            </p:grpSpPr>
            <p:sp>
              <p:nvSpPr>
                <p:cNvPr id="2048" name="Google Shape;2048;p49"/>
                <p:cNvSpPr/>
                <p:nvPr/>
              </p:nvSpPr>
              <p:spPr>
                <a:xfrm>
                  <a:off x="5040780" y="1964272"/>
                  <a:ext cx="87368" cy="84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71" extrusionOk="0">
                      <a:moveTo>
                        <a:pt x="2004" y="0"/>
                      </a:moveTo>
                      <a:cubicBezTo>
                        <a:pt x="1998" y="0"/>
                        <a:pt x="1991" y="3"/>
                        <a:pt x="1985" y="9"/>
                      </a:cubicBezTo>
                      <a:cubicBezTo>
                        <a:pt x="1740" y="252"/>
                        <a:pt x="1493" y="491"/>
                        <a:pt x="1245" y="731"/>
                      </a:cubicBezTo>
                      <a:cubicBezTo>
                        <a:pt x="963" y="1003"/>
                        <a:pt x="680" y="1278"/>
                        <a:pt x="398" y="1552"/>
                      </a:cubicBezTo>
                      <a:cubicBezTo>
                        <a:pt x="273" y="1675"/>
                        <a:pt x="146" y="1797"/>
                        <a:pt x="21" y="1921"/>
                      </a:cubicBezTo>
                      <a:cubicBezTo>
                        <a:pt x="0" y="1941"/>
                        <a:pt x="20" y="1971"/>
                        <a:pt x="43" y="1971"/>
                      </a:cubicBezTo>
                      <a:cubicBezTo>
                        <a:pt x="50" y="1971"/>
                        <a:pt x="57" y="1968"/>
                        <a:pt x="63" y="1962"/>
                      </a:cubicBezTo>
                      <a:cubicBezTo>
                        <a:pt x="307" y="1719"/>
                        <a:pt x="555" y="1481"/>
                        <a:pt x="802" y="1242"/>
                      </a:cubicBezTo>
                      <a:cubicBezTo>
                        <a:pt x="1084" y="968"/>
                        <a:pt x="1366" y="695"/>
                        <a:pt x="1649" y="420"/>
                      </a:cubicBezTo>
                      <a:cubicBezTo>
                        <a:pt x="1775" y="297"/>
                        <a:pt x="1901" y="174"/>
                        <a:pt x="2027" y="51"/>
                      </a:cubicBezTo>
                      <a:cubicBezTo>
                        <a:pt x="2047" y="30"/>
                        <a:pt x="2027" y="0"/>
                        <a:pt x="20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2049;p49"/>
                <p:cNvSpPr/>
                <p:nvPr/>
              </p:nvSpPr>
              <p:spPr>
                <a:xfrm>
                  <a:off x="5046795" y="1991958"/>
                  <a:ext cx="15784" cy="50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75" extrusionOk="0">
                      <a:moveTo>
                        <a:pt x="340" y="1"/>
                      </a:moveTo>
                      <a:cubicBezTo>
                        <a:pt x="325" y="1"/>
                        <a:pt x="311" y="11"/>
                        <a:pt x="311" y="31"/>
                      </a:cubicBezTo>
                      <a:cubicBezTo>
                        <a:pt x="309" y="331"/>
                        <a:pt x="248" y="627"/>
                        <a:pt x="129" y="902"/>
                      </a:cubicBezTo>
                      <a:cubicBezTo>
                        <a:pt x="93" y="981"/>
                        <a:pt x="54" y="1057"/>
                        <a:pt x="13" y="1131"/>
                      </a:cubicBezTo>
                      <a:cubicBezTo>
                        <a:pt x="0" y="1154"/>
                        <a:pt x="19" y="1175"/>
                        <a:pt x="39" y="1175"/>
                      </a:cubicBezTo>
                      <a:cubicBezTo>
                        <a:pt x="47" y="1175"/>
                        <a:pt x="56" y="1171"/>
                        <a:pt x="62" y="1161"/>
                      </a:cubicBezTo>
                      <a:cubicBezTo>
                        <a:pt x="217" y="894"/>
                        <a:pt x="317" y="598"/>
                        <a:pt x="353" y="292"/>
                      </a:cubicBezTo>
                      <a:cubicBezTo>
                        <a:pt x="363" y="205"/>
                        <a:pt x="369" y="117"/>
                        <a:pt x="369" y="31"/>
                      </a:cubicBezTo>
                      <a:cubicBezTo>
                        <a:pt x="369" y="11"/>
                        <a:pt x="355" y="1"/>
                        <a:pt x="3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49"/>
                <p:cNvSpPr/>
                <p:nvPr/>
              </p:nvSpPr>
              <p:spPr>
                <a:xfrm>
                  <a:off x="5063689" y="1964997"/>
                  <a:ext cx="25255" cy="60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" h="1426" extrusionOk="0">
                      <a:moveTo>
                        <a:pt x="562" y="0"/>
                      </a:moveTo>
                      <a:cubicBezTo>
                        <a:pt x="549" y="0"/>
                        <a:pt x="536" y="9"/>
                        <a:pt x="532" y="22"/>
                      </a:cubicBezTo>
                      <a:cubicBezTo>
                        <a:pt x="505" y="204"/>
                        <a:pt x="452" y="384"/>
                        <a:pt x="395" y="559"/>
                      </a:cubicBezTo>
                      <a:cubicBezTo>
                        <a:pt x="330" y="757"/>
                        <a:pt x="250" y="952"/>
                        <a:pt x="160" y="1140"/>
                      </a:cubicBezTo>
                      <a:cubicBezTo>
                        <a:pt x="118" y="1225"/>
                        <a:pt x="70" y="1307"/>
                        <a:pt x="16" y="1383"/>
                      </a:cubicBezTo>
                      <a:cubicBezTo>
                        <a:pt x="1" y="1405"/>
                        <a:pt x="21" y="1426"/>
                        <a:pt x="42" y="1426"/>
                      </a:cubicBezTo>
                      <a:cubicBezTo>
                        <a:pt x="51" y="1426"/>
                        <a:pt x="60" y="1422"/>
                        <a:pt x="67" y="1413"/>
                      </a:cubicBezTo>
                      <a:lnTo>
                        <a:pt x="66" y="1413"/>
                      </a:lnTo>
                      <a:cubicBezTo>
                        <a:pt x="174" y="1262"/>
                        <a:pt x="252" y="1088"/>
                        <a:pt x="322" y="916"/>
                      </a:cubicBezTo>
                      <a:cubicBezTo>
                        <a:pt x="404" y="723"/>
                        <a:pt x="471" y="523"/>
                        <a:pt x="528" y="320"/>
                      </a:cubicBezTo>
                      <a:cubicBezTo>
                        <a:pt x="553" y="227"/>
                        <a:pt x="574" y="132"/>
                        <a:pt x="589" y="38"/>
                      </a:cubicBezTo>
                      <a:cubicBezTo>
                        <a:pt x="592" y="22"/>
                        <a:pt x="583" y="7"/>
                        <a:pt x="568" y="1"/>
                      </a:cubicBezTo>
                      <a:cubicBezTo>
                        <a:pt x="566" y="0"/>
                        <a:pt x="564" y="0"/>
                        <a:pt x="5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49"/>
                <p:cNvSpPr/>
                <p:nvPr/>
              </p:nvSpPr>
              <p:spPr>
                <a:xfrm>
                  <a:off x="5048459" y="2026086"/>
                  <a:ext cx="51064" cy="1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352" extrusionOk="0">
                      <a:moveTo>
                        <a:pt x="1152" y="0"/>
                      </a:moveTo>
                      <a:cubicBezTo>
                        <a:pt x="758" y="0"/>
                        <a:pt x="371" y="102"/>
                        <a:pt x="27" y="297"/>
                      </a:cubicBezTo>
                      <a:cubicBezTo>
                        <a:pt x="1" y="314"/>
                        <a:pt x="18" y="351"/>
                        <a:pt x="44" y="351"/>
                      </a:cubicBezTo>
                      <a:cubicBezTo>
                        <a:pt x="48" y="351"/>
                        <a:pt x="53" y="350"/>
                        <a:pt x="57" y="348"/>
                      </a:cubicBezTo>
                      <a:cubicBezTo>
                        <a:pt x="318" y="199"/>
                        <a:pt x="606" y="105"/>
                        <a:pt x="904" y="72"/>
                      </a:cubicBezTo>
                      <a:cubicBezTo>
                        <a:pt x="989" y="63"/>
                        <a:pt x="1076" y="59"/>
                        <a:pt x="1161" y="59"/>
                      </a:cubicBezTo>
                      <a:cubicBezTo>
                        <a:pt x="1196" y="56"/>
                        <a:pt x="1196" y="3"/>
                        <a:pt x="1161" y="0"/>
                      </a:cubicBezTo>
                      <a:cubicBezTo>
                        <a:pt x="1158" y="0"/>
                        <a:pt x="1155" y="0"/>
                        <a:pt x="11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49"/>
                <p:cNvSpPr/>
                <p:nvPr/>
              </p:nvSpPr>
              <p:spPr>
                <a:xfrm>
                  <a:off x="5064883" y="2002623"/>
                  <a:ext cx="57804" cy="21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" h="507" extrusionOk="0">
                      <a:moveTo>
                        <a:pt x="1323" y="0"/>
                      </a:moveTo>
                      <a:cubicBezTo>
                        <a:pt x="1321" y="0"/>
                        <a:pt x="1318" y="1"/>
                        <a:pt x="1316" y="2"/>
                      </a:cubicBezTo>
                      <a:cubicBezTo>
                        <a:pt x="1143" y="25"/>
                        <a:pt x="973" y="64"/>
                        <a:pt x="806" y="115"/>
                      </a:cubicBezTo>
                      <a:cubicBezTo>
                        <a:pt x="621" y="167"/>
                        <a:pt x="440" y="234"/>
                        <a:pt x="266" y="315"/>
                      </a:cubicBezTo>
                      <a:cubicBezTo>
                        <a:pt x="182" y="354"/>
                        <a:pt x="102" y="398"/>
                        <a:pt x="26" y="450"/>
                      </a:cubicBezTo>
                      <a:cubicBezTo>
                        <a:pt x="1" y="469"/>
                        <a:pt x="16" y="507"/>
                        <a:pt x="40" y="507"/>
                      </a:cubicBezTo>
                      <a:cubicBezTo>
                        <a:pt x="45" y="507"/>
                        <a:pt x="50" y="505"/>
                        <a:pt x="55" y="501"/>
                      </a:cubicBezTo>
                      <a:cubicBezTo>
                        <a:pt x="196" y="403"/>
                        <a:pt x="357" y="334"/>
                        <a:pt x="516" y="273"/>
                      </a:cubicBezTo>
                      <a:cubicBezTo>
                        <a:pt x="694" y="206"/>
                        <a:pt x="876" y="151"/>
                        <a:pt x="1061" y="107"/>
                      </a:cubicBezTo>
                      <a:cubicBezTo>
                        <a:pt x="1150" y="87"/>
                        <a:pt x="1239" y="70"/>
                        <a:pt x="1330" y="57"/>
                      </a:cubicBezTo>
                      <a:cubicBezTo>
                        <a:pt x="1345" y="52"/>
                        <a:pt x="1354" y="37"/>
                        <a:pt x="1351" y="21"/>
                      </a:cubicBezTo>
                      <a:cubicBezTo>
                        <a:pt x="1348" y="9"/>
                        <a:pt x="1336" y="0"/>
                        <a:pt x="13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53" name="Google Shape;2053;p49"/>
            <p:cNvGrpSpPr/>
            <p:nvPr/>
          </p:nvGrpSpPr>
          <p:grpSpPr>
            <a:xfrm>
              <a:off x="6500447" y="3226135"/>
              <a:ext cx="459935" cy="583034"/>
              <a:chOff x="11069422" y="2796923"/>
              <a:chExt cx="459935" cy="583034"/>
            </a:xfrm>
          </p:grpSpPr>
          <p:grpSp>
            <p:nvGrpSpPr>
              <p:cNvPr id="2054" name="Google Shape;2054;p49"/>
              <p:cNvGrpSpPr/>
              <p:nvPr/>
            </p:nvGrpSpPr>
            <p:grpSpPr>
              <a:xfrm>
                <a:off x="11069422" y="2796923"/>
                <a:ext cx="459935" cy="460139"/>
                <a:chOff x="5544467" y="2155047"/>
                <a:chExt cx="96113" cy="96156"/>
              </a:xfrm>
            </p:grpSpPr>
            <p:sp>
              <p:nvSpPr>
                <p:cNvPr id="2055" name="Google Shape;2055;p49"/>
                <p:cNvSpPr/>
                <p:nvPr/>
              </p:nvSpPr>
              <p:spPr>
                <a:xfrm>
                  <a:off x="5558118" y="2230470"/>
                  <a:ext cx="44068" cy="20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" h="486" extrusionOk="0">
                      <a:moveTo>
                        <a:pt x="248" y="1"/>
                      </a:moveTo>
                      <a:cubicBezTo>
                        <a:pt x="184" y="1"/>
                        <a:pt x="122" y="24"/>
                        <a:pt x="77" y="80"/>
                      </a:cubicBezTo>
                      <a:cubicBezTo>
                        <a:pt x="1" y="172"/>
                        <a:pt x="10" y="315"/>
                        <a:pt x="87" y="402"/>
                      </a:cubicBezTo>
                      <a:cubicBezTo>
                        <a:pt x="139" y="458"/>
                        <a:pt x="219" y="476"/>
                        <a:pt x="309" y="476"/>
                      </a:cubicBezTo>
                      <a:cubicBezTo>
                        <a:pt x="452" y="476"/>
                        <a:pt x="618" y="429"/>
                        <a:pt x="721" y="418"/>
                      </a:cubicBezTo>
                      <a:cubicBezTo>
                        <a:pt x="728" y="417"/>
                        <a:pt x="735" y="417"/>
                        <a:pt x="743" y="417"/>
                      </a:cubicBezTo>
                      <a:cubicBezTo>
                        <a:pt x="826" y="417"/>
                        <a:pt x="970" y="452"/>
                        <a:pt x="1033" y="485"/>
                      </a:cubicBezTo>
                      <a:lnTo>
                        <a:pt x="933" y="382"/>
                      </a:lnTo>
                      <a:cubicBezTo>
                        <a:pt x="720" y="303"/>
                        <a:pt x="575" y="121"/>
                        <a:pt x="372" y="29"/>
                      </a:cubicBezTo>
                      <a:cubicBezTo>
                        <a:pt x="332" y="11"/>
                        <a:pt x="290" y="1"/>
                        <a:pt x="24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49"/>
                <p:cNvSpPr/>
                <p:nvPr/>
              </p:nvSpPr>
              <p:spPr>
                <a:xfrm>
                  <a:off x="5544467" y="2198518"/>
                  <a:ext cx="51747" cy="32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3" h="757" extrusionOk="0">
                      <a:moveTo>
                        <a:pt x="306" y="0"/>
                      </a:moveTo>
                      <a:cubicBezTo>
                        <a:pt x="245" y="0"/>
                        <a:pt x="184" y="20"/>
                        <a:pt x="132" y="67"/>
                      </a:cubicBezTo>
                      <a:cubicBezTo>
                        <a:pt x="20" y="162"/>
                        <a:pt x="0" y="339"/>
                        <a:pt x="78" y="460"/>
                      </a:cubicBezTo>
                      <a:cubicBezTo>
                        <a:pt x="163" y="593"/>
                        <a:pt x="370" y="612"/>
                        <a:pt x="562" y="612"/>
                      </a:cubicBezTo>
                      <a:cubicBezTo>
                        <a:pt x="639" y="612"/>
                        <a:pt x="713" y="609"/>
                        <a:pt x="776" y="609"/>
                      </a:cubicBezTo>
                      <a:cubicBezTo>
                        <a:pt x="802" y="609"/>
                        <a:pt x="826" y="609"/>
                        <a:pt x="847" y="611"/>
                      </a:cubicBezTo>
                      <a:cubicBezTo>
                        <a:pt x="943" y="617"/>
                        <a:pt x="1137" y="700"/>
                        <a:pt x="1213" y="757"/>
                      </a:cubicBezTo>
                      <a:lnTo>
                        <a:pt x="1213" y="730"/>
                      </a:lnTo>
                      <a:cubicBezTo>
                        <a:pt x="968" y="590"/>
                        <a:pt x="731" y="220"/>
                        <a:pt x="501" y="65"/>
                      </a:cubicBezTo>
                      <a:cubicBezTo>
                        <a:pt x="442" y="24"/>
                        <a:pt x="374" y="0"/>
                        <a:pt x="3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49"/>
                <p:cNvSpPr/>
                <p:nvPr/>
              </p:nvSpPr>
              <p:spPr>
                <a:xfrm>
                  <a:off x="5589900" y="2164390"/>
                  <a:ext cx="29990" cy="5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" h="1359" extrusionOk="0">
                      <a:moveTo>
                        <a:pt x="302" y="1"/>
                      </a:moveTo>
                      <a:cubicBezTo>
                        <a:pt x="251" y="1"/>
                        <a:pt x="200" y="13"/>
                        <a:pt x="155" y="40"/>
                      </a:cubicBezTo>
                      <a:cubicBezTo>
                        <a:pt x="30" y="118"/>
                        <a:pt x="0" y="261"/>
                        <a:pt x="37" y="392"/>
                      </a:cubicBezTo>
                      <a:cubicBezTo>
                        <a:pt x="115" y="659"/>
                        <a:pt x="310" y="867"/>
                        <a:pt x="368" y="1144"/>
                      </a:cubicBezTo>
                      <a:lnTo>
                        <a:pt x="435" y="1353"/>
                      </a:lnTo>
                      <a:lnTo>
                        <a:pt x="435" y="1353"/>
                      </a:lnTo>
                      <a:cubicBezTo>
                        <a:pt x="406" y="1256"/>
                        <a:pt x="426" y="981"/>
                        <a:pt x="449" y="892"/>
                      </a:cubicBezTo>
                      <a:cubicBezTo>
                        <a:pt x="501" y="691"/>
                        <a:pt x="702" y="304"/>
                        <a:pt x="546" y="114"/>
                      </a:cubicBezTo>
                      <a:cubicBezTo>
                        <a:pt x="487" y="42"/>
                        <a:pt x="394" y="1"/>
                        <a:pt x="302" y="1"/>
                      </a:cubicBezTo>
                      <a:close/>
                      <a:moveTo>
                        <a:pt x="435" y="1353"/>
                      </a:moveTo>
                      <a:lnTo>
                        <a:pt x="435" y="1353"/>
                      </a:lnTo>
                      <a:cubicBezTo>
                        <a:pt x="436" y="1355"/>
                        <a:pt x="436" y="1357"/>
                        <a:pt x="437" y="1359"/>
                      </a:cubicBezTo>
                      <a:lnTo>
                        <a:pt x="435" y="135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49"/>
                <p:cNvSpPr/>
                <p:nvPr/>
              </p:nvSpPr>
              <p:spPr>
                <a:xfrm>
                  <a:off x="5617117" y="2187170"/>
                  <a:ext cx="23463" cy="44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0" h="1052" extrusionOk="0">
                      <a:moveTo>
                        <a:pt x="232" y="0"/>
                      </a:moveTo>
                      <a:cubicBezTo>
                        <a:pt x="208" y="0"/>
                        <a:pt x="183" y="4"/>
                        <a:pt x="160" y="12"/>
                      </a:cubicBezTo>
                      <a:cubicBezTo>
                        <a:pt x="46" y="51"/>
                        <a:pt x="0" y="160"/>
                        <a:pt x="8" y="271"/>
                      </a:cubicBezTo>
                      <a:cubicBezTo>
                        <a:pt x="23" y="495"/>
                        <a:pt x="142" y="693"/>
                        <a:pt x="140" y="922"/>
                      </a:cubicBezTo>
                      <a:lnTo>
                        <a:pt x="202" y="1051"/>
                      </a:lnTo>
                      <a:cubicBezTo>
                        <a:pt x="193" y="975"/>
                        <a:pt x="215" y="805"/>
                        <a:pt x="249" y="737"/>
                      </a:cubicBezTo>
                      <a:cubicBezTo>
                        <a:pt x="325" y="586"/>
                        <a:pt x="549" y="313"/>
                        <a:pt x="458" y="137"/>
                      </a:cubicBezTo>
                      <a:cubicBezTo>
                        <a:pt x="416" y="55"/>
                        <a:pt x="325" y="0"/>
                        <a:pt x="23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2059;p49"/>
                <p:cNvSpPr/>
                <p:nvPr/>
              </p:nvSpPr>
              <p:spPr>
                <a:xfrm>
                  <a:off x="5550482" y="2156753"/>
                  <a:ext cx="43556" cy="5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" h="1295" extrusionOk="0">
                      <a:moveTo>
                        <a:pt x="126" y="0"/>
                      </a:moveTo>
                      <a:cubicBezTo>
                        <a:pt x="41" y="58"/>
                        <a:pt x="1" y="169"/>
                        <a:pt x="2" y="273"/>
                      </a:cubicBezTo>
                      <a:cubicBezTo>
                        <a:pt x="4" y="388"/>
                        <a:pt x="62" y="494"/>
                        <a:pt x="134" y="585"/>
                      </a:cubicBezTo>
                      <a:cubicBezTo>
                        <a:pt x="228" y="706"/>
                        <a:pt x="347" y="805"/>
                        <a:pt x="481" y="879"/>
                      </a:cubicBezTo>
                      <a:cubicBezTo>
                        <a:pt x="593" y="940"/>
                        <a:pt x="718" y="981"/>
                        <a:pt x="815" y="1065"/>
                      </a:cubicBezTo>
                      <a:cubicBezTo>
                        <a:pt x="882" y="1119"/>
                        <a:pt x="940" y="1182"/>
                        <a:pt x="991" y="1251"/>
                      </a:cubicBezTo>
                      <a:lnTo>
                        <a:pt x="991" y="1251"/>
                      </a:lnTo>
                      <a:lnTo>
                        <a:pt x="126" y="0"/>
                      </a:lnTo>
                      <a:close/>
                      <a:moveTo>
                        <a:pt x="991" y="1251"/>
                      </a:moveTo>
                      <a:lnTo>
                        <a:pt x="1021" y="1295"/>
                      </a:lnTo>
                      <a:cubicBezTo>
                        <a:pt x="1011" y="1280"/>
                        <a:pt x="1001" y="1265"/>
                        <a:pt x="991" y="12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2060;p49"/>
                <p:cNvSpPr/>
                <p:nvPr/>
              </p:nvSpPr>
              <p:spPr>
                <a:xfrm>
                  <a:off x="5555473" y="2155047"/>
                  <a:ext cx="38223" cy="57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1341" extrusionOk="0">
                      <a:moveTo>
                        <a:pt x="160" y="0"/>
                      </a:moveTo>
                      <a:cubicBezTo>
                        <a:pt x="103" y="0"/>
                        <a:pt x="47" y="14"/>
                        <a:pt x="0" y="46"/>
                      </a:cubicBezTo>
                      <a:lnTo>
                        <a:pt x="866" y="1298"/>
                      </a:lnTo>
                      <a:lnTo>
                        <a:pt x="866" y="1298"/>
                      </a:lnTo>
                      <a:cubicBezTo>
                        <a:pt x="818" y="1226"/>
                        <a:pt x="781" y="1147"/>
                        <a:pt x="753" y="1065"/>
                      </a:cubicBezTo>
                      <a:cubicBezTo>
                        <a:pt x="710" y="945"/>
                        <a:pt x="715" y="814"/>
                        <a:pt x="697" y="687"/>
                      </a:cubicBezTo>
                      <a:cubicBezTo>
                        <a:pt x="676" y="535"/>
                        <a:pt x="624" y="389"/>
                        <a:pt x="545" y="259"/>
                      </a:cubicBezTo>
                      <a:cubicBezTo>
                        <a:pt x="485" y="161"/>
                        <a:pt x="406" y="69"/>
                        <a:pt x="299" y="27"/>
                      </a:cubicBezTo>
                      <a:cubicBezTo>
                        <a:pt x="255" y="10"/>
                        <a:pt x="208" y="0"/>
                        <a:pt x="160" y="0"/>
                      </a:cubicBezTo>
                      <a:close/>
                      <a:moveTo>
                        <a:pt x="866" y="1298"/>
                      </a:moveTo>
                      <a:cubicBezTo>
                        <a:pt x="875" y="1312"/>
                        <a:pt x="885" y="1327"/>
                        <a:pt x="895" y="1341"/>
                      </a:cubicBezTo>
                      <a:lnTo>
                        <a:pt x="866" y="129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61" name="Google Shape;2061;p49"/>
              <p:cNvGrpSpPr/>
              <p:nvPr/>
            </p:nvGrpSpPr>
            <p:grpSpPr>
              <a:xfrm>
                <a:off x="11115762" y="2841630"/>
                <a:ext cx="408287" cy="538326"/>
                <a:chOff x="5554151" y="2164390"/>
                <a:chExt cx="85320" cy="112494"/>
              </a:xfrm>
            </p:grpSpPr>
            <p:sp>
              <p:nvSpPr>
                <p:cNvPr id="2062" name="Google Shape;2062;p49"/>
                <p:cNvSpPr/>
                <p:nvPr/>
              </p:nvSpPr>
              <p:spPr>
                <a:xfrm>
                  <a:off x="5561019" y="2164390"/>
                  <a:ext cx="78452" cy="112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9" h="2637" extrusionOk="0">
                      <a:moveTo>
                        <a:pt x="47" y="1"/>
                      </a:moveTo>
                      <a:cubicBezTo>
                        <a:pt x="23" y="1"/>
                        <a:pt x="0" y="24"/>
                        <a:pt x="18" y="49"/>
                      </a:cubicBezTo>
                      <a:cubicBezTo>
                        <a:pt x="116" y="194"/>
                        <a:pt x="216" y="339"/>
                        <a:pt x="316" y="485"/>
                      </a:cubicBezTo>
                      <a:cubicBezTo>
                        <a:pt x="435" y="661"/>
                        <a:pt x="556" y="838"/>
                        <a:pt x="676" y="1016"/>
                      </a:cubicBezTo>
                      <a:lnTo>
                        <a:pt x="1059" y="1584"/>
                      </a:lnTo>
                      <a:cubicBezTo>
                        <a:pt x="1181" y="1764"/>
                        <a:pt x="1302" y="1943"/>
                        <a:pt x="1424" y="2124"/>
                      </a:cubicBezTo>
                      <a:cubicBezTo>
                        <a:pt x="1526" y="2274"/>
                        <a:pt x="1628" y="2425"/>
                        <a:pt x="1731" y="2574"/>
                      </a:cubicBezTo>
                      <a:lnTo>
                        <a:pt x="1764" y="2622"/>
                      </a:lnTo>
                      <a:cubicBezTo>
                        <a:pt x="1771" y="2632"/>
                        <a:pt x="1781" y="2636"/>
                        <a:pt x="1791" y="2636"/>
                      </a:cubicBezTo>
                      <a:cubicBezTo>
                        <a:pt x="1815" y="2636"/>
                        <a:pt x="1839" y="2613"/>
                        <a:pt x="1821" y="2587"/>
                      </a:cubicBezTo>
                      <a:cubicBezTo>
                        <a:pt x="1722" y="2443"/>
                        <a:pt x="1622" y="2298"/>
                        <a:pt x="1523" y="2152"/>
                      </a:cubicBezTo>
                      <a:cubicBezTo>
                        <a:pt x="1403" y="1976"/>
                        <a:pt x="1282" y="1799"/>
                        <a:pt x="1163" y="1621"/>
                      </a:cubicBezTo>
                      <a:lnTo>
                        <a:pt x="780" y="1051"/>
                      </a:lnTo>
                      <a:cubicBezTo>
                        <a:pt x="658" y="873"/>
                        <a:pt x="537" y="692"/>
                        <a:pt x="415" y="513"/>
                      </a:cubicBezTo>
                      <a:cubicBezTo>
                        <a:pt x="313" y="363"/>
                        <a:pt x="210" y="212"/>
                        <a:pt x="107" y="63"/>
                      </a:cubicBezTo>
                      <a:lnTo>
                        <a:pt x="75" y="15"/>
                      </a:lnTo>
                      <a:cubicBezTo>
                        <a:pt x="67" y="5"/>
                        <a:pt x="57" y="1"/>
                        <a:pt x="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49"/>
                <p:cNvSpPr/>
                <p:nvPr/>
              </p:nvSpPr>
              <p:spPr>
                <a:xfrm>
                  <a:off x="5578979" y="2242457"/>
                  <a:ext cx="54775" cy="26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" h="625" extrusionOk="0">
                      <a:moveTo>
                        <a:pt x="51" y="1"/>
                      </a:moveTo>
                      <a:cubicBezTo>
                        <a:pt x="14" y="1"/>
                        <a:pt x="0" y="57"/>
                        <a:pt x="40" y="65"/>
                      </a:cubicBezTo>
                      <a:cubicBezTo>
                        <a:pt x="472" y="143"/>
                        <a:pt x="876" y="332"/>
                        <a:pt x="1212" y="616"/>
                      </a:cubicBezTo>
                      <a:cubicBezTo>
                        <a:pt x="1219" y="622"/>
                        <a:pt x="1226" y="625"/>
                        <a:pt x="1234" y="625"/>
                      </a:cubicBezTo>
                      <a:cubicBezTo>
                        <a:pt x="1260" y="625"/>
                        <a:pt x="1284" y="592"/>
                        <a:pt x="1258" y="569"/>
                      </a:cubicBezTo>
                      <a:cubicBezTo>
                        <a:pt x="991" y="343"/>
                        <a:pt x="680" y="173"/>
                        <a:pt x="346" y="71"/>
                      </a:cubicBezTo>
                      <a:cubicBezTo>
                        <a:pt x="250" y="42"/>
                        <a:pt x="155" y="19"/>
                        <a:pt x="58" y="1"/>
                      </a:cubicBezTo>
                      <a:cubicBezTo>
                        <a:pt x="55" y="1"/>
                        <a:pt x="53" y="1"/>
                        <a:pt x="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49"/>
                <p:cNvSpPr/>
                <p:nvPr/>
              </p:nvSpPr>
              <p:spPr>
                <a:xfrm>
                  <a:off x="5554151" y="2207732"/>
                  <a:ext cx="64758" cy="3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" h="919" extrusionOk="0">
                      <a:moveTo>
                        <a:pt x="44" y="1"/>
                      </a:moveTo>
                      <a:cubicBezTo>
                        <a:pt x="11" y="1"/>
                        <a:pt x="1" y="55"/>
                        <a:pt x="36" y="67"/>
                      </a:cubicBezTo>
                      <a:cubicBezTo>
                        <a:pt x="233" y="132"/>
                        <a:pt x="421" y="226"/>
                        <a:pt x="602" y="325"/>
                      </a:cubicBezTo>
                      <a:cubicBezTo>
                        <a:pt x="811" y="437"/>
                        <a:pt x="1011" y="562"/>
                        <a:pt x="1202" y="701"/>
                      </a:cubicBezTo>
                      <a:cubicBezTo>
                        <a:pt x="1290" y="763"/>
                        <a:pt x="1372" y="833"/>
                        <a:pt x="1448" y="909"/>
                      </a:cubicBezTo>
                      <a:cubicBezTo>
                        <a:pt x="1455" y="916"/>
                        <a:pt x="1462" y="919"/>
                        <a:pt x="1470" y="919"/>
                      </a:cubicBezTo>
                      <a:cubicBezTo>
                        <a:pt x="1495" y="919"/>
                        <a:pt x="1517" y="886"/>
                        <a:pt x="1494" y="862"/>
                      </a:cubicBezTo>
                      <a:lnTo>
                        <a:pt x="1496" y="862"/>
                      </a:lnTo>
                      <a:cubicBezTo>
                        <a:pt x="1348" y="711"/>
                        <a:pt x="1169" y="590"/>
                        <a:pt x="992" y="477"/>
                      </a:cubicBezTo>
                      <a:cubicBezTo>
                        <a:pt x="789" y="347"/>
                        <a:pt x="579" y="231"/>
                        <a:pt x="361" y="128"/>
                      </a:cubicBezTo>
                      <a:cubicBezTo>
                        <a:pt x="261" y="80"/>
                        <a:pt x="158" y="38"/>
                        <a:pt x="55" y="3"/>
                      </a:cubicBezTo>
                      <a:cubicBezTo>
                        <a:pt x="51" y="1"/>
                        <a:pt x="48" y="1"/>
                        <a:pt x="4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49"/>
                <p:cNvSpPr/>
                <p:nvPr/>
              </p:nvSpPr>
              <p:spPr>
                <a:xfrm>
                  <a:off x="5622322" y="2208287"/>
                  <a:ext cx="10281" cy="58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1372" extrusionOk="0">
                      <a:moveTo>
                        <a:pt x="92" y="0"/>
                      </a:moveTo>
                      <a:cubicBezTo>
                        <a:pt x="79" y="0"/>
                        <a:pt x="67" y="7"/>
                        <a:pt x="63" y="24"/>
                      </a:cubicBezTo>
                      <a:cubicBezTo>
                        <a:pt x="1" y="367"/>
                        <a:pt x="8" y="720"/>
                        <a:pt x="86" y="1062"/>
                      </a:cubicBezTo>
                      <a:cubicBezTo>
                        <a:pt x="108" y="1159"/>
                        <a:pt x="135" y="1254"/>
                        <a:pt x="169" y="1348"/>
                      </a:cubicBezTo>
                      <a:cubicBezTo>
                        <a:pt x="174" y="1364"/>
                        <a:pt x="188" y="1371"/>
                        <a:pt x="201" y="1371"/>
                      </a:cubicBezTo>
                      <a:cubicBezTo>
                        <a:pt x="221" y="1371"/>
                        <a:pt x="241" y="1355"/>
                        <a:pt x="232" y="1330"/>
                      </a:cubicBezTo>
                      <a:lnTo>
                        <a:pt x="233" y="1330"/>
                      </a:lnTo>
                      <a:cubicBezTo>
                        <a:pt x="118" y="1010"/>
                        <a:pt x="71" y="670"/>
                        <a:pt x="92" y="330"/>
                      </a:cubicBezTo>
                      <a:cubicBezTo>
                        <a:pt x="97" y="233"/>
                        <a:pt x="109" y="137"/>
                        <a:pt x="127" y="42"/>
                      </a:cubicBezTo>
                      <a:cubicBezTo>
                        <a:pt x="132" y="17"/>
                        <a:pt x="111" y="0"/>
                        <a:pt x="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49"/>
                <p:cNvSpPr/>
                <p:nvPr/>
              </p:nvSpPr>
              <p:spPr>
                <a:xfrm>
                  <a:off x="5603125" y="2177614"/>
                  <a:ext cx="13864" cy="67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" h="1586" extrusionOk="0">
                      <a:moveTo>
                        <a:pt x="40" y="0"/>
                      </a:moveTo>
                      <a:cubicBezTo>
                        <a:pt x="24" y="0"/>
                        <a:pt x="7" y="11"/>
                        <a:pt x="6" y="32"/>
                      </a:cubicBezTo>
                      <a:cubicBezTo>
                        <a:pt x="0" y="231"/>
                        <a:pt x="9" y="431"/>
                        <a:pt x="33" y="630"/>
                      </a:cubicBezTo>
                      <a:cubicBezTo>
                        <a:pt x="55" y="846"/>
                        <a:pt x="94" y="1061"/>
                        <a:pt x="149" y="1272"/>
                      </a:cubicBezTo>
                      <a:cubicBezTo>
                        <a:pt x="176" y="1374"/>
                        <a:pt x="212" y="1472"/>
                        <a:pt x="255" y="1569"/>
                      </a:cubicBezTo>
                      <a:cubicBezTo>
                        <a:pt x="261" y="1581"/>
                        <a:pt x="271" y="1585"/>
                        <a:pt x="280" y="1585"/>
                      </a:cubicBezTo>
                      <a:cubicBezTo>
                        <a:pt x="302" y="1585"/>
                        <a:pt x="325" y="1562"/>
                        <a:pt x="313" y="1535"/>
                      </a:cubicBezTo>
                      <a:cubicBezTo>
                        <a:pt x="231" y="1360"/>
                        <a:pt x="187" y="1168"/>
                        <a:pt x="151" y="980"/>
                      </a:cubicBezTo>
                      <a:cubicBezTo>
                        <a:pt x="112" y="770"/>
                        <a:pt x="87" y="555"/>
                        <a:pt x="75" y="340"/>
                      </a:cubicBezTo>
                      <a:cubicBezTo>
                        <a:pt x="70" y="237"/>
                        <a:pt x="67" y="135"/>
                        <a:pt x="72" y="32"/>
                      </a:cubicBezTo>
                      <a:cubicBezTo>
                        <a:pt x="73" y="11"/>
                        <a:pt x="56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67" name="Google Shape;2067;p49"/>
            <p:cNvGrpSpPr/>
            <p:nvPr/>
          </p:nvGrpSpPr>
          <p:grpSpPr>
            <a:xfrm>
              <a:off x="4155708" y="118979"/>
              <a:ext cx="832497" cy="724097"/>
              <a:chOff x="8772808" y="949017"/>
              <a:chExt cx="832497" cy="724097"/>
            </a:xfrm>
          </p:grpSpPr>
          <p:grpSp>
            <p:nvGrpSpPr>
              <p:cNvPr id="2068" name="Google Shape;2068;p49"/>
              <p:cNvGrpSpPr/>
              <p:nvPr/>
            </p:nvGrpSpPr>
            <p:grpSpPr>
              <a:xfrm>
                <a:off x="8772808" y="1039248"/>
                <a:ext cx="832497" cy="633865"/>
                <a:chOff x="5064542" y="1787744"/>
                <a:chExt cx="173967" cy="132459"/>
              </a:xfrm>
            </p:grpSpPr>
            <p:sp>
              <p:nvSpPr>
                <p:cNvPr id="2069" name="Google Shape;2069;p49"/>
                <p:cNvSpPr/>
                <p:nvPr/>
              </p:nvSpPr>
              <p:spPr>
                <a:xfrm>
                  <a:off x="5064542" y="1871059"/>
                  <a:ext cx="67232" cy="19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461" extrusionOk="0">
                      <a:moveTo>
                        <a:pt x="1096" y="0"/>
                      </a:moveTo>
                      <a:cubicBezTo>
                        <a:pt x="889" y="0"/>
                        <a:pt x="703" y="48"/>
                        <a:pt x="491" y="118"/>
                      </a:cubicBezTo>
                      <a:cubicBezTo>
                        <a:pt x="323" y="176"/>
                        <a:pt x="159" y="273"/>
                        <a:pt x="1" y="360"/>
                      </a:cubicBezTo>
                      <a:lnTo>
                        <a:pt x="432" y="421"/>
                      </a:lnTo>
                      <a:cubicBezTo>
                        <a:pt x="576" y="441"/>
                        <a:pt x="722" y="460"/>
                        <a:pt x="866" y="460"/>
                      </a:cubicBezTo>
                      <a:cubicBezTo>
                        <a:pt x="929" y="460"/>
                        <a:pt x="991" y="457"/>
                        <a:pt x="1054" y="448"/>
                      </a:cubicBezTo>
                      <a:cubicBezTo>
                        <a:pt x="1259" y="418"/>
                        <a:pt x="1464" y="319"/>
                        <a:pt x="1576" y="143"/>
                      </a:cubicBezTo>
                      <a:cubicBezTo>
                        <a:pt x="1522" y="103"/>
                        <a:pt x="1335" y="18"/>
                        <a:pt x="1268" y="11"/>
                      </a:cubicBezTo>
                      <a:cubicBezTo>
                        <a:pt x="1209" y="4"/>
                        <a:pt x="1152" y="0"/>
                        <a:pt x="1096" y="0"/>
                      </a:cubicBezTo>
                      <a:close/>
                    </a:path>
                  </a:pathLst>
                </a:custGeom>
                <a:solidFill>
                  <a:srgbClr val="EE378A">
                    <a:alpha val="65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49"/>
                <p:cNvSpPr/>
                <p:nvPr/>
              </p:nvSpPr>
              <p:spPr>
                <a:xfrm>
                  <a:off x="5119915" y="1869268"/>
                  <a:ext cx="46158" cy="50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" h="1194" extrusionOk="0">
                      <a:moveTo>
                        <a:pt x="1051" y="1"/>
                      </a:moveTo>
                      <a:lnTo>
                        <a:pt x="1051" y="1"/>
                      </a:lnTo>
                      <a:cubicBezTo>
                        <a:pt x="659" y="27"/>
                        <a:pt x="400" y="378"/>
                        <a:pt x="215" y="690"/>
                      </a:cubicBezTo>
                      <a:cubicBezTo>
                        <a:pt x="124" y="845"/>
                        <a:pt x="63" y="1025"/>
                        <a:pt x="0" y="1194"/>
                      </a:cubicBezTo>
                      <a:lnTo>
                        <a:pt x="367" y="956"/>
                      </a:lnTo>
                      <a:cubicBezTo>
                        <a:pt x="541" y="845"/>
                        <a:pt x="719" y="730"/>
                        <a:pt x="855" y="572"/>
                      </a:cubicBezTo>
                      <a:cubicBezTo>
                        <a:pt x="990" y="414"/>
                        <a:pt x="1081" y="206"/>
                        <a:pt x="1051" y="1"/>
                      </a:cubicBezTo>
                      <a:close/>
                    </a:path>
                  </a:pathLst>
                </a:custGeom>
                <a:solidFill>
                  <a:srgbClr val="EE378A">
                    <a:alpha val="65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49"/>
                <p:cNvSpPr/>
                <p:nvPr/>
              </p:nvSpPr>
              <p:spPr>
                <a:xfrm>
                  <a:off x="5169443" y="1846573"/>
                  <a:ext cx="34981" cy="60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1408" extrusionOk="0">
                      <a:moveTo>
                        <a:pt x="742" y="0"/>
                      </a:moveTo>
                      <a:lnTo>
                        <a:pt x="742" y="0"/>
                      </a:lnTo>
                      <a:cubicBezTo>
                        <a:pt x="366" y="118"/>
                        <a:pt x="196" y="522"/>
                        <a:pt x="90" y="867"/>
                      </a:cubicBezTo>
                      <a:cubicBezTo>
                        <a:pt x="38" y="1040"/>
                        <a:pt x="22" y="1229"/>
                        <a:pt x="1" y="1408"/>
                      </a:cubicBezTo>
                      <a:lnTo>
                        <a:pt x="301" y="1090"/>
                      </a:lnTo>
                      <a:cubicBezTo>
                        <a:pt x="444" y="940"/>
                        <a:pt x="590" y="786"/>
                        <a:pt x="685" y="601"/>
                      </a:cubicBezTo>
                      <a:cubicBezTo>
                        <a:pt x="779" y="416"/>
                        <a:pt x="819" y="191"/>
                        <a:pt x="742" y="0"/>
                      </a:cubicBezTo>
                      <a:close/>
                    </a:path>
                  </a:pathLst>
                </a:custGeom>
                <a:solidFill>
                  <a:srgbClr val="EE378A">
                    <a:alpha val="65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49"/>
                <p:cNvSpPr/>
                <p:nvPr/>
              </p:nvSpPr>
              <p:spPr>
                <a:xfrm>
                  <a:off x="5214236" y="1806216"/>
                  <a:ext cx="24274" cy="6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" h="1548" extrusionOk="0">
                      <a:moveTo>
                        <a:pt x="430" y="1"/>
                      </a:moveTo>
                      <a:cubicBezTo>
                        <a:pt x="95" y="208"/>
                        <a:pt x="29" y="641"/>
                        <a:pt x="11" y="1000"/>
                      </a:cubicBezTo>
                      <a:cubicBezTo>
                        <a:pt x="1" y="1180"/>
                        <a:pt x="32" y="1368"/>
                        <a:pt x="56" y="1547"/>
                      </a:cubicBezTo>
                      <a:lnTo>
                        <a:pt x="269" y="1167"/>
                      </a:lnTo>
                      <a:cubicBezTo>
                        <a:pt x="372" y="985"/>
                        <a:pt x="475" y="802"/>
                        <a:pt x="523" y="599"/>
                      </a:cubicBezTo>
                      <a:cubicBezTo>
                        <a:pt x="569" y="396"/>
                        <a:pt x="552" y="169"/>
                        <a:pt x="430" y="1"/>
                      </a:cubicBezTo>
                      <a:close/>
                    </a:path>
                  </a:pathLst>
                </a:custGeom>
                <a:solidFill>
                  <a:srgbClr val="EE378A">
                    <a:alpha val="65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49"/>
                <p:cNvSpPr/>
                <p:nvPr/>
              </p:nvSpPr>
              <p:spPr>
                <a:xfrm>
                  <a:off x="5094660" y="1844696"/>
                  <a:ext cx="66251" cy="20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" h="492" extrusionOk="0">
                      <a:moveTo>
                        <a:pt x="715" y="1"/>
                      </a:moveTo>
                      <a:cubicBezTo>
                        <a:pt x="622" y="1"/>
                        <a:pt x="528" y="6"/>
                        <a:pt x="436" y="11"/>
                      </a:cubicBezTo>
                      <a:lnTo>
                        <a:pt x="0" y="37"/>
                      </a:lnTo>
                      <a:cubicBezTo>
                        <a:pt x="151" y="137"/>
                        <a:pt x="304" y="246"/>
                        <a:pt x="470" y="317"/>
                      </a:cubicBezTo>
                      <a:cubicBezTo>
                        <a:pt x="677" y="406"/>
                        <a:pt x="918" y="491"/>
                        <a:pt x="1150" y="491"/>
                      </a:cubicBezTo>
                      <a:cubicBezTo>
                        <a:pt x="1290" y="491"/>
                        <a:pt x="1427" y="460"/>
                        <a:pt x="1552" y="381"/>
                      </a:cubicBezTo>
                      <a:cubicBezTo>
                        <a:pt x="1456" y="198"/>
                        <a:pt x="1259" y="83"/>
                        <a:pt x="1056" y="35"/>
                      </a:cubicBezTo>
                      <a:cubicBezTo>
                        <a:pt x="944" y="9"/>
                        <a:pt x="829" y="1"/>
                        <a:pt x="715" y="1"/>
                      </a:cubicBezTo>
                      <a:close/>
                    </a:path>
                  </a:pathLst>
                </a:custGeom>
                <a:solidFill>
                  <a:srgbClr val="EE378A">
                    <a:alpha val="65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49"/>
                <p:cNvSpPr/>
                <p:nvPr/>
              </p:nvSpPr>
              <p:spPr>
                <a:xfrm>
                  <a:off x="5130281" y="1825157"/>
                  <a:ext cx="67787" cy="1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" h="458" extrusionOk="0">
                      <a:moveTo>
                        <a:pt x="1058" y="0"/>
                      </a:moveTo>
                      <a:cubicBezTo>
                        <a:pt x="1044" y="0"/>
                        <a:pt x="1030" y="1"/>
                        <a:pt x="1016" y="1"/>
                      </a:cubicBezTo>
                      <a:cubicBezTo>
                        <a:pt x="808" y="12"/>
                        <a:pt x="609" y="79"/>
                        <a:pt x="412" y="147"/>
                      </a:cubicBezTo>
                      <a:lnTo>
                        <a:pt x="0" y="289"/>
                      </a:lnTo>
                      <a:cubicBezTo>
                        <a:pt x="172" y="344"/>
                        <a:pt x="351" y="408"/>
                        <a:pt x="530" y="432"/>
                      </a:cubicBezTo>
                      <a:cubicBezTo>
                        <a:pt x="640" y="446"/>
                        <a:pt x="757" y="458"/>
                        <a:pt x="875" y="458"/>
                      </a:cubicBezTo>
                      <a:cubicBezTo>
                        <a:pt x="1140" y="458"/>
                        <a:pt x="1406" y="402"/>
                        <a:pt x="1588" y="200"/>
                      </a:cubicBezTo>
                      <a:cubicBezTo>
                        <a:pt x="1455" y="59"/>
                        <a:pt x="1254" y="0"/>
                        <a:pt x="1058" y="0"/>
                      </a:cubicBezTo>
                      <a:close/>
                    </a:path>
                  </a:pathLst>
                </a:custGeom>
                <a:solidFill>
                  <a:srgbClr val="EE378A">
                    <a:alpha val="65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49"/>
                <p:cNvSpPr/>
                <p:nvPr/>
              </p:nvSpPr>
              <p:spPr>
                <a:xfrm>
                  <a:off x="5161423" y="1787744"/>
                  <a:ext cx="61132" cy="3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3" h="741" extrusionOk="0">
                      <a:moveTo>
                        <a:pt x="1189" y="0"/>
                      </a:moveTo>
                      <a:cubicBezTo>
                        <a:pt x="1066" y="0"/>
                        <a:pt x="941" y="33"/>
                        <a:pt x="829" y="85"/>
                      </a:cubicBezTo>
                      <a:cubicBezTo>
                        <a:pt x="641" y="174"/>
                        <a:pt x="483" y="313"/>
                        <a:pt x="327" y="452"/>
                      </a:cubicBezTo>
                      <a:lnTo>
                        <a:pt x="1" y="741"/>
                      </a:lnTo>
                      <a:cubicBezTo>
                        <a:pt x="180" y="726"/>
                        <a:pt x="369" y="717"/>
                        <a:pt x="544" y="669"/>
                      </a:cubicBezTo>
                      <a:cubicBezTo>
                        <a:pt x="893" y="577"/>
                        <a:pt x="1301" y="420"/>
                        <a:pt x="1432" y="49"/>
                      </a:cubicBezTo>
                      <a:cubicBezTo>
                        <a:pt x="1356" y="15"/>
                        <a:pt x="1273" y="0"/>
                        <a:pt x="1189" y="0"/>
                      </a:cubicBezTo>
                      <a:close/>
                    </a:path>
                  </a:pathLst>
                </a:custGeom>
                <a:solidFill>
                  <a:srgbClr val="EE378A">
                    <a:alpha val="65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76" name="Google Shape;2076;p49"/>
              <p:cNvSpPr/>
              <p:nvPr/>
            </p:nvSpPr>
            <p:spPr>
              <a:xfrm>
                <a:off x="8873655" y="949017"/>
                <a:ext cx="731035" cy="551185"/>
              </a:xfrm>
              <a:custGeom>
                <a:avLst/>
                <a:gdLst/>
                <a:ahLst/>
                <a:cxnLst/>
                <a:rect l="l" t="t" r="r" b="b"/>
                <a:pathLst>
                  <a:path w="3581" h="2700" extrusionOk="0">
                    <a:moveTo>
                      <a:pt x="3546" y="0"/>
                    </a:moveTo>
                    <a:cubicBezTo>
                      <a:pt x="3534" y="0"/>
                      <a:pt x="3523" y="7"/>
                      <a:pt x="3520" y="21"/>
                    </a:cubicBezTo>
                    <a:cubicBezTo>
                      <a:pt x="3348" y="698"/>
                      <a:pt x="2890" y="1442"/>
                      <a:pt x="2388" y="1866"/>
                    </a:cubicBezTo>
                    <a:cubicBezTo>
                      <a:pt x="1884" y="2289"/>
                      <a:pt x="828" y="2638"/>
                      <a:pt x="33" y="2643"/>
                    </a:cubicBezTo>
                    <a:cubicBezTo>
                      <a:pt x="0" y="2647"/>
                      <a:pt x="0" y="2695"/>
                      <a:pt x="33" y="2700"/>
                    </a:cubicBezTo>
                    <a:lnTo>
                      <a:pt x="35" y="2700"/>
                    </a:lnTo>
                    <a:cubicBezTo>
                      <a:pt x="853" y="2695"/>
                      <a:pt x="1903" y="2348"/>
                      <a:pt x="2424" y="1909"/>
                    </a:cubicBezTo>
                    <a:cubicBezTo>
                      <a:pt x="2938" y="1475"/>
                      <a:pt x="3400" y="722"/>
                      <a:pt x="3575" y="36"/>
                    </a:cubicBezTo>
                    <a:cubicBezTo>
                      <a:pt x="3580" y="14"/>
                      <a:pt x="3563" y="0"/>
                      <a:pt x="35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9"/>
              <p:cNvSpPr/>
              <p:nvPr/>
            </p:nvSpPr>
            <p:spPr>
              <a:xfrm>
                <a:off x="9025946" y="1347096"/>
                <a:ext cx="263956" cy="236193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157" extrusionOk="0">
                    <a:moveTo>
                      <a:pt x="40" y="0"/>
                    </a:moveTo>
                    <a:cubicBezTo>
                      <a:pt x="8" y="0"/>
                      <a:pt x="1" y="49"/>
                      <a:pt x="36" y="56"/>
                    </a:cubicBezTo>
                    <a:cubicBezTo>
                      <a:pt x="419" y="131"/>
                      <a:pt x="781" y="162"/>
                      <a:pt x="1166" y="195"/>
                    </a:cubicBezTo>
                    <a:lnTo>
                      <a:pt x="1211" y="198"/>
                    </a:lnTo>
                    <a:cubicBezTo>
                      <a:pt x="1001" y="553"/>
                      <a:pt x="719" y="861"/>
                      <a:pt x="386" y="1104"/>
                    </a:cubicBezTo>
                    <a:cubicBezTo>
                      <a:pt x="373" y="1115"/>
                      <a:pt x="370" y="1131"/>
                      <a:pt x="380" y="1145"/>
                    </a:cubicBezTo>
                    <a:cubicBezTo>
                      <a:pt x="385" y="1152"/>
                      <a:pt x="394" y="1155"/>
                      <a:pt x="403" y="1157"/>
                    </a:cubicBezTo>
                    <a:cubicBezTo>
                      <a:pt x="409" y="1155"/>
                      <a:pt x="415" y="1154"/>
                      <a:pt x="419" y="1151"/>
                    </a:cubicBezTo>
                    <a:cubicBezTo>
                      <a:pt x="771" y="893"/>
                      <a:pt x="1065" y="565"/>
                      <a:pt x="1282" y="187"/>
                    </a:cubicBezTo>
                    <a:cubicBezTo>
                      <a:pt x="1293" y="169"/>
                      <a:pt x="1281" y="147"/>
                      <a:pt x="1260" y="146"/>
                    </a:cubicBezTo>
                    <a:lnTo>
                      <a:pt x="1171" y="138"/>
                    </a:lnTo>
                    <a:cubicBezTo>
                      <a:pt x="787" y="105"/>
                      <a:pt x="426" y="76"/>
                      <a:pt x="46" y="1"/>
                    </a:cubicBezTo>
                    <a:cubicBezTo>
                      <a:pt x="44" y="1"/>
                      <a:pt x="42" y="0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9"/>
              <p:cNvSpPr/>
              <p:nvPr/>
            </p:nvSpPr>
            <p:spPr>
              <a:xfrm>
                <a:off x="9228252" y="1245841"/>
                <a:ext cx="226598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322" extrusionOk="0">
                    <a:moveTo>
                      <a:pt x="1078" y="0"/>
                    </a:moveTo>
                    <a:cubicBezTo>
                      <a:pt x="1075" y="0"/>
                      <a:pt x="1072" y="1"/>
                      <a:pt x="1068" y="2"/>
                    </a:cubicBezTo>
                    <a:cubicBezTo>
                      <a:pt x="743" y="106"/>
                      <a:pt x="391" y="118"/>
                      <a:pt x="50" y="130"/>
                    </a:cubicBezTo>
                    <a:lnTo>
                      <a:pt x="29" y="130"/>
                    </a:lnTo>
                    <a:cubicBezTo>
                      <a:pt x="13" y="130"/>
                      <a:pt x="1" y="144"/>
                      <a:pt x="1" y="158"/>
                    </a:cubicBezTo>
                    <a:cubicBezTo>
                      <a:pt x="2" y="173"/>
                      <a:pt x="13" y="185"/>
                      <a:pt x="28" y="185"/>
                    </a:cubicBezTo>
                    <a:cubicBezTo>
                      <a:pt x="29" y="185"/>
                      <a:pt x="30" y="185"/>
                      <a:pt x="30" y="185"/>
                    </a:cubicBezTo>
                    <a:lnTo>
                      <a:pt x="51" y="185"/>
                    </a:lnTo>
                    <a:cubicBezTo>
                      <a:pt x="381" y="175"/>
                      <a:pt x="722" y="163"/>
                      <a:pt x="1041" y="69"/>
                    </a:cubicBezTo>
                    <a:lnTo>
                      <a:pt x="1041" y="69"/>
                    </a:lnTo>
                    <a:cubicBezTo>
                      <a:pt x="959" y="515"/>
                      <a:pt x="761" y="931"/>
                      <a:pt x="466" y="1275"/>
                    </a:cubicBezTo>
                    <a:cubicBezTo>
                      <a:pt x="455" y="1287"/>
                      <a:pt x="457" y="1305"/>
                      <a:pt x="469" y="1314"/>
                    </a:cubicBezTo>
                    <a:cubicBezTo>
                      <a:pt x="473" y="1319"/>
                      <a:pt x="481" y="1322"/>
                      <a:pt x="487" y="1322"/>
                    </a:cubicBezTo>
                    <a:cubicBezTo>
                      <a:pt x="496" y="1322"/>
                      <a:pt x="503" y="1319"/>
                      <a:pt x="509" y="1311"/>
                    </a:cubicBezTo>
                    <a:cubicBezTo>
                      <a:pt x="822" y="949"/>
                      <a:pt x="1028" y="506"/>
                      <a:pt x="1106" y="33"/>
                    </a:cubicBezTo>
                    <a:cubicBezTo>
                      <a:pt x="1109" y="16"/>
                      <a:pt x="1095" y="0"/>
                      <a:pt x="10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9"/>
              <p:cNvSpPr/>
              <p:nvPr/>
            </p:nvSpPr>
            <p:spPr>
              <a:xfrm>
                <a:off x="9328487" y="1044760"/>
                <a:ext cx="240276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525" extrusionOk="0">
                    <a:moveTo>
                      <a:pt x="1137" y="1"/>
                    </a:moveTo>
                    <a:cubicBezTo>
                      <a:pt x="1136" y="1"/>
                      <a:pt x="1134" y="1"/>
                      <a:pt x="1132" y="1"/>
                    </a:cubicBezTo>
                    <a:cubicBezTo>
                      <a:pt x="720" y="46"/>
                      <a:pt x="351" y="273"/>
                      <a:pt x="24" y="472"/>
                    </a:cubicBezTo>
                    <a:cubicBezTo>
                      <a:pt x="0" y="487"/>
                      <a:pt x="11" y="525"/>
                      <a:pt x="39" y="525"/>
                    </a:cubicBezTo>
                    <a:cubicBezTo>
                      <a:pt x="45" y="525"/>
                      <a:pt x="49" y="523"/>
                      <a:pt x="54" y="520"/>
                    </a:cubicBezTo>
                    <a:cubicBezTo>
                      <a:pt x="375" y="323"/>
                      <a:pt x="738" y="101"/>
                      <a:pt x="1138" y="58"/>
                    </a:cubicBezTo>
                    <a:cubicBezTo>
                      <a:pt x="1176" y="55"/>
                      <a:pt x="1171" y="1"/>
                      <a:pt x="11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9"/>
              <p:cNvSpPr/>
              <p:nvPr/>
            </p:nvSpPr>
            <p:spPr>
              <a:xfrm>
                <a:off x="9533855" y="1064562"/>
                <a:ext cx="47157" cy="243542"/>
              </a:xfrm>
              <a:custGeom>
                <a:avLst/>
                <a:gdLst/>
                <a:ahLst/>
                <a:cxnLst/>
                <a:rect l="l" t="t" r="r" b="b"/>
                <a:pathLst>
                  <a:path w="231" h="1193" extrusionOk="0">
                    <a:moveTo>
                      <a:pt x="105" y="1"/>
                    </a:moveTo>
                    <a:cubicBezTo>
                      <a:pt x="88" y="1"/>
                      <a:pt x="71" y="17"/>
                      <a:pt x="78" y="38"/>
                    </a:cubicBezTo>
                    <a:cubicBezTo>
                      <a:pt x="125" y="155"/>
                      <a:pt x="174" y="322"/>
                      <a:pt x="171" y="450"/>
                    </a:cubicBezTo>
                    <a:cubicBezTo>
                      <a:pt x="168" y="578"/>
                      <a:pt x="163" y="771"/>
                      <a:pt x="7" y="1154"/>
                    </a:cubicBezTo>
                    <a:cubicBezTo>
                      <a:pt x="1" y="1169"/>
                      <a:pt x="8" y="1185"/>
                      <a:pt x="22" y="1191"/>
                    </a:cubicBezTo>
                    <a:cubicBezTo>
                      <a:pt x="26" y="1193"/>
                      <a:pt x="29" y="1193"/>
                      <a:pt x="34" y="1193"/>
                    </a:cubicBezTo>
                    <a:cubicBezTo>
                      <a:pt x="44" y="1193"/>
                      <a:pt x="54" y="1185"/>
                      <a:pt x="59" y="1175"/>
                    </a:cubicBezTo>
                    <a:cubicBezTo>
                      <a:pt x="219" y="783"/>
                      <a:pt x="224" y="575"/>
                      <a:pt x="227" y="451"/>
                    </a:cubicBezTo>
                    <a:cubicBezTo>
                      <a:pt x="230" y="317"/>
                      <a:pt x="178" y="138"/>
                      <a:pt x="131" y="18"/>
                    </a:cubicBezTo>
                    <a:cubicBezTo>
                      <a:pt x="125" y="6"/>
                      <a:pt x="115" y="1"/>
                      <a:pt x="1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81" name="Google Shape;2081;p49"/>
            <p:cNvSpPr/>
            <p:nvPr/>
          </p:nvSpPr>
          <p:spPr>
            <a:xfrm>
              <a:off x="6441146" y="4251622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1" y="1"/>
                  </a:moveTo>
                  <a:lnTo>
                    <a:pt x="188" y="189"/>
                  </a:lnTo>
                  <a:lnTo>
                    <a:pt x="0" y="290"/>
                  </a:lnTo>
                  <a:lnTo>
                    <a:pt x="188" y="393"/>
                  </a:lnTo>
                  <a:lnTo>
                    <a:pt x="291" y="581"/>
                  </a:lnTo>
                  <a:lnTo>
                    <a:pt x="393" y="393"/>
                  </a:lnTo>
                  <a:lnTo>
                    <a:pt x="581" y="290"/>
                  </a:lnTo>
                  <a:lnTo>
                    <a:pt x="393" y="189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9"/>
            <p:cNvSpPr/>
            <p:nvPr/>
          </p:nvSpPr>
          <p:spPr>
            <a:xfrm>
              <a:off x="2055055" y="1503635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0" y="1"/>
                  </a:moveTo>
                  <a:lnTo>
                    <a:pt x="188" y="189"/>
                  </a:lnTo>
                  <a:lnTo>
                    <a:pt x="0" y="290"/>
                  </a:lnTo>
                  <a:lnTo>
                    <a:pt x="188" y="393"/>
                  </a:lnTo>
                  <a:lnTo>
                    <a:pt x="290" y="581"/>
                  </a:lnTo>
                  <a:lnTo>
                    <a:pt x="393" y="393"/>
                  </a:lnTo>
                  <a:lnTo>
                    <a:pt x="580" y="290"/>
                  </a:lnTo>
                  <a:lnTo>
                    <a:pt x="393" y="189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9"/>
            <p:cNvSpPr/>
            <p:nvPr/>
          </p:nvSpPr>
          <p:spPr>
            <a:xfrm>
              <a:off x="3683031" y="274762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0" y="1"/>
                  </a:moveTo>
                  <a:lnTo>
                    <a:pt x="188" y="188"/>
                  </a:lnTo>
                  <a:lnTo>
                    <a:pt x="0" y="290"/>
                  </a:lnTo>
                  <a:lnTo>
                    <a:pt x="188" y="393"/>
                  </a:lnTo>
                  <a:lnTo>
                    <a:pt x="290" y="581"/>
                  </a:lnTo>
                  <a:lnTo>
                    <a:pt x="393" y="393"/>
                  </a:lnTo>
                  <a:lnTo>
                    <a:pt x="580" y="290"/>
                  </a:lnTo>
                  <a:lnTo>
                    <a:pt x="393" y="188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9"/>
            <p:cNvSpPr/>
            <p:nvPr/>
          </p:nvSpPr>
          <p:spPr>
            <a:xfrm>
              <a:off x="7510819" y="2942885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0" y="0"/>
                  </a:moveTo>
                  <a:lnTo>
                    <a:pt x="188" y="188"/>
                  </a:lnTo>
                  <a:lnTo>
                    <a:pt x="0" y="291"/>
                  </a:lnTo>
                  <a:lnTo>
                    <a:pt x="188" y="393"/>
                  </a:lnTo>
                  <a:lnTo>
                    <a:pt x="290" y="580"/>
                  </a:lnTo>
                  <a:lnTo>
                    <a:pt x="393" y="393"/>
                  </a:lnTo>
                  <a:lnTo>
                    <a:pt x="581" y="291"/>
                  </a:lnTo>
                  <a:lnTo>
                    <a:pt x="393" y="18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85" name="Google Shape;2085;p49"/>
            <p:cNvGrpSpPr/>
            <p:nvPr/>
          </p:nvGrpSpPr>
          <p:grpSpPr>
            <a:xfrm>
              <a:off x="1533161" y="1937184"/>
              <a:ext cx="1162392" cy="1086655"/>
              <a:chOff x="8531511" y="1860721"/>
              <a:chExt cx="1162392" cy="1086655"/>
            </a:xfrm>
          </p:grpSpPr>
          <p:sp>
            <p:nvSpPr>
              <p:cNvPr id="2086" name="Google Shape;2086;p49"/>
              <p:cNvSpPr/>
              <p:nvPr/>
            </p:nvSpPr>
            <p:spPr>
              <a:xfrm>
                <a:off x="9367070" y="1860721"/>
                <a:ext cx="168622" cy="439725"/>
              </a:xfrm>
              <a:custGeom>
                <a:avLst/>
                <a:gdLst/>
                <a:ahLst/>
                <a:cxnLst/>
                <a:rect l="l" t="t" r="r" b="b"/>
                <a:pathLst>
                  <a:path w="826" h="2154" extrusionOk="0">
                    <a:moveTo>
                      <a:pt x="825" y="1"/>
                    </a:moveTo>
                    <a:lnTo>
                      <a:pt x="825" y="1"/>
                    </a:lnTo>
                    <a:cubicBezTo>
                      <a:pt x="663" y="200"/>
                      <a:pt x="484" y="403"/>
                      <a:pt x="360" y="628"/>
                    </a:cubicBezTo>
                    <a:cubicBezTo>
                      <a:pt x="163" y="982"/>
                      <a:pt x="32" y="1286"/>
                      <a:pt x="7" y="1690"/>
                    </a:cubicBezTo>
                    <a:cubicBezTo>
                      <a:pt x="1" y="1786"/>
                      <a:pt x="72" y="2069"/>
                      <a:pt x="114" y="2154"/>
                    </a:cubicBezTo>
                    <a:cubicBezTo>
                      <a:pt x="390" y="2042"/>
                      <a:pt x="579" y="1781"/>
                      <a:pt x="676" y="1499"/>
                    </a:cubicBezTo>
                    <a:cubicBezTo>
                      <a:pt x="772" y="1219"/>
                      <a:pt x="785" y="918"/>
                      <a:pt x="798" y="622"/>
                    </a:cubicBezTo>
                    <a:lnTo>
                      <a:pt x="825" y="1"/>
                    </a:ln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9"/>
              <p:cNvSpPr/>
              <p:nvPr/>
            </p:nvSpPr>
            <p:spPr>
              <a:xfrm>
                <a:off x="9296436" y="2273907"/>
                <a:ext cx="397467" cy="247014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1210" extrusionOk="0">
                    <a:moveTo>
                      <a:pt x="1947" y="0"/>
                    </a:moveTo>
                    <a:lnTo>
                      <a:pt x="1947" y="0"/>
                    </a:lnTo>
                    <a:cubicBezTo>
                      <a:pt x="1693" y="45"/>
                      <a:pt x="1425" y="84"/>
                      <a:pt x="1183" y="172"/>
                    </a:cubicBezTo>
                    <a:cubicBezTo>
                      <a:pt x="700" y="349"/>
                      <a:pt x="141" y="623"/>
                      <a:pt x="1" y="1168"/>
                    </a:cubicBezTo>
                    <a:cubicBezTo>
                      <a:pt x="87" y="1197"/>
                      <a:pt x="177" y="1210"/>
                      <a:pt x="267" y="1210"/>
                    </a:cubicBezTo>
                    <a:cubicBezTo>
                      <a:pt x="470" y="1210"/>
                      <a:pt x="677" y="1142"/>
                      <a:pt x="854" y="1038"/>
                    </a:cubicBezTo>
                    <a:cubicBezTo>
                      <a:pt x="1110" y="889"/>
                      <a:pt x="1316" y="670"/>
                      <a:pt x="1520" y="453"/>
                    </a:cubicBezTo>
                    <a:lnTo>
                      <a:pt x="1947" y="0"/>
                    </a:ln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9"/>
              <p:cNvSpPr/>
              <p:nvPr/>
            </p:nvSpPr>
            <p:spPr>
              <a:xfrm>
                <a:off x="9099438" y="2584205"/>
                <a:ext cx="442379" cy="170460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835" extrusionOk="0">
                    <a:moveTo>
                      <a:pt x="1646" y="1"/>
                    </a:moveTo>
                    <a:cubicBezTo>
                      <a:pt x="1558" y="1"/>
                      <a:pt x="1470" y="5"/>
                      <a:pt x="1385" y="15"/>
                    </a:cubicBezTo>
                    <a:cubicBezTo>
                      <a:pt x="873" y="73"/>
                      <a:pt x="265" y="208"/>
                      <a:pt x="1" y="703"/>
                    </a:cubicBezTo>
                    <a:cubicBezTo>
                      <a:pt x="146" y="795"/>
                      <a:pt x="317" y="835"/>
                      <a:pt x="490" y="835"/>
                    </a:cubicBezTo>
                    <a:cubicBezTo>
                      <a:pt x="615" y="835"/>
                      <a:pt x="741" y="814"/>
                      <a:pt x="860" y="778"/>
                    </a:cubicBezTo>
                    <a:cubicBezTo>
                      <a:pt x="1145" y="693"/>
                      <a:pt x="1397" y="529"/>
                      <a:pt x="1644" y="366"/>
                    </a:cubicBezTo>
                    <a:lnTo>
                      <a:pt x="2166" y="26"/>
                    </a:lnTo>
                    <a:cubicBezTo>
                      <a:pt x="1996" y="16"/>
                      <a:pt x="1819" y="1"/>
                      <a:pt x="1646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49"/>
              <p:cNvSpPr/>
              <p:nvPr/>
            </p:nvSpPr>
            <p:spPr>
              <a:xfrm>
                <a:off x="8790161" y="2814071"/>
                <a:ext cx="462385" cy="133306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653" extrusionOk="0">
                    <a:moveTo>
                      <a:pt x="1015" y="1"/>
                    </a:moveTo>
                    <a:cubicBezTo>
                      <a:pt x="638" y="1"/>
                      <a:pt x="260" y="82"/>
                      <a:pt x="1" y="369"/>
                    </a:cubicBezTo>
                    <a:cubicBezTo>
                      <a:pt x="191" y="569"/>
                      <a:pt x="475" y="653"/>
                      <a:pt x="752" y="653"/>
                    </a:cubicBezTo>
                    <a:cubicBezTo>
                      <a:pt x="773" y="653"/>
                      <a:pt x="794" y="652"/>
                      <a:pt x="815" y="651"/>
                    </a:cubicBezTo>
                    <a:cubicBezTo>
                      <a:pt x="1110" y="638"/>
                      <a:pt x="1397" y="541"/>
                      <a:pt x="1677" y="444"/>
                    </a:cubicBezTo>
                    <a:lnTo>
                      <a:pt x="2264" y="241"/>
                    </a:lnTo>
                    <a:cubicBezTo>
                      <a:pt x="2020" y="164"/>
                      <a:pt x="1765" y="73"/>
                      <a:pt x="1510" y="38"/>
                    </a:cubicBezTo>
                    <a:cubicBezTo>
                      <a:pt x="1352" y="17"/>
                      <a:pt x="1184" y="1"/>
                      <a:pt x="1015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49"/>
              <p:cNvSpPr/>
              <p:nvPr/>
            </p:nvSpPr>
            <p:spPr>
              <a:xfrm>
                <a:off x="9169867" y="2013012"/>
                <a:ext cx="153516" cy="462793"/>
              </a:xfrm>
              <a:custGeom>
                <a:avLst/>
                <a:gdLst/>
                <a:ahLst/>
                <a:cxnLst/>
                <a:rect l="l" t="t" r="r" b="b"/>
                <a:pathLst>
                  <a:path w="752" h="2267" extrusionOk="0">
                    <a:moveTo>
                      <a:pt x="290" y="0"/>
                    </a:moveTo>
                    <a:lnTo>
                      <a:pt x="142" y="606"/>
                    </a:lnTo>
                    <a:cubicBezTo>
                      <a:pt x="72" y="893"/>
                      <a:pt x="0" y="1186"/>
                      <a:pt x="15" y="1481"/>
                    </a:cubicBezTo>
                    <a:cubicBezTo>
                      <a:pt x="29" y="1776"/>
                      <a:pt x="139" y="2083"/>
                      <a:pt x="372" y="2267"/>
                    </a:cubicBezTo>
                    <a:cubicBezTo>
                      <a:pt x="752" y="1854"/>
                      <a:pt x="676" y="1233"/>
                      <a:pt x="561" y="732"/>
                    </a:cubicBezTo>
                    <a:cubicBezTo>
                      <a:pt x="504" y="483"/>
                      <a:pt x="391" y="237"/>
                      <a:pt x="290" y="0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49"/>
              <p:cNvSpPr/>
              <p:nvPr/>
            </p:nvSpPr>
            <p:spPr>
              <a:xfrm>
                <a:off x="8976135" y="2241244"/>
                <a:ext cx="165560" cy="450136"/>
              </a:xfrm>
              <a:custGeom>
                <a:avLst/>
                <a:gdLst/>
                <a:ahLst/>
                <a:cxnLst/>
                <a:rect l="l" t="t" r="r" b="b"/>
                <a:pathLst>
                  <a:path w="811" h="2205" extrusionOk="0">
                    <a:moveTo>
                      <a:pt x="735" y="1"/>
                    </a:moveTo>
                    <a:lnTo>
                      <a:pt x="429" y="542"/>
                    </a:lnTo>
                    <a:cubicBezTo>
                      <a:pt x="283" y="800"/>
                      <a:pt x="135" y="1064"/>
                      <a:pt x="68" y="1352"/>
                    </a:cubicBezTo>
                    <a:cubicBezTo>
                      <a:pt x="1" y="1641"/>
                      <a:pt x="25" y="1964"/>
                      <a:pt x="199" y="2205"/>
                    </a:cubicBezTo>
                    <a:cubicBezTo>
                      <a:pt x="676" y="1909"/>
                      <a:pt x="772" y="1293"/>
                      <a:pt x="799" y="779"/>
                    </a:cubicBezTo>
                    <a:cubicBezTo>
                      <a:pt x="811" y="522"/>
                      <a:pt x="767" y="256"/>
                      <a:pt x="735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49"/>
              <p:cNvSpPr/>
              <p:nvPr/>
            </p:nvSpPr>
            <p:spPr>
              <a:xfrm>
                <a:off x="8678290" y="2428240"/>
                <a:ext cx="287842" cy="373582"/>
              </a:xfrm>
              <a:custGeom>
                <a:avLst/>
                <a:gdLst/>
                <a:ahLst/>
                <a:cxnLst/>
                <a:rect l="l" t="t" r="r" b="b"/>
                <a:pathLst>
                  <a:path w="1410" h="1830" extrusionOk="0">
                    <a:moveTo>
                      <a:pt x="1409" y="0"/>
                    </a:moveTo>
                    <a:lnTo>
                      <a:pt x="919" y="382"/>
                    </a:lnTo>
                    <a:cubicBezTo>
                      <a:pt x="686" y="565"/>
                      <a:pt x="449" y="752"/>
                      <a:pt x="276" y="992"/>
                    </a:cubicBezTo>
                    <a:cubicBezTo>
                      <a:pt x="103" y="1233"/>
                      <a:pt x="0" y="1541"/>
                      <a:pt x="70" y="1830"/>
                    </a:cubicBezTo>
                    <a:cubicBezTo>
                      <a:pt x="623" y="1740"/>
                      <a:pt x="948" y="1208"/>
                      <a:pt x="1169" y="743"/>
                    </a:cubicBezTo>
                    <a:cubicBezTo>
                      <a:pt x="1280" y="512"/>
                      <a:pt x="1342" y="248"/>
                      <a:pt x="1409" y="0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93" name="Google Shape;2093;p49"/>
              <p:cNvGrpSpPr/>
              <p:nvPr/>
            </p:nvGrpSpPr>
            <p:grpSpPr>
              <a:xfrm>
                <a:off x="8531511" y="1998926"/>
                <a:ext cx="1021738" cy="909255"/>
                <a:chOff x="5014118" y="1988289"/>
                <a:chExt cx="213513" cy="190008"/>
              </a:xfrm>
            </p:grpSpPr>
            <p:sp>
              <p:nvSpPr>
                <p:cNvPr id="2094" name="Google Shape;2094;p49"/>
                <p:cNvSpPr/>
                <p:nvPr/>
              </p:nvSpPr>
              <p:spPr>
                <a:xfrm>
                  <a:off x="5014118" y="1988289"/>
                  <a:ext cx="200929" cy="18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0" h="4326" extrusionOk="0">
                      <a:moveTo>
                        <a:pt x="4663" y="0"/>
                      </a:moveTo>
                      <a:cubicBezTo>
                        <a:pt x="4646" y="0"/>
                        <a:pt x="4629" y="10"/>
                        <a:pt x="4624" y="33"/>
                      </a:cubicBezTo>
                      <a:cubicBezTo>
                        <a:pt x="4413" y="1146"/>
                        <a:pt x="3651" y="2537"/>
                        <a:pt x="2928" y="3134"/>
                      </a:cubicBezTo>
                      <a:cubicBezTo>
                        <a:pt x="2200" y="3733"/>
                        <a:pt x="1043" y="4179"/>
                        <a:pt x="51" y="4244"/>
                      </a:cubicBezTo>
                      <a:cubicBezTo>
                        <a:pt x="0" y="4249"/>
                        <a:pt x="2" y="4324"/>
                        <a:pt x="53" y="4325"/>
                      </a:cubicBezTo>
                      <a:lnTo>
                        <a:pt x="55" y="4325"/>
                      </a:lnTo>
                      <a:cubicBezTo>
                        <a:pt x="1064" y="4258"/>
                        <a:pt x="2239" y="3805"/>
                        <a:pt x="2978" y="3195"/>
                      </a:cubicBezTo>
                      <a:cubicBezTo>
                        <a:pt x="3342" y="2896"/>
                        <a:pt x="3721" y="2404"/>
                        <a:pt x="4044" y="1808"/>
                      </a:cubicBezTo>
                      <a:cubicBezTo>
                        <a:pt x="4367" y="1219"/>
                        <a:pt x="4599" y="594"/>
                        <a:pt x="4704" y="48"/>
                      </a:cubicBezTo>
                      <a:cubicBezTo>
                        <a:pt x="4709" y="18"/>
                        <a:pt x="4686" y="0"/>
                        <a:pt x="46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49"/>
                <p:cNvSpPr/>
                <p:nvPr/>
              </p:nvSpPr>
              <p:spPr>
                <a:xfrm>
                  <a:off x="5156858" y="2025745"/>
                  <a:ext cx="70773" cy="77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827" extrusionOk="0">
                      <a:moveTo>
                        <a:pt x="153" y="1"/>
                      </a:moveTo>
                      <a:cubicBezTo>
                        <a:pt x="130" y="2"/>
                        <a:pt x="112" y="20"/>
                        <a:pt x="112" y="43"/>
                      </a:cubicBezTo>
                      <a:cubicBezTo>
                        <a:pt x="118" y="593"/>
                        <a:pt x="68" y="1109"/>
                        <a:pt x="15" y="1653"/>
                      </a:cubicBezTo>
                      <a:lnTo>
                        <a:pt x="4" y="1781"/>
                      </a:lnTo>
                      <a:cubicBezTo>
                        <a:pt x="1" y="1805"/>
                        <a:pt x="18" y="1826"/>
                        <a:pt x="42" y="1826"/>
                      </a:cubicBezTo>
                      <a:cubicBezTo>
                        <a:pt x="47" y="1826"/>
                        <a:pt x="53" y="1825"/>
                        <a:pt x="56" y="1823"/>
                      </a:cubicBezTo>
                      <a:cubicBezTo>
                        <a:pt x="642" y="1614"/>
                        <a:pt x="1177" y="1286"/>
                        <a:pt x="1629" y="860"/>
                      </a:cubicBezTo>
                      <a:cubicBezTo>
                        <a:pt x="1659" y="831"/>
                        <a:pt x="1632" y="790"/>
                        <a:pt x="1600" y="790"/>
                      </a:cubicBezTo>
                      <a:cubicBezTo>
                        <a:pt x="1591" y="790"/>
                        <a:pt x="1581" y="793"/>
                        <a:pt x="1572" y="802"/>
                      </a:cubicBezTo>
                      <a:cubicBezTo>
                        <a:pt x="1144" y="1206"/>
                        <a:pt x="640" y="1520"/>
                        <a:pt x="89" y="1726"/>
                      </a:cubicBezTo>
                      <a:lnTo>
                        <a:pt x="94" y="1662"/>
                      </a:lnTo>
                      <a:cubicBezTo>
                        <a:pt x="148" y="1113"/>
                        <a:pt x="197" y="596"/>
                        <a:pt x="191" y="41"/>
                      </a:cubicBezTo>
                      <a:cubicBezTo>
                        <a:pt x="191" y="19"/>
                        <a:pt x="174" y="1"/>
                        <a:pt x="1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49"/>
                <p:cNvSpPr/>
                <p:nvPr/>
              </p:nvSpPr>
              <p:spPr>
                <a:xfrm>
                  <a:off x="5109292" y="2080392"/>
                  <a:ext cx="86813" cy="64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516" extrusionOk="0">
                      <a:moveTo>
                        <a:pt x="501" y="0"/>
                      </a:moveTo>
                      <a:cubicBezTo>
                        <a:pt x="484" y="0"/>
                        <a:pt x="467" y="10"/>
                        <a:pt x="462" y="32"/>
                      </a:cubicBezTo>
                      <a:lnTo>
                        <a:pt x="456" y="62"/>
                      </a:lnTo>
                      <a:cubicBezTo>
                        <a:pt x="352" y="536"/>
                        <a:pt x="245" y="1028"/>
                        <a:pt x="15" y="1458"/>
                      </a:cubicBezTo>
                      <a:cubicBezTo>
                        <a:pt x="0" y="1483"/>
                        <a:pt x="20" y="1516"/>
                        <a:pt x="49" y="1516"/>
                      </a:cubicBezTo>
                      <a:lnTo>
                        <a:pt x="118" y="1516"/>
                      </a:lnTo>
                      <a:cubicBezTo>
                        <a:pt x="777" y="1516"/>
                        <a:pt x="1426" y="1341"/>
                        <a:pt x="1995" y="1009"/>
                      </a:cubicBezTo>
                      <a:cubicBezTo>
                        <a:pt x="2034" y="986"/>
                        <a:pt x="2012" y="934"/>
                        <a:pt x="1976" y="934"/>
                      </a:cubicBezTo>
                      <a:cubicBezTo>
                        <a:pt x="1970" y="934"/>
                        <a:pt x="1962" y="936"/>
                        <a:pt x="1955" y="940"/>
                      </a:cubicBezTo>
                      <a:cubicBezTo>
                        <a:pt x="1397" y="1265"/>
                        <a:pt x="764" y="1437"/>
                        <a:pt x="118" y="1437"/>
                      </a:cubicBezTo>
                      <a:lnTo>
                        <a:pt x="115" y="1437"/>
                      </a:lnTo>
                      <a:cubicBezTo>
                        <a:pt x="330" y="1013"/>
                        <a:pt x="434" y="538"/>
                        <a:pt x="534" y="78"/>
                      </a:cubicBezTo>
                      <a:lnTo>
                        <a:pt x="541" y="49"/>
                      </a:lnTo>
                      <a:cubicBezTo>
                        <a:pt x="547" y="18"/>
                        <a:pt x="524" y="0"/>
                        <a:pt x="5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49"/>
                <p:cNvSpPr/>
                <p:nvPr/>
              </p:nvSpPr>
              <p:spPr>
                <a:xfrm>
                  <a:off x="5044535" y="2103130"/>
                  <a:ext cx="44366" cy="63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" h="1499" extrusionOk="0">
                      <a:moveTo>
                        <a:pt x="982" y="1"/>
                      </a:moveTo>
                      <a:cubicBezTo>
                        <a:pt x="972" y="1"/>
                        <a:pt x="962" y="5"/>
                        <a:pt x="953" y="15"/>
                      </a:cubicBezTo>
                      <a:cubicBezTo>
                        <a:pt x="589" y="421"/>
                        <a:pt x="176" y="880"/>
                        <a:pt x="8" y="1447"/>
                      </a:cubicBezTo>
                      <a:cubicBezTo>
                        <a:pt x="0" y="1472"/>
                        <a:pt x="19" y="1499"/>
                        <a:pt x="46" y="1499"/>
                      </a:cubicBezTo>
                      <a:cubicBezTo>
                        <a:pt x="64" y="1499"/>
                        <a:pt x="79" y="1487"/>
                        <a:pt x="85" y="1469"/>
                      </a:cubicBezTo>
                      <a:cubicBezTo>
                        <a:pt x="249" y="920"/>
                        <a:pt x="655" y="468"/>
                        <a:pt x="1013" y="69"/>
                      </a:cubicBezTo>
                      <a:cubicBezTo>
                        <a:pt x="1039" y="39"/>
                        <a:pt x="1013" y="1"/>
                        <a:pt x="9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49"/>
                <p:cNvSpPr/>
                <p:nvPr/>
              </p:nvSpPr>
              <p:spPr>
                <a:xfrm>
                  <a:off x="5049995" y="2163110"/>
                  <a:ext cx="73589" cy="15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356" extrusionOk="0">
                      <a:moveTo>
                        <a:pt x="58" y="1"/>
                      </a:moveTo>
                      <a:cubicBezTo>
                        <a:pt x="23" y="1"/>
                        <a:pt x="0" y="52"/>
                        <a:pt x="38" y="76"/>
                      </a:cubicBezTo>
                      <a:cubicBezTo>
                        <a:pt x="196" y="175"/>
                        <a:pt x="431" y="293"/>
                        <a:pt x="621" y="324"/>
                      </a:cubicBezTo>
                      <a:cubicBezTo>
                        <a:pt x="743" y="345"/>
                        <a:pt x="865" y="355"/>
                        <a:pt x="989" y="355"/>
                      </a:cubicBezTo>
                      <a:cubicBezTo>
                        <a:pt x="1159" y="355"/>
                        <a:pt x="1381" y="336"/>
                        <a:pt x="1679" y="273"/>
                      </a:cubicBezTo>
                      <a:cubicBezTo>
                        <a:pt x="1725" y="260"/>
                        <a:pt x="1714" y="195"/>
                        <a:pt x="1670" y="195"/>
                      </a:cubicBezTo>
                      <a:cubicBezTo>
                        <a:pt x="1668" y="195"/>
                        <a:pt x="1665" y="195"/>
                        <a:pt x="1663" y="196"/>
                      </a:cubicBezTo>
                      <a:cubicBezTo>
                        <a:pt x="1372" y="257"/>
                        <a:pt x="1157" y="275"/>
                        <a:pt x="994" y="275"/>
                      </a:cubicBezTo>
                      <a:cubicBezTo>
                        <a:pt x="834" y="275"/>
                        <a:pt x="722" y="257"/>
                        <a:pt x="634" y="243"/>
                      </a:cubicBezTo>
                      <a:cubicBezTo>
                        <a:pt x="457" y="215"/>
                        <a:pt x="231" y="103"/>
                        <a:pt x="81" y="8"/>
                      </a:cubicBezTo>
                      <a:cubicBezTo>
                        <a:pt x="73" y="3"/>
                        <a:pt x="65" y="1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99" name="Google Shape;2099;p49"/>
            <p:cNvGrpSpPr/>
            <p:nvPr/>
          </p:nvGrpSpPr>
          <p:grpSpPr>
            <a:xfrm>
              <a:off x="6402521" y="1339442"/>
              <a:ext cx="1226902" cy="1146469"/>
              <a:chOff x="10490471" y="1532254"/>
              <a:chExt cx="1226902" cy="1146469"/>
            </a:xfrm>
          </p:grpSpPr>
          <p:sp>
            <p:nvSpPr>
              <p:cNvPr id="2100" name="Google Shape;2100;p49"/>
              <p:cNvSpPr/>
              <p:nvPr/>
            </p:nvSpPr>
            <p:spPr>
              <a:xfrm>
                <a:off x="10657460" y="1532254"/>
                <a:ext cx="177809" cy="464222"/>
              </a:xfrm>
              <a:custGeom>
                <a:avLst/>
                <a:gdLst/>
                <a:ahLst/>
                <a:cxnLst/>
                <a:rect l="l" t="t" r="r" b="b"/>
                <a:pathLst>
                  <a:path w="871" h="2274" extrusionOk="0">
                    <a:moveTo>
                      <a:pt x="1" y="1"/>
                    </a:moveTo>
                    <a:lnTo>
                      <a:pt x="29" y="655"/>
                    </a:lnTo>
                    <a:cubicBezTo>
                      <a:pt x="43" y="968"/>
                      <a:pt x="57" y="1286"/>
                      <a:pt x="157" y="1581"/>
                    </a:cubicBezTo>
                    <a:cubicBezTo>
                      <a:pt x="259" y="1878"/>
                      <a:pt x="460" y="2155"/>
                      <a:pt x="749" y="2273"/>
                    </a:cubicBezTo>
                    <a:cubicBezTo>
                      <a:pt x="796" y="2182"/>
                      <a:pt x="870" y="1884"/>
                      <a:pt x="864" y="1783"/>
                    </a:cubicBezTo>
                    <a:cubicBezTo>
                      <a:pt x="837" y="1356"/>
                      <a:pt x="699" y="1035"/>
                      <a:pt x="491" y="663"/>
                    </a:cubicBezTo>
                    <a:cubicBezTo>
                      <a:pt x="360" y="426"/>
                      <a:pt x="172" y="209"/>
                      <a:pt x="1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49"/>
              <p:cNvSpPr/>
              <p:nvPr/>
            </p:nvSpPr>
            <p:spPr>
              <a:xfrm>
                <a:off x="10490471" y="1968101"/>
                <a:ext cx="418902" cy="260487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27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51" y="159"/>
                      <a:pt x="301" y="319"/>
                      <a:pt x="450" y="478"/>
                    </a:cubicBezTo>
                    <a:cubicBezTo>
                      <a:pt x="665" y="706"/>
                      <a:pt x="883" y="937"/>
                      <a:pt x="1153" y="1096"/>
                    </a:cubicBezTo>
                    <a:cubicBezTo>
                      <a:pt x="1340" y="1205"/>
                      <a:pt x="1557" y="1276"/>
                      <a:pt x="1772" y="1276"/>
                    </a:cubicBezTo>
                    <a:cubicBezTo>
                      <a:pt x="1867" y="1276"/>
                      <a:pt x="1961" y="1262"/>
                      <a:pt x="2052" y="1231"/>
                    </a:cubicBezTo>
                    <a:cubicBezTo>
                      <a:pt x="1906" y="657"/>
                      <a:pt x="1315" y="368"/>
                      <a:pt x="805" y="181"/>
                    </a:cubicBezTo>
                    <a:cubicBezTo>
                      <a:pt x="550" y="87"/>
                      <a:pt x="269" y="47"/>
                      <a:pt x="0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49"/>
              <p:cNvSpPr/>
              <p:nvPr/>
            </p:nvSpPr>
            <p:spPr>
              <a:xfrm>
                <a:off x="10651132" y="2295342"/>
                <a:ext cx="466264" cy="17985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881" extrusionOk="0">
                    <a:moveTo>
                      <a:pt x="551" y="1"/>
                    </a:moveTo>
                    <a:cubicBezTo>
                      <a:pt x="367" y="1"/>
                      <a:pt x="180" y="17"/>
                      <a:pt x="0" y="29"/>
                    </a:cubicBezTo>
                    <a:lnTo>
                      <a:pt x="549" y="387"/>
                    </a:lnTo>
                    <a:cubicBezTo>
                      <a:pt x="810" y="559"/>
                      <a:pt x="1077" y="732"/>
                      <a:pt x="1377" y="821"/>
                    </a:cubicBezTo>
                    <a:cubicBezTo>
                      <a:pt x="1502" y="859"/>
                      <a:pt x="1635" y="881"/>
                      <a:pt x="1767" y="881"/>
                    </a:cubicBezTo>
                    <a:cubicBezTo>
                      <a:pt x="1950" y="881"/>
                      <a:pt x="2130" y="839"/>
                      <a:pt x="2283" y="742"/>
                    </a:cubicBezTo>
                    <a:cubicBezTo>
                      <a:pt x="2006" y="220"/>
                      <a:pt x="1363" y="77"/>
                      <a:pt x="824" y="16"/>
                    </a:cubicBezTo>
                    <a:cubicBezTo>
                      <a:pt x="734" y="5"/>
                      <a:pt x="643" y="1"/>
                      <a:pt x="551" y="1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49"/>
              <p:cNvSpPr/>
              <p:nvPr/>
            </p:nvSpPr>
            <p:spPr>
              <a:xfrm>
                <a:off x="10956122" y="2538069"/>
                <a:ext cx="487903" cy="140655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689" extrusionOk="0">
                    <a:moveTo>
                      <a:pt x="1319" y="0"/>
                    </a:moveTo>
                    <a:cubicBezTo>
                      <a:pt x="1141" y="0"/>
                      <a:pt x="963" y="17"/>
                      <a:pt x="797" y="39"/>
                    </a:cubicBezTo>
                    <a:cubicBezTo>
                      <a:pt x="527" y="75"/>
                      <a:pt x="259" y="172"/>
                      <a:pt x="1" y="254"/>
                    </a:cubicBezTo>
                    <a:lnTo>
                      <a:pt x="621" y="467"/>
                    </a:lnTo>
                    <a:cubicBezTo>
                      <a:pt x="916" y="570"/>
                      <a:pt x="1217" y="673"/>
                      <a:pt x="1529" y="686"/>
                    </a:cubicBezTo>
                    <a:cubicBezTo>
                      <a:pt x="1552" y="688"/>
                      <a:pt x="1575" y="688"/>
                      <a:pt x="1597" y="688"/>
                    </a:cubicBezTo>
                    <a:cubicBezTo>
                      <a:pt x="1890" y="688"/>
                      <a:pt x="2189" y="598"/>
                      <a:pt x="2389" y="388"/>
                    </a:cubicBezTo>
                    <a:cubicBezTo>
                      <a:pt x="2115" y="85"/>
                      <a:pt x="1717" y="0"/>
                      <a:pt x="1319" y="0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49"/>
              <p:cNvSpPr/>
              <p:nvPr/>
            </p:nvSpPr>
            <p:spPr>
              <a:xfrm>
                <a:off x="10881201" y="1692711"/>
                <a:ext cx="161886" cy="488515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93" extrusionOk="0">
                    <a:moveTo>
                      <a:pt x="488" y="0"/>
                    </a:moveTo>
                    <a:cubicBezTo>
                      <a:pt x="383" y="251"/>
                      <a:pt x="262" y="509"/>
                      <a:pt x="202" y="774"/>
                    </a:cubicBezTo>
                    <a:cubicBezTo>
                      <a:pt x="80" y="1302"/>
                      <a:pt x="1" y="1957"/>
                      <a:pt x="402" y="2392"/>
                    </a:cubicBezTo>
                    <a:cubicBezTo>
                      <a:pt x="648" y="2197"/>
                      <a:pt x="763" y="1876"/>
                      <a:pt x="778" y="1563"/>
                    </a:cubicBezTo>
                    <a:cubicBezTo>
                      <a:pt x="793" y="1252"/>
                      <a:pt x="718" y="943"/>
                      <a:pt x="643" y="639"/>
                    </a:cubicBezTo>
                    <a:cubicBezTo>
                      <a:pt x="593" y="427"/>
                      <a:pt x="541" y="214"/>
                      <a:pt x="488" y="0"/>
                    </a:cubicBez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49"/>
              <p:cNvSpPr/>
              <p:nvPr/>
            </p:nvSpPr>
            <p:spPr>
              <a:xfrm>
                <a:off x="11073096" y="1933396"/>
                <a:ext cx="174338" cy="475246"/>
              </a:xfrm>
              <a:custGeom>
                <a:avLst/>
                <a:gdLst/>
                <a:ahLst/>
                <a:cxnLst/>
                <a:rect l="l" t="t" r="r" b="b"/>
                <a:pathLst>
                  <a:path w="854" h="2328" extrusionOk="0">
                    <a:moveTo>
                      <a:pt x="81" y="1"/>
                    </a:moveTo>
                    <a:cubicBezTo>
                      <a:pt x="46" y="271"/>
                      <a:pt x="0" y="553"/>
                      <a:pt x="14" y="823"/>
                    </a:cubicBezTo>
                    <a:cubicBezTo>
                      <a:pt x="40" y="1365"/>
                      <a:pt x="142" y="2016"/>
                      <a:pt x="646" y="2327"/>
                    </a:cubicBezTo>
                    <a:cubicBezTo>
                      <a:pt x="829" y="2074"/>
                      <a:pt x="853" y="1732"/>
                      <a:pt x="783" y="1427"/>
                    </a:cubicBezTo>
                    <a:cubicBezTo>
                      <a:pt x="712" y="1122"/>
                      <a:pt x="556" y="845"/>
                      <a:pt x="403" y="574"/>
                    </a:cubicBezTo>
                    <a:lnTo>
                      <a:pt x="81" y="1"/>
                    </a:ln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49"/>
              <p:cNvSpPr/>
              <p:nvPr/>
            </p:nvSpPr>
            <p:spPr>
              <a:xfrm>
                <a:off x="11258458" y="2130803"/>
                <a:ext cx="303357" cy="394405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93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72" y="261"/>
                      <a:pt x="138" y="540"/>
                      <a:pt x="254" y="785"/>
                    </a:cubicBezTo>
                    <a:cubicBezTo>
                      <a:pt x="486" y="1275"/>
                      <a:pt x="828" y="1837"/>
                      <a:pt x="1413" y="1931"/>
                    </a:cubicBezTo>
                    <a:cubicBezTo>
                      <a:pt x="1486" y="1627"/>
                      <a:pt x="1377" y="1302"/>
                      <a:pt x="1195" y="1047"/>
                    </a:cubicBezTo>
                    <a:cubicBezTo>
                      <a:pt x="1013" y="794"/>
                      <a:pt x="762" y="597"/>
                      <a:pt x="516" y="4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1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07" name="Google Shape;2107;p49"/>
              <p:cNvGrpSpPr/>
              <p:nvPr/>
            </p:nvGrpSpPr>
            <p:grpSpPr>
              <a:xfrm>
                <a:off x="10638679" y="1677809"/>
                <a:ext cx="1078694" cy="959474"/>
                <a:chOff x="5454454" y="1921185"/>
                <a:chExt cx="225415" cy="200502"/>
              </a:xfrm>
            </p:grpSpPr>
            <p:sp>
              <p:nvSpPr>
                <p:cNvPr id="2108" name="Google Shape;2108;p49"/>
                <p:cNvSpPr/>
                <p:nvPr/>
              </p:nvSpPr>
              <p:spPr>
                <a:xfrm>
                  <a:off x="5467722" y="1921185"/>
                  <a:ext cx="212148" cy="19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" h="4564" extrusionOk="0">
                      <a:moveTo>
                        <a:pt x="50" y="1"/>
                      </a:moveTo>
                      <a:cubicBezTo>
                        <a:pt x="25" y="1"/>
                        <a:pt x="1" y="20"/>
                        <a:pt x="7" y="51"/>
                      </a:cubicBezTo>
                      <a:cubicBezTo>
                        <a:pt x="117" y="627"/>
                        <a:pt x="363" y="1287"/>
                        <a:pt x="702" y="1908"/>
                      </a:cubicBezTo>
                      <a:cubicBezTo>
                        <a:pt x="1045" y="2537"/>
                        <a:pt x="1444" y="3056"/>
                        <a:pt x="1828" y="3372"/>
                      </a:cubicBezTo>
                      <a:cubicBezTo>
                        <a:pt x="2609" y="4015"/>
                        <a:pt x="3848" y="4493"/>
                        <a:pt x="4911" y="4563"/>
                      </a:cubicBezTo>
                      <a:lnTo>
                        <a:pt x="4914" y="4563"/>
                      </a:lnTo>
                      <a:cubicBezTo>
                        <a:pt x="4915" y="4563"/>
                        <a:pt x="4915" y="4563"/>
                        <a:pt x="4916" y="4563"/>
                      </a:cubicBezTo>
                      <a:cubicBezTo>
                        <a:pt x="4971" y="4563"/>
                        <a:pt x="4972" y="4481"/>
                        <a:pt x="4917" y="4478"/>
                      </a:cubicBezTo>
                      <a:cubicBezTo>
                        <a:pt x="3869" y="4410"/>
                        <a:pt x="2649" y="3939"/>
                        <a:pt x="1881" y="3306"/>
                      </a:cubicBezTo>
                      <a:cubicBezTo>
                        <a:pt x="1507" y="2998"/>
                        <a:pt x="1115" y="2486"/>
                        <a:pt x="776" y="1867"/>
                      </a:cubicBezTo>
                      <a:cubicBezTo>
                        <a:pt x="442" y="1253"/>
                        <a:pt x="198" y="603"/>
                        <a:pt x="90" y="36"/>
                      </a:cubicBezTo>
                      <a:cubicBezTo>
                        <a:pt x="86" y="12"/>
                        <a:pt x="68" y="1"/>
                        <a:pt x="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49"/>
                <p:cNvSpPr/>
                <p:nvPr/>
              </p:nvSpPr>
              <p:spPr>
                <a:xfrm>
                  <a:off x="5454454" y="1960731"/>
                  <a:ext cx="74570" cy="82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8" h="1927" extrusionOk="0">
                      <a:moveTo>
                        <a:pt x="1590" y="1"/>
                      </a:moveTo>
                      <a:cubicBezTo>
                        <a:pt x="1566" y="1"/>
                        <a:pt x="1548" y="20"/>
                        <a:pt x="1547" y="44"/>
                      </a:cubicBezTo>
                      <a:cubicBezTo>
                        <a:pt x="1541" y="629"/>
                        <a:pt x="1594" y="1176"/>
                        <a:pt x="1650" y="1753"/>
                      </a:cubicBezTo>
                      <a:lnTo>
                        <a:pt x="1657" y="1822"/>
                      </a:lnTo>
                      <a:cubicBezTo>
                        <a:pt x="1075" y="1604"/>
                        <a:pt x="542" y="1273"/>
                        <a:pt x="91" y="846"/>
                      </a:cubicBezTo>
                      <a:cubicBezTo>
                        <a:pt x="82" y="838"/>
                        <a:pt x="72" y="834"/>
                        <a:pt x="62" y="834"/>
                      </a:cubicBezTo>
                      <a:cubicBezTo>
                        <a:pt x="28" y="834"/>
                        <a:pt x="1" y="878"/>
                        <a:pt x="33" y="908"/>
                      </a:cubicBezTo>
                      <a:cubicBezTo>
                        <a:pt x="509" y="1358"/>
                        <a:pt x="1074" y="1704"/>
                        <a:pt x="1691" y="1923"/>
                      </a:cubicBezTo>
                      <a:cubicBezTo>
                        <a:pt x="1696" y="1925"/>
                        <a:pt x="1700" y="1926"/>
                        <a:pt x="1706" y="1926"/>
                      </a:cubicBezTo>
                      <a:cubicBezTo>
                        <a:pt x="1715" y="1926"/>
                        <a:pt x="1724" y="1923"/>
                        <a:pt x="1732" y="1917"/>
                      </a:cubicBezTo>
                      <a:cubicBezTo>
                        <a:pt x="1742" y="1908"/>
                        <a:pt x="1748" y="1893"/>
                        <a:pt x="1746" y="1880"/>
                      </a:cubicBezTo>
                      <a:lnTo>
                        <a:pt x="1735" y="1746"/>
                      </a:lnTo>
                      <a:cubicBezTo>
                        <a:pt x="1678" y="1170"/>
                        <a:pt x="1626" y="626"/>
                        <a:pt x="1632" y="44"/>
                      </a:cubicBezTo>
                      <a:cubicBezTo>
                        <a:pt x="1632" y="20"/>
                        <a:pt x="1614" y="2"/>
                        <a:pt x="15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49"/>
                <p:cNvSpPr/>
                <p:nvPr/>
              </p:nvSpPr>
              <p:spPr>
                <a:xfrm>
                  <a:off x="5487729" y="2018322"/>
                  <a:ext cx="91634" cy="68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" h="1601" extrusionOk="0">
                      <a:moveTo>
                        <a:pt x="1620" y="0"/>
                      </a:moveTo>
                      <a:cubicBezTo>
                        <a:pt x="1595" y="0"/>
                        <a:pt x="1570" y="20"/>
                        <a:pt x="1578" y="51"/>
                      </a:cubicBezTo>
                      <a:lnTo>
                        <a:pt x="1584" y="82"/>
                      </a:lnTo>
                      <a:cubicBezTo>
                        <a:pt x="1691" y="569"/>
                        <a:pt x="1800" y="1068"/>
                        <a:pt x="2027" y="1515"/>
                      </a:cubicBezTo>
                      <a:lnTo>
                        <a:pt x="2024" y="1515"/>
                      </a:lnTo>
                      <a:cubicBezTo>
                        <a:pt x="1342" y="1515"/>
                        <a:pt x="673" y="1335"/>
                        <a:pt x="85" y="992"/>
                      </a:cubicBezTo>
                      <a:cubicBezTo>
                        <a:pt x="77" y="987"/>
                        <a:pt x="69" y="985"/>
                        <a:pt x="62" y="985"/>
                      </a:cubicBezTo>
                      <a:cubicBezTo>
                        <a:pt x="24" y="985"/>
                        <a:pt x="1" y="1041"/>
                        <a:pt x="42" y="1065"/>
                      </a:cubicBezTo>
                      <a:cubicBezTo>
                        <a:pt x="643" y="1416"/>
                        <a:pt x="1327" y="1600"/>
                        <a:pt x="2022" y="1600"/>
                      </a:cubicBezTo>
                      <a:cubicBezTo>
                        <a:pt x="2048" y="1600"/>
                        <a:pt x="2071" y="1600"/>
                        <a:pt x="2095" y="1599"/>
                      </a:cubicBezTo>
                      <a:cubicBezTo>
                        <a:pt x="2128" y="1599"/>
                        <a:pt x="2148" y="1565"/>
                        <a:pt x="2133" y="1536"/>
                      </a:cubicBezTo>
                      <a:cubicBezTo>
                        <a:pt x="1891" y="1085"/>
                        <a:pt x="1776" y="566"/>
                        <a:pt x="1667" y="65"/>
                      </a:cubicBezTo>
                      <a:lnTo>
                        <a:pt x="1660" y="33"/>
                      </a:lnTo>
                      <a:cubicBezTo>
                        <a:pt x="1655" y="10"/>
                        <a:pt x="1637" y="0"/>
                        <a:pt x="16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49"/>
                <p:cNvSpPr/>
                <p:nvPr/>
              </p:nvSpPr>
              <p:spPr>
                <a:xfrm>
                  <a:off x="5600608" y="2042254"/>
                  <a:ext cx="47011" cy="67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" h="1584" extrusionOk="0">
                      <a:moveTo>
                        <a:pt x="64" y="1"/>
                      </a:moveTo>
                      <a:cubicBezTo>
                        <a:pt x="31" y="1"/>
                        <a:pt x="1" y="44"/>
                        <a:pt x="34" y="75"/>
                      </a:cubicBezTo>
                      <a:cubicBezTo>
                        <a:pt x="411" y="497"/>
                        <a:pt x="841" y="974"/>
                        <a:pt x="1014" y="1554"/>
                      </a:cubicBezTo>
                      <a:cubicBezTo>
                        <a:pt x="1018" y="1572"/>
                        <a:pt x="1034" y="1584"/>
                        <a:pt x="1054" y="1584"/>
                      </a:cubicBezTo>
                      <a:cubicBezTo>
                        <a:pt x="1058" y="1584"/>
                        <a:pt x="1063" y="1582"/>
                        <a:pt x="1066" y="1582"/>
                      </a:cubicBezTo>
                      <a:cubicBezTo>
                        <a:pt x="1088" y="1575"/>
                        <a:pt x="1102" y="1551"/>
                        <a:pt x="1094" y="1529"/>
                      </a:cubicBezTo>
                      <a:cubicBezTo>
                        <a:pt x="917" y="932"/>
                        <a:pt x="481" y="447"/>
                        <a:pt x="96" y="20"/>
                      </a:cubicBezTo>
                      <a:cubicBezTo>
                        <a:pt x="87" y="6"/>
                        <a:pt x="75" y="1"/>
                        <a:pt x="6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49"/>
                <p:cNvSpPr/>
                <p:nvPr/>
              </p:nvSpPr>
              <p:spPr>
                <a:xfrm>
                  <a:off x="5564133" y="2105689"/>
                  <a:ext cx="77812" cy="15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" h="375" extrusionOk="0">
                      <a:moveTo>
                        <a:pt x="1762" y="0"/>
                      </a:moveTo>
                      <a:cubicBezTo>
                        <a:pt x="1755" y="0"/>
                        <a:pt x="1747" y="2"/>
                        <a:pt x="1739" y="7"/>
                      </a:cubicBezTo>
                      <a:cubicBezTo>
                        <a:pt x="1579" y="107"/>
                        <a:pt x="1341" y="226"/>
                        <a:pt x="1154" y="256"/>
                      </a:cubicBezTo>
                      <a:cubicBezTo>
                        <a:pt x="1061" y="272"/>
                        <a:pt x="944" y="291"/>
                        <a:pt x="777" y="291"/>
                      </a:cubicBezTo>
                      <a:cubicBezTo>
                        <a:pt x="604" y="291"/>
                        <a:pt x="379" y="271"/>
                        <a:pt x="70" y="206"/>
                      </a:cubicBezTo>
                      <a:cubicBezTo>
                        <a:pt x="66" y="205"/>
                        <a:pt x="63" y="204"/>
                        <a:pt x="60" y="204"/>
                      </a:cubicBezTo>
                      <a:cubicBezTo>
                        <a:pt x="13" y="204"/>
                        <a:pt x="1" y="276"/>
                        <a:pt x="52" y="288"/>
                      </a:cubicBezTo>
                      <a:cubicBezTo>
                        <a:pt x="365" y="355"/>
                        <a:pt x="601" y="374"/>
                        <a:pt x="779" y="374"/>
                      </a:cubicBezTo>
                      <a:cubicBezTo>
                        <a:pt x="910" y="374"/>
                        <a:pt x="1041" y="362"/>
                        <a:pt x="1169" y="340"/>
                      </a:cubicBezTo>
                      <a:cubicBezTo>
                        <a:pt x="1368" y="308"/>
                        <a:pt x="1618" y="185"/>
                        <a:pt x="1784" y="79"/>
                      </a:cubicBezTo>
                      <a:cubicBezTo>
                        <a:pt x="1823" y="54"/>
                        <a:pt x="1799" y="0"/>
                        <a:pt x="17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113" name="Google Shape;2113;p49"/>
            <p:cNvSpPr/>
            <p:nvPr/>
          </p:nvSpPr>
          <p:spPr>
            <a:xfrm>
              <a:off x="5650643" y="457951"/>
              <a:ext cx="46137" cy="46137"/>
            </a:xfrm>
            <a:custGeom>
              <a:avLst/>
              <a:gdLst/>
              <a:ahLst/>
              <a:cxnLst/>
              <a:rect l="l" t="t" r="r" b="b"/>
              <a:pathLst>
                <a:path w="226" h="226" extrusionOk="0">
                  <a:moveTo>
                    <a:pt x="112" y="0"/>
                  </a:moveTo>
                  <a:cubicBezTo>
                    <a:pt x="51" y="0"/>
                    <a:pt x="0" y="51"/>
                    <a:pt x="0" y="113"/>
                  </a:cubicBezTo>
                  <a:cubicBezTo>
                    <a:pt x="0" y="175"/>
                    <a:pt x="51" y="225"/>
                    <a:pt x="112" y="225"/>
                  </a:cubicBezTo>
                  <a:cubicBezTo>
                    <a:pt x="175" y="225"/>
                    <a:pt x="225" y="175"/>
                    <a:pt x="225" y="113"/>
                  </a:cubicBezTo>
                  <a:cubicBezTo>
                    <a:pt x="225" y="51"/>
                    <a:pt x="175" y="0"/>
                    <a:pt x="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9"/>
            <p:cNvSpPr/>
            <p:nvPr/>
          </p:nvSpPr>
          <p:spPr>
            <a:xfrm>
              <a:off x="2968939" y="454691"/>
              <a:ext cx="52669" cy="52669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1"/>
                  </a:moveTo>
                  <a:cubicBezTo>
                    <a:pt x="58" y="1"/>
                    <a:pt x="1" y="59"/>
                    <a:pt x="1" y="129"/>
                  </a:cubicBezTo>
                  <a:cubicBezTo>
                    <a:pt x="1" y="201"/>
                    <a:pt x="58" y="257"/>
                    <a:pt x="129" y="257"/>
                  </a:cubicBezTo>
                  <a:cubicBezTo>
                    <a:pt x="199" y="257"/>
                    <a:pt x="257" y="201"/>
                    <a:pt x="257" y="129"/>
                  </a:cubicBezTo>
                  <a:cubicBezTo>
                    <a:pt x="257" y="59"/>
                    <a:pt x="199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9"/>
            <p:cNvSpPr/>
            <p:nvPr/>
          </p:nvSpPr>
          <p:spPr>
            <a:xfrm>
              <a:off x="6022294" y="4226551"/>
              <a:ext cx="46137" cy="39604"/>
            </a:xfrm>
            <a:custGeom>
              <a:avLst/>
              <a:gdLst/>
              <a:ahLst/>
              <a:cxnLst/>
              <a:rect l="l" t="t" r="r" b="b"/>
              <a:pathLst>
                <a:path w="226" h="194" extrusionOk="0">
                  <a:moveTo>
                    <a:pt x="130" y="0"/>
                  </a:moveTo>
                  <a:cubicBezTo>
                    <a:pt x="43" y="0"/>
                    <a:pt x="0" y="105"/>
                    <a:pt x="61" y="166"/>
                  </a:cubicBezTo>
                  <a:cubicBezTo>
                    <a:pt x="81" y="185"/>
                    <a:pt x="105" y="194"/>
                    <a:pt x="129" y="194"/>
                  </a:cubicBezTo>
                  <a:cubicBezTo>
                    <a:pt x="178" y="194"/>
                    <a:pt x="225" y="156"/>
                    <a:pt x="225" y="97"/>
                  </a:cubicBezTo>
                  <a:cubicBezTo>
                    <a:pt x="225" y="44"/>
                    <a:pt x="182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9"/>
            <p:cNvSpPr/>
            <p:nvPr/>
          </p:nvSpPr>
          <p:spPr>
            <a:xfrm>
              <a:off x="2574033" y="3488047"/>
              <a:ext cx="69409" cy="59202"/>
            </a:xfrm>
            <a:custGeom>
              <a:avLst/>
              <a:gdLst/>
              <a:ahLst/>
              <a:cxnLst/>
              <a:rect l="l" t="t" r="r" b="b"/>
              <a:pathLst>
                <a:path w="340" h="290" extrusionOk="0">
                  <a:moveTo>
                    <a:pt x="195" y="0"/>
                  </a:moveTo>
                  <a:cubicBezTo>
                    <a:pt x="65" y="0"/>
                    <a:pt x="1" y="155"/>
                    <a:pt x="92" y="246"/>
                  </a:cubicBezTo>
                  <a:cubicBezTo>
                    <a:pt x="121" y="276"/>
                    <a:pt x="158" y="289"/>
                    <a:pt x="194" y="289"/>
                  </a:cubicBezTo>
                  <a:cubicBezTo>
                    <a:pt x="268" y="289"/>
                    <a:pt x="339" y="231"/>
                    <a:pt x="339" y="145"/>
                  </a:cubicBezTo>
                  <a:cubicBezTo>
                    <a:pt x="339" y="64"/>
                    <a:pt x="274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9"/>
            <p:cNvSpPr/>
            <p:nvPr/>
          </p:nvSpPr>
          <p:spPr>
            <a:xfrm>
              <a:off x="6477379" y="2548782"/>
              <a:ext cx="46137" cy="45933"/>
            </a:xfrm>
            <a:custGeom>
              <a:avLst/>
              <a:gdLst/>
              <a:ahLst/>
              <a:cxnLst/>
              <a:rect l="l" t="t" r="r" b="b"/>
              <a:pathLst>
                <a:path w="226" h="225" extrusionOk="0">
                  <a:moveTo>
                    <a:pt x="112" y="1"/>
                  </a:moveTo>
                  <a:cubicBezTo>
                    <a:pt x="51" y="1"/>
                    <a:pt x="1" y="50"/>
                    <a:pt x="1" y="113"/>
                  </a:cubicBezTo>
                  <a:cubicBezTo>
                    <a:pt x="1" y="175"/>
                    <a:pt x="51" y="224"/>
                    <a:pt x="112" y="224"/>
                  </a:cubicBezTo>
                  <a:cubicBezTo>
                    <a:pt x="175" y="224"/>
                    <a:pt x="226" y="175"/>
                    <a:pt x="226" y="113"/>
                  </a:cubicBezTo>
                  <a:cubicBezTo>
                    <a:pt x="226" y="50"/>
                    <a:pt x="175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4E6A-7137-11CA-A40A-0A15438F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98837-092E-8C7F-8218-D906652D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800" dirty="0"/>
              <a:t>Rémunération annuelle brute moyenne par EQTP selon le sexe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9C5CE69-B5C6-F9F7-4714-136CB225BA59}"/>
              </a:ext>
            </a:extLst>
          </p:cNvPr>
          <p:cNvSpPr txBox="1">
            <a:spLocks/>
          </p:cNvSpPr>
          <p:nvPr/>
        </p:nvSpPr>
        <p:spPr>
          <a:xfrm>
            <a:off x="5546558" y="4596063"/>
            <a:ext cx="3597442" cy="547435"/>
          </a:xfrm>
          <a:prstGeom prst="rect">
            <a:avLst/>
          </a:prstGeom>
          <a:gradFill>
            <a:gsLst>
              <a:gs pos="8000">
                <a:srgbClr val="0070C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8000">
                  <a:schemeClr val="accent1">
                    <a:lumMod val="60000"/>
                    <a:lumOff val="4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40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fr-FR" sz="1600" dirty="0"/>
              <a:t>Nombre de points obtenus : 36/40</a:t>
            </a:r>
            <a:endParaRPr lang="fr-FR" sz="1050" dirty="0"/>
          </a:p>
        </p:txBody>
      </p:sp>
      <p:pic>
        <p:nvPicPr>
          <p:cNvPr id="9" name="Image 8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56F198ED-E5C0-4E4F-0A29-3F32D40C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0" y="1044632"/>
            <a:ext cx="4882552" cy="3653843"/>
          </a:xfrm>
          <a:prstGeom prst="rect">
            <a:avLst/>
          </a:prstGeom>
        </p:spPr>
      </p:pic>
      <p:pic>
        <p:nvPicPr>
          <p:cNvPr id="11" name="Image 10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E778CE0E-6BB6-BAC7-D35B-F57880D5D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484" y="1044632"/>
            <a:ext cx="3666816" cy="356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7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0113-0FB0-8CB0-7927-31453A8E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CF16F-8F85-1162-E90A-B0CE3934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3" y="2"/>
            <a:ext cx="9240253" cy="589545"/>
          </a:xfrm>
        </p:spPr>
        <p:txBody>
          <a:bodyPr/>
          <a:lstStyle/>
          <a:p>
            <a:r>
              <a:rPr lang="fr-FR" sz="2400" dirty="0"/>
              <a:t>Ecart de taux d’augmentations – indicateur de l’index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FDCB234-20D9-9287-AAB0-D3625AB98474}"/>
              </a:ext>
            </a:extLst>
          </p:cNvPr>
          <p:cNvSpPr txBox="1">
            <a:spLocks/>
          </p:cNvSpPr>
          <p:nvPr/>
        </p:nvSpPr>
        <p:spPr>
          <a:xfrm>
            <a:off x="7098632" y="4439653"/>
            <a:ext cx="2045368" cy="703846"/>
          </a:xfrm>
          <a:prstGeom prst="rect">
            <a:avLst/>
          </a:prstGeom>
          <a:gradFill>
            <a:gsLst>
              <a:gs pos="8000">
                <a:srgbClr val="0070C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8000">
                  <a:schemeClr val="accent1">
                    <a:lumMod val="60000"/>
                    <a:lumOff val="4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40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fr-FR" sz="1600" dirty="0"/>
              <a:t>Nombre de points obtenus : 10/20</a:t>
            </a:r>
            <a:endParaRPr lang="fr-FR" sz="1050" dirty="0"/>
          </a:p>
        </p:txBody>
      </p:sp>
      <p:pic>
        <p:nvPicPr>
          <p:cNvPr id="4" name="Image 3" descr="Une image contenant capture d’écran, texte, diagramme, ligne&#10;&#10;Le contenu généré par l’IA peut être incorrect.">
            <a:extLst>
              <a:ext uri="{FF2B5EF4-FFF2-40B4-BE49-F238E27FC236}">
                <a16:creationId xmlns:a16="http://schemas.microsoft.com/office/drawing/2014/main" id="{9935ABFB-97D3-CA06-107A-E008B132E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6880"/>
            <a:ext cx="5301342" cy="3464749"/>
          </a:xfrm>
          <a:prstGeom prst="rect">
            <a:avLst/>
          </a:prstGeom>
        </p:spPr>
      </p:pic>
      <p:pic>
        <p:nvPicPr>
          <p:cNvPr id="6" name="Image 5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082F788C-9E86-3999-ED32-465E0A45E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419" y="1585600"/>
            <a:ext cx="3737617" cy="18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7539CD-EE1B-A338-1C28-0089A16F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226062" cy="788894"/>
          </a:xfrm>
        </p:spPr>
        <p:txBody>
          <a:bodyPr/>
          <a:lstStyle/>
          <a:p>
            <a:r>
              <a:rPr lang="fr-FR" sz="2750" dirty="0"/>
              <a:t>Ecart de taux promotions- Indicateurs de l’index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7CC46B14-BE59-11FB-2CF0-98927369775F}"/>
              </a:ext>
            </a:extLst>
          </p:cNvPr>
          <p:cNvSpPr txBox="1">
            <a:spLocks/>
          </p:cNvSpPr>
          <p:nvPr/>
        </p:nvSpPr>
        <p:spPr>
          <a:xfrm>
            <a:off x="7098632" y="4439653"/>
            <a:ext cx="2045368" cy="703846"/>
          </a:xfrm>
          <a:prstGeom prst="rect">
            <a:avLst/>
          </a:prstGeom>
          <a:gradFill>
            <a:gsLst>
              <a:gs pos="8000">
                <a:srgbClr val="0070C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8000">
                  <a:schemeClr val="accent1">
                    <a:lumMod val="60000"/>
                    <a:lumOff val="4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40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fr-FR" sz="1600" dirty="0"/>
              <a:t>Nombre de points obtenus : 15/15</a:t>
            </a:r>
            <a:endParaRPr lang="fr-FR" sz="1050" dirty="0"/>
          </a:p>
        </p:txBody>
      </p:sp>
      <p:pic>
        <p:nvPicPr>
          <p:cNvPr id="9" name="Image 8" descr="Une image contenant texte, diagramm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6DAFAAA6-0407-E46A-AB4A-D41AECC2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79" y="873025"/>
            <a:ext cx="5025157" cy="3482498"/>
          </a:xfrm>
          <a:prstGeom prst="rect">
            <a:avLst/>
          </a:prstGeom>
        </p:spPr>
      </p:pic>
      <p:pic>
        <p:nvPicPr>
          <p:cNvPr id="4" name="Image 3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22F5D8E8-9975-AABF-E04E-87669B160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176" y="1515836"/>
            <a:ext cx="3637036" cy="211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5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52525-3400-71A4-30D4-3C1AD4DA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800844-E3D6-3191-59B1-CBC1BF4C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13" y="-53788"/>
            <a:ext cx="8982635" cy="878304"/>
          </a:xfrm>
        </p:spPr>
        <p:txBody>
          <a:bodyPr/>
          <a:lstStyle/>
          <a:p>
            <a:r>
              <a:rPr lang="fr-FR" sz="2400" dirty="0"/>
              <a:t>Structure des rémunérations annuelles et concentration des plus hauts salaires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3C04B59-6647-0731-FFCD-0C65F0C1ADDD}"/>
              </a:ext>
            </a:extLst>
          </p:cNvPr>
          <p:cNvSpPr txBox="1">
            <a:spLocks/>
          </p:cNvSpPr>
          <p:nvPr/>
        </p:nvSpPr>
        <p:spPr>
          <a:xfrm>
            <a:off x="7880684" y="3850106"/>
            <a:ext cx="1263316" cy="1293394"/>
          </a:xfrm>
          <a:prstGeom prst="rect">
            <a:avLst/>
          </a:prstGeom>
          <a:gradFill>
            <a:gsLst>
              <a:gs pos="8000">
                <a:srgbClr val="0070C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8000">
                  <a:schemeClr val="accent1">
                    <a:lumMod val="60000"/>
                    <a:lumOff val="4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40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fr-FR" sz="1600" dirty="0"/>
              <a:t>Nombre de points obtenus : 5/10</a:t>
            </a:r>
            <a:endParaRPr lang="fr-FR" sz="1050" dirty="0"/>
          </a:p>
        </p:txBody>
      </p:sp>
      <p:pic>
        <p:nvPicPr>
          <p:cNvPr id="5" name="Image 4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25F1AA98-F9C0-90F0-197B-20378E7A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376" y="994612"/>
            <a:ext cx="2416454" cy="2855494"/>
          </a:xfrm>
          <a:prstGeom prst="rect">
            <a:avLst/>
          </a:prstGeom>
        </p:spPr>
      </p:pic>
      <p:pic>
        <p:nvPicPr>
          <p:cNvPr id="7" name="Image 6" descr="Une image contenant diagramme, lign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7A58CD09-D93E-E719-F2A7-7F30CCD7C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612"/>
            <a:ext cx="6427694" cy="285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89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56"/>
          <p:cNvSpPr txBox="1">
            <a:spLocks noGrp="1"/>
          </p:cNvSpPr>
          <p:nvPr>
            <p:ph type="title"/>
          </p:nvPr>
        </p:nvSpPr>
        <p:spPr>
          <a:xfrm>
            <a:off x="4340349" y="1325787"/>
            <a:ext cx="4631478" cy="20594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I</a:t>
            </a:r>
            <a:r>
              <a:rPr lang="en" sz="2800" dirty="0"/>
              <a:t>ndex de l’égalité professionnelle femmes-hommes</a:t>
            </a:r>
            <a:endParaRPr sz="2800" dirty="0"/>
          </a:p>
        </p:txBody>
      </p:sp>
      <p:sp>
        <p:nvSpPr>
          <p:cNvPr id="2532" name="Google Shape;2532;p56"/>
          <p:cNvSpPr txBox="1">
            <a:spLocks noGrp="1"/>
          </p:cNvSpPr>
          <p:nvPr>
            <p:ph type="title" idx="2"/>
          </p:nvPr>
        </p:nvSpPr>
        <p:spPr>
          <a:xfrm>
            <a:off x="937408" y="1476375"/>
            <a:ext cx="3187119" cy="14000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533" name="Google Shape;2533;p56"/>
          <p:cNvSpPr/>
          <p:nvPr/>
        </p:nvSpPr>
        <p:spPr>
          <a:xfrm>
            <a:off x="7235550" y="918050"/>
            <a:ext cx="162900" cy="16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56"/>
          <p:cNvGrpSpPr/>
          <p:nvPr/>
        </p:nvGrpSpPr>
        <p:grpSpPr>
          <a:xfrm>
            <a:off x="705364" y="781072"/>
            <a:ext cx="5611461" cy="3200163"/>
            <a:chOff x="715092" y="768980"/>
            <a:chExt cx="5611461" cy="3200163"/>
          </a:xfrm>
        </p:grpSpPr>
        <p:grpSp>
          <p:nvGrpSpPr>
            <p:cNvPr id="2535" name="Google Shape;2535;p56"/>
            <p:cNvGrpSpPr/>
            <p:nvPr/>
          </p:nvGrpSpPr>
          <p:grpSpPr>
            <a:xfrm>
              <a:off x="5263820" y="1398493"/>
              <a:ext cx="287442" cy="285157"/>
              <a:chOff x="4957420" y="863843"/>
              <a:chExt cx="287442" cy="285157"/>
            </a:xfrm>
          </p:grpSpPr>
          <p:grpSp>
            <p:nvGrpSpPr>
              <p:cNvPr id="2536" name="Google Shape;2536;p56"/>
              <p:cNvGrpSpPr/>
              <p:nvPr/>
            </p:nvGrpSpPr>
            <p:grpSpPr>
              <a:xfrm rot="1084642" flipH="1">
                <a:off x="4986729" y="893784"/>
                <a:ext cx="228825" cy="225275"/>
                <a:chOff x="6922677" y="4661215"/>
                <a:chExt cx="128160" cy="126173"/>
              </a:xfrm>
            </p:grpSpPr>
            <p:sp>
              <p:nvSpPr>
                <p:cNvPr id="2537" name="Google Shape;2537;p56"/>
                <p:cNvSpPr/>
                <p:nvPr/>
              </p:nvSpPr>
              <p:spPr>
                <a:xfrm rot="520759">
                  <a:off x="6965039" y="4663870"/>
                  <a:ext cx="44349" cy="12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1349" extrusionOk="0">
                      <a:moveTo>
                        <a:pt x="405" y="0"/>
                      </a:moveTo>
                      <a:cubicBezTo>
                        <a:pt x="379" y="0"/>
                        <a:pt x="355" y="17"/>
                        <a:pt x="348" y="43"/>
                      </a:cubicBezTo>
                      <a:lnTo>
                        <a:pt x="8" y="1267"/>
                      </a:lnTo>
                      <a:cubicBezTo>
                        <a:pt x="1" y="1298"/>
                        <a:pt x="19" y="1331"/>
                        <a:pt x="50" y="1340"/>
                      </a:cubicBezTo>
                      <a:lnTo>
                        <a:pt x="74" y="1346"/>
                      </a:lnTo>
                      <a:cubicBezTo>
                        <a:pt x="79" y="1347"/>
                        <a:pt x="85" y="1348"/>
                        <a:pt x="90" y="1348"/>
                      </a:cubicBezTo>
                      <a:cubicBezTo>
                        <a:pt x="116" y="1348"/>
                        <a:pt x="139" y="1331"/>
                        <a:pt x="147" y="1306"/>
                      </a:cubicBezTo>
                      <a:lnTo>
                        <a:pt x="485" y="81"/>
                      </a:lnTo>
                      <a:cubicBezTo>
                        <a:pt x="494" y="50"/>
                        <a:pt x="476" y="17"/>
                        <a:pt x="445" y="8"/>
                      </a:cubicBezTo>
                      <a:lnTo>
                        <a:pt x="421" y="2"/>
                      </a:lnTo>
                      <a:cubicBezTo>
                        <a:pt x="416" y="1"/>
                        <a:pt x="410" y="0"/>
                        <a:pt x="40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56"/>
                <p:cNvSpPr/>
                <p:nvPr/>
              </p:nvSpPr>
              <p:spPr>
                <a:xfrm rot="520759">
                  <a:off x="6937273" y="4681059"/>
                  <a:ext cx="99718" cy="8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" h="964" extrusionOk="0">
                      <a:moveTo>
                        <a:pt x="1031" y="1"/>
                      </a:moveTo>
                      <a:cubicBezTo>
                        <a:pt x="1017" y="1"/>
                        <a:pt x="1004" y="5"/>
                        <a:pt x="994" y="15"/>
                      </a:cubicBezTo>
                      <a:lnTo>
                        <a:pt x="29" y="841"/>
                      </a:lnTo>
                      <a:cubicBezTo>
                        <a:pt x="3" y="862"/>
                        <a:pt x="0" y="899"/>
                        <a:pt x="21" y="924"/>
                      </a:cubicBezTo>
                      <a:lnTo>
                        <a:pt x="38" y="944"/>
                      </a:lnTo>
                      <a:cubicBezTo>
                        <a:pt x="49" y="957"/>
                        <a:pt x="66" y="964"/>
                        <a:pt x="82" y="964"/>
                      </a:cubicBezTo>
                      <a:cubicBezTo>
                        <a:pt x="96" y="964"/>
                        <a:pt x="110" y="959"/>
                        <a:pt x="121" y="950"/>
                      </a:cubicBezTo>
                      <a:lnTo>
                        <a:pt x="1086" y="123"/>
                      </a:lnTo>
                      <a:cubicBezTo>
                        <a:pt x="1111" y="103"/>
                        <a:pt x="1113" y="65"/>
                        <a:pt x="1092" y="40"/>
                      </a:cubicBezTo>
                      <a:lnTo>
                        <a:pt x="1076" y="22"/>
                      </a:lnTo>
                      <a:cubicBezTo>
                        <a:pt x="1064" y="8"/>
                        <a:pt x="1047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2539;p56"/>
                <p:cNvSpPr/>
                <p:nvPr/>
              </p:nvSpPr>
              <p:spPr>
                <a:xfrm rot="520759">
                  <a:off x="6925099" y="4704611"/>
                  <a:ext cx="122564" cy="4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462" extrusionOk="0">
                      <a:moveTo>
                        <a:pt x="1295" y="1"/>
                      </a:moveTo>
                      <a:cubicBezTo>
                        <a:pt x="1291" y="1"/>
                        <a:pt x="1286" y="2"/>
                        <a:pt x="1281" y="3"/>
                      </a:cubicBezTo>
                      <a:lnTo>
                        <a:pt x="51" y="320"/>
                      </a:lnTo>
                      <a:cubicBezTo>
                        <a:pt x="20" y="329"/>
                        <a:pt x="0" y="361"/>
                        <a:pt x="9" y="393"/>
                      </a:cubicBezTo>
                      <a:lnTo>
                        <a:pt x="15" y="417"/>
                      </a:lnTo>
                      <a:cubicBezTo>
                        <a:pt x="23" y="443"/>
                        <a:pt x="46" y="461"/>
                        <a:pt x="71" y="461"/>
                      </a:cubicBezTo>
                      <a:cubicBezTo>
                        <a:pt x="76" y="461"/>
                        <a:pt x="82" y="460"/>
                        <a:pt x="87" y="459"/>
                      </a:cubicBezTo>
                      <a:lnTo>
                        <a:pt x="1317" y="141"/>
                      </a:lnTo>
                      <a:cubicBezTo>
                        <a:pt x="1348" y="132"/>
                        <a:pt x="1368" y="101"/>
                        <a:pt x="1359" y="70"/>
                      </a:cubicBezTo>
                      <a:lnTo>
                        <a:pt x="1353" y="46"/>
                      </a:lnTo>
                      <a:cubicBezTo>
                        <a:pt x="1346" y="18"/>
                        <a:pt x="1322" y="1"/>
                        <a:pt x="12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0" name="Google Shape;2540;p56"/>
                <p:cNvSpPr/>
                <p:nvPr/>
              </p:nvSpPr>
              <p:spPr>
                <a:xfrm rot="520759">
                  <a:off x="6926163" y="4702665"/>
                  <a:ext cx="122116" cy="43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482" extrusionOk="0">
                      <a:moveTo>
                        <a:pt x="72" y="1"/>
                      </a:moveTo>
                      <a:cubicBezTo>
                        <a:pt x="47" y="1"/>
                        <a:pt x="23" y="18"/>
                        <a:pt x="16" y="44"/>
                      </a:cubicBezTo>
                      <a:lnTo>
                        <a:pt x="8" y="67"/>
                      </a:lnTo>
                      <a:cubicBezTo>
                        <a:pt x="1" y="99"/>
                        <a:pt x="19" y="132"/>
                        <a:pt x="50" y="140"/>
                      </a:cubicBezTo>
                      <a:lnTo>
                        <a:pt x="1274" y="479"/>
                      </a:lnTo>
                      <a:cubicBezTo>
                        <a:pt x="1280" y="481"/>
                        <a:pt x="1285" y="481"/>
                        <a:pt x="1291" y="481"/>
                      </a:cubicBezTo>
                      <a:cubicBezTo>
                        <a:pt x="1316" y="481"/>
                        <a:pt x="1340" y="465"/>
                        <a:pt x="1347" y="439"/>
                      </a:cubicBezTo>
                      <a:lnTo>
                        <a:pt x="1353" y="415"/>
                      </a:lnTo>
                      <a:cubicBezTo>
                        <a:pt x="1362" y="384"/>
                        <a:pt x="1344" y="351"/>
                        <a:pt x="1311" y="342"/>
                      </a:cubicBezTo>
                      <a:lnTo>
                        <a:pt x="89" y="3"/>
                      </a:lnTo>
                      <a:cubicBezTo>
                        <a:pt x="83" y="2"/>
                        <a:pt x="78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2541;p56"/>
                <p:cNvSpPr/>
                <p:nvPr/>
              </p:nvSpPr>
              <p:spPr>
                <a:xfrm rot="520759">
                  <a:off x="6940576" y="4678832"/>
                  <a:ext cx="93088" cy="9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" h="1042" extrusionOk="0">
                      <a:moveTo>
                        <a:pt x="82" y="1"/>
                      </a:moveTo>
                      <a:cubicBezTo>
                        <a:pt x="67" y="1"/>
                        <a:pt x="52" y="6"/>
                        <a:pt x="40" y="17"/>
                      </a:cubicBezTo>
                      <a:lnTo>
                        <a:pt x="23" y="35"/>
                      </a:lnTo>
                      <a:cubicBezTo>
                        <a:pt x="0" y="58"/>
                        <a:pt x="0" y="95"/>
                        <a:pt x="23" y="119"/>
                      </a:cubicBezTo>
                      <a:lnTo>
                        <a:pt x="913" y="1024"/>
                      </a:lnTo>
                      <a:cubicBezTo>
                        <a:pt x="925" y="1036"/>
                        <a:pt x="940" y="1042"/>
                        <a:pt x="955" y="1042"/>
                      </a:cubicBezTo>
                      <a:cubicBezTo>
                        <a:pt x="969" y="1042"/>
                        <a:pt x="984" y="1036"/>
                        <a:pt x="996" y="1024"/>
                      </a:cubicBezTo>
                      <a:lnTo>
                        <a:pt x="1014" y="1007"/>
                      </a:lnTo>
                      <a:cubicBezTo>
                        <a:pt x="1038" y="985"/>
                        <a:pt x="1038" y="948"/>
                        <a:pt x="1014" y="924"/>
                      </a:cubicBezTo>
                      <a:lnTo>
                        <a:pt x="124" y="19"/>
                      </a:lnTo>
                      <a:cubicBezTo>
                        <a:pt x="113" y="7"/>
                        <a:pt x="9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2542;p56"/>
                <p:cNvSpPr/>
                <p:nvPr/>
              </p:nvSpPr>
              <p:spPr>
                <a:xfrm rot="520759">
                  <a:off x="6963337" y="4664228"/>
                  <a:ext cx="47753" cy="120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" h="1341" extrusionOk="0">
                      <a:moveTo>
                        <a:pt x="91" y="0"/>
                      </a:moveTo>
                      <a:cubicBezTo>
                        <a:pt x="85" y="0"/>
                        <a:pt x="79" y="1"/>
                        <a:pt x="73" y="3"/>
                      </a:cubicBezTo>
                      <a:lnTo>
                        <a:pt x="49" y="10"/>
                      </a:lnTo>
                      <a:cubicBezTo>
                        <a:pt x="18" y="19"/>
                        <a:pt x="0" y="54"/>
                        <a:pt x="11" y="85"/>
                      </a:cubicBezTo>
                      <a:lnTo>
                        <a:pt x="385" y="1299"/>
                      </a:lnTo>
                      <a:cubicBezTo>
                        <a:pt x="392" y="1324"/>
                        <a:pt x="416" y="1340"/>
                        <a:pt x="441" y="1340"/>
                      </a:cubicBezTo>
                      <a:cubicBezTo>
                        <a:pt x="447" y="1340"/>
                        <a:pt x="453" y="1339"/>
                        <a:pt x="460" y="1337"/>
                      </a:cubicBezTo>
                      <a:lnTo>
                        <a:pt x="483" y="1330"/>
                      </a:lnTo>
                      <a:cubicBezTo>
                        <a:pt x="515" y="1321"/>
                        <a:pt x="533" y="1287"/>
                        <a:pt x="522" y="1255"/>
                      </a:cubicBezTo>
                      <a:lnTo>
                        <a:pt x="148" y="42"/>
                      </a:lnTo>
                      <a:cubicBezTo>
                        <a:pt x="139" y="16"/>
                        <a:pt x="116" y="0"/>
                        <a:pt x="9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43" name="Google Shape;2543;p56"/>
              <p:cNvSpPr/>
              <p:nvPr/>
            </p:nvSpPr>
            <p:spPr>
              <a:xfrm rot="563916" flipH="1">
                <a:off x="5079971" y="985161"/>
                <a:ext cx="50869" cy="42872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4" name="Google Shape;2544;p56"/>
            <p:cNvGrpSpPr/>
            <p:nvPr/>
          </p:nvGrpSpPr>
          <p:grpSpPr>
            <a:xfrm>
              <a:off x="4305985" y="768980"/>
              <a:ext cx="1116731" cy="1185502"/>
              <a:chOff x="4645160" y="144342"/>
              <a:chExt cx="1116731" cy="1185502"/>
            </a:xfrm>
          </p:grpSpPr>
          <p:grpSp>
            <p:nvGrpSpPr>
              <p:cNvPr id="2545" name="Google Shape;2545;p56"/>
              <p:cNvGrpSpPr/>
              <p:nvPr/>
            </p:nvGrpSpPr>
            <p:grpSpPr>
              <a:xfrm rot="2133930" flipH="1">
                <a:off x="4780342" y="416102"/>
                <a:ext cx="846367" cy="736283"/>
                <a:chOff x="3801355" y="2221554"/>
                <a:chExt cx="174010" cy="151358"/>
              </a:xfrm>
            </p:grpSpPr>
            <p:sp>
              <p:nvSpPr>
                <p:cNvPr id="2546" name="Google Shape;2546;p56"/>
                <p:cNvSpPr/>
                <p:nvPr/>
              </p:nvSpPr>
              <p:spPr>
                <a:xfrm>
                  <a:off x="3908133" y="2251075"/>
                  <a:ext cx="67232" cy="19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462" extrusionOk="0">
                      <a:moveTo>
                        <a:pt x="714" y="0"/>
                      </a:moveTo>
                      <a:cubicBezTo>
                        <a:pt x="650" y="0"/>
                        <a:pt x="586" y="4"/>
                        <a:pt x="523" y="14"/>
                      </a:cubicBezTo>
                      <a:cubicBezTo>
                        <a:pt x="317" y="44"/>
                        <a:pt x="113" y="142"/>
                        <a:pt x="1" y="317"/>
                      </a:cubicBezTo>
                      <a:cubicBezTo>
                        <a:pt x="55" y="357"/>
                        <a:pt x="241" y="442"/>
                        <a:pt x="307" y="451"/>
                      </a:cubicBezTo>
                      <a:cubicBezTo>
                        <a:pt x="365" y="458"/>
                        <a:pt x="421" y="461"/>
                        <a:pt x="476" y="461"/>
                      </a:cubicBezTo>
                      <a:cubicBezTo>
                        <a:pt x="684" y="461"/>
                        <a:pt x="871" y="414"/>
                        <a:pt x="1085" y="342"/>
                      </a:cubicBezTo>
                      <a:cubicBezTo>
                        <a:pt x="1255" y="284"/>
                        <a:pt x="1417" y="187"/>
                        <a:pt x="1576" y="101"/>
                      </a:cubicBezTo>
                      <a:lnTo>
                        <a:pt x="1143" y="41"/>
                      </a:lnTo>
                      <a:cubicBezTo>
                        <a:pt x="1001" y="20"/>
                        <a:pt x="857" y="0"/>
                        <a:pt x="714" y="0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56"/>
                <p:cNvSpPr/>
                <p:nvPr/>
              </p:nvSpPr>
              <p:spPr>
                <a:xfrm>
                  <a:off x="3873792" y="2221554"/>
                  <a:ext cx="46158" cy="51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" h="1196" extrusionOk="0">
                      <a:moveTo>
                        <a:pt x="1082" y="1"/>
                      </a:moveTo>
                      <a:lnTo>
                        <a:pt x="716" y="238"/>
                      </a:lnTo>
                      <a:cubicBezTo>
                        <a:pt x="542" y="350"/>
                        <a:pt x="364" y="466"/>
                        <a:pt x="229" y="623"/>
                      </a:cubicBezTo>
                      <a:cubicBezTo>
                        <a:pt x="92" y="781"/>
                        <a:pt x="1" y="989"/>
                        <a:pt x="30" y="1195"/>
                      </a:cubicBezTo>
                      <a:cubicBezTo>
                        <a:pt x="424" y="1168"/>
                        <a:pt x="684" y="816"/>
                        <a:pt x="867" y="505"/>
                      </a:cubicBezTo>
                      <a:cubicBezTo>
                        <a:pt x="959" y="351"/>
                        <a:pt x="1019" y="171"/>
                        <a:pt x="1082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56"/>
                <p:cNvSpPr/>
                <p:nvPr/>
              </p:nvSpPr>
              <p:spPr>
                <a:xfrm>
                  <a:off x="3835483" y="2235120"/>
                  <a:ext cx="34981" cy="60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1410" extrusionOk="0">
                      <a:moveTo>
                        <a:pt x="820" y="0"/>
                      </a:moveTo>
                      <a:lnTo>
                        <a:pt x="820" y="0"/>
                      </a:lnTo>
                      <a:cubicBezTo>
                        <a:pt x="720" y="106"/>
                        <a:pt x="618" y="212"/>
                        <a:pt x="518" y="318"/>
                      </a:cubicBezTo>
                      <a:cubicBezTo>
                        <a:pt x="375" y="469"/>
                        <a:pt x="231" y="622"/>
                        <a:pt x="135" y="807"/>
                      </a:cubicBezTo>
                      <a:cubicBezTo>
                        <a:pt x="40" y="992"/>
                        <a:pt x="1" y="1216"/>
                        <a:pt x="77" y="1410"/>
                      </a:cubicBezTo>
                      <a:cubicBezTo>
                        <a:pt x="453" y="1290"/>
                        <a:pt x="624" y="888"/>
                        <a:pt x="730" y="542"/>
                      </a:cubicBezTo>
                      <a:cubicBezTo>
                        <a:pt x="782" y="369"/>
                        <a:pt x="799" y="181"/>
                        <a:pt x="820" y="0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2549;p56"/>
                <p:cNvSpPr/>
                <p:nvPr/>
              </p:nvSpPr>
              <p:spPr>
                <a:xfrm>
                  <a:off x="3801355" y="2269589"/>
                  <a:ext cx="24274" cy="65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" h="1546" extrusionOk="0">
                      <a:moveTo>
                        <a:pt x="515" y="1"/>
                      </a:moveTo>
                      <a:cubicBezTo>
                        <a:pt x="443" y="127"/>
                        <a:pt x="371" y="254"/>
                        <a:pt x="301" y="381"/>
                      </a:cubicBezTo>
                      <a:cubicBezTo>
                        <a:pt x="198" y="561"/>
                        <a:pt x="96" y="746"/>
                        <a:pt x="48" y="948"/>
                      </a:cubicBezTo>
                      <a:cubicBezTo>
                        <a:pt x="0" y="1150"/>
                        <a:pt x="18" y="1377"/>
                        <a:pt x="140" y="1545"/>
                      </a:cubicBezTo>
                      <a:cubicBezTo>
                        <a:pt x="476" y="1340"/>
                        <a:pt x="541" y="907"/>
                        <a:pt x="559" y="546"/>
                      </a:cubicBezTo>
                      <a:cubicBezTo>
                        <a:pt x="568" y="366"/>
                        <a:pt x="537" y="180"/>
                        <a:pt x="515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0" name="Google Shape;2550;p56"/>
                <p:cNvSpPr/>
                <p:nvPr/>
              </p:nvSpPr>
              <p:spPr>
                <a:xfrm>
                  <a:off x="3878996" y="2276116"/>
                  <a:ext cx="66294" cy="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" h="491" extrusionOk="0">
                      <a:moveTo>
                        <a:pt x="403" y="1"/>
                      </a:moveTo>
                      <a:cubicBezTo>
                        <a:pt x="263" y="1"/>
                        <a:pt x="126" y="31"/>
                        <a:pt x="1" y="110"/>
                      </a:cubicBezTo>
                      <a:cubicBezTo>
                        <a:pt x="98" y="295"/>
                        <a:pt x="295" y="410"/>
                        <a:pt x="496" y="456"/>
                      </a:cubicBezTo>
                      <a:cubicBezTo>
                        <a:pt x="608" y="482"/>
                        <a:pt x="723" y="491"/>
                        <a:pt x="838" y="491"/>
                      </a:cubicBezTo>
                      <a:cubicBezTo>
                        <a:pt x="932" y="491"/>
                        <a:pt x="1025" y="485"/>
                        <a:pt x="1118" y="480"/>
                      </a:cubicBezTo>
                      <a:lnTo>
                        <a:pt x="1553" y="455"/>
                      </a:lnTo>
                      <a:cubicBezTo>
                        <a:pt x="1403" y="356"/>
                        <a:pt x="1249" y="246"/>
                        <a:pt x="1082" y="174"/>
                      </a:cubicBezTo>
                      <a:cubicBezTo>
                        <a:pt x="876" y="85"/>
                        <a:pt x="635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2551;p56"/>
                <p:cNvSpPr/>
                <p:nvPr/>
              </p:nvSpPr>
              <p:spPr>
                <a:xfrm>
                  <a:off x="3841882" y="2297105"/>
                  <a:ext cx="67787" cy="1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" h="458" extrusionOk="0">
                      <a:moveTo>
                        <a:pt x="712" y="1"/>
                      </a:moveTo>
                      <a:cubicBezTo>
                        <a:pt x="447" y="1"/>
                        <a:pt x="182" y="57"/>
                        <a:pt x="0" y="259"/>
                      </a:cubicBezTo>
                      <a:cubicBezTo>
                        <a:pt x="132" y="398"/>
                        <a:pt x="331" y="457"/>
                        <a:pt x="523" y="457"/>
                      </a:cubicBezTo>
                      <a:cubicBezTo>
                        <a:pt x="539" y="457"/>
                        <a:pt x="555" y="457"/>
                        <a:pt x="571" y="456"/>
                      </a:cubicBezTo>
                      <a:cubicBezTo>
                        <a:pt x="778" y="447"/>
                        <a:pt x="980" y="379"/>
                        <a:pt x="1175" y="311"/>
                      </a:cubicBezTo>
                      <a:lnTo>
                        <a:pt x="1588" y="168"/>
                      </a:lnTo>
                      <a:cubicBezTo>
                        <a:pt x="1417" y="113"/>
                        <a:pt x="1238" y="50"/>
                        <a:pt x="1059" y="27"/>
                      </a:cubicBezTo>
                      <a:cubicBezTo>
                        <a:pt x="948" y="12"/>
                        <a:pt x="830" y="1"/>
                        <a:pt x="712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56"/>
                <p:cNvSpPr/>
                <p:nvPr/>
              </p:nvSpPr>
              <p:spPr>
                <a:xfrm>
                  <a:off x="3817310" y="2322402"/>
                  <a:ext cx="61174" cy="3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" h="741" extrusionOk="0">
                      <a:moveTo>
                        <a:pt x="1433" y="0"/>
                      </a:moveTo>
                      <a:lnTo>
                        <a:pt x="1433" y="0"/>
                      </a:lnTo>
                      <a:cubicBezTo>
                        <a:pt x="1255" y="15"/>
                        <a:pt x="1064" y="26"/>
                        <a:pt x="891" y="72"/>
                      </a:cubicBezTo>
                      <a:cubicBezTo>
                        <a:pt x="542" y="164"/>
                        <a:pt x="133" y="321"/>
                        <a:pt x="0" y="692"/>
                      </a:cubicBezTo>
                      <a:cubicBezTo>
                        <a:pt x="78" y="726"/>
                        <a:pt x="161" y="741"/>
                        <a:pt x="245" y="741"/>
                      </a:cubicBezTo>
                      <a:cubicBezTo>
                        <a:pt x="368" y="741"/>
                        <a:pt x="493" y="709"/>
                        <a:pt x="604" y="656"/>
                      </a:cubicBezTo>
                      <a:cubicBezTo>
                        <a:pt x="792" y="567"/>
                        <a:pt x="952" y="427"/>
                        <a:pt x="1107" y="290"/>
                      </a:cubicBezTo>
                      <a:lnTo>
                        <a:pt x="1433" y="0"/>
                      </a:ln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2553;p56"/>
                <p:cNvSpPr/>
                <p:nvPr/>
              </p:nvSpPr>
              <p:spPr>
                <a:xfrm>
                  <a:off x="3801654" y="2257772"/>
                  <a:ext cx="152637" cy="115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8" h="2699" extrusionOk="0">
                      <a:moveTo>
                        <a:pt x="3545" y="0"/>
                      </a:moveTo>
                      <a:cubicBezTo>
                        <a:pt x="2725" y="6"/>
                        <a:pt x="1675" y="354"/>
                        <a:pt x="1155" y="792"/>
                      </a:cubicBezTo>
                      <a:cubicBezTo>
                        <a:pt x="640" y="1225"/>
                        <a:pt x="178" y="1978"/>
                        <a:pt x="5" y="2663"/>
                      </a:cubicBezTo>
                      <a:cubicBezTo>
                        <a:pt x="1" y="2678"/>
                        <a:pt x="10" y="2695"/>
                        <a:pt x="24" y="2698"/>
                      </a:cubicBezTo>
                      <a:cubicBezTo>
                        <a:pt x="26" y="2699"/>
                        <a:pt x="27" y="2699"/>
                        <a:pt x="28" y="2699"/>
                      </a:cubicBezTo>
                      <a:cubicBezTo>
                        <a:pt x="29" y="2699"/>
                        <a:pt x="30" y="2699"/>
                        <a:pt x="32" y="2698"/>
                      </a:cubicBezTo>
                      <a:cubicBezTo>
                        <a:pt x="44" y="2698"/>
                        <a:pt x="56" y="2690"/>
                        <a:pt x="59" y="2677"/>
                      </a:cubicBezTo>
                      <a:cubicBezTo>
                        <a:pt x="230" y="2001"/>
                        <a:pt x="688" y="1257"/>
                        <a:pt x="1191" y="834"/>
                      </a:cubicBezTo>
                      <a:cubicBezTo>
                        <a:pt x="1693" y="410"/>
                        <a:pt x="2749" y="61"/>
                        <a:pt x="3545" y="55"/>
                      </a:cubicBezTo>
                      <a:cubicBezTo>
                        <a:pt x="3578" y="52"/>
                        <a:pt x="3578" y="3"/>
                        <a:pt x="35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4" name="Google Shape;2554;p56"/>
                <p:cNvSpPr/>
                <p:nvPr/>
              </p:nvSpPr>
              <p:spPr>
                <a:xfrm>
                  <a:off x="3867478" y="2240410"/>
                  <a:ext cx="54861" cy="4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" h="1156" extrusionOk="0">
                      <a:moveTo>
                        <a:pt x="886" y="0"/>
                      </a:moveTo>
                      <a:cubicBezTo>
                        <a:pt x="880" y="0"/>
                        <a:pt x="874" y="2"/>
                        <a:pt x="869" y="6"/>
                      </a:cubicBezTo>
                      <a:cubicBezTo>
                        <a:pt x="517" y="263"/>
                        <a:pt x="223" y="591"/>
                        <a:pt x="5" y="968"/>
                      </a:cubicBezTo>
                      <a:cubicBezTo>
                        <a:pt x="1" y="977"/>
                        <a:pt x="1" y="987"/>
                        <a:pt x="5" y="995"/>
                      </a:cubicBezTo>
                      <a:cubicBezTo>
                        <a:pt x="10" y="1004"/>
                        <a:pt x="19" y="1010"/>
                        <a:pt x="28" y="1010"/>
                      </a:cubicBezTo>
                      <a:lnTo>
                        <a:pt x="117" y="1019"/>
                      </a:lnTo>
                      <a:cubicBezTo>
                        <a:pt x="501" y="1051"/>
                        <a:pt x="863" y="1081"/>
                        <a:pt x="1242" y="1156"/>
                      </a:cubicBezTo>
                      <a:lnTo>
                        <a:pt x="1246" y="1156"/>
                      </a:lnTo>
                      <a:cubicBezTo>
                        <a:pt x="1247" y="1156"/>
                        <a:pt x="1247" y="1156"/>
                        <a:pt x="1248" y="1156"/>
                      </a:cubicBezTo>
                      <a:cubicBezTo>
                        <a:pt x="1282" y="1156"/>
                        <a:pt x="1286" y="1107"/>
                        <a:pt x="1252" y="1101"/>
                      </a:cubicBezTo>
                      <a:cubicBezTo>
                        <a:pt x="870" y="1026"/>
                        <a:pt x="506" y="995"/>
                        <a:pt x="122" y="962"/>
                      </a:cubicBezTo>
                      <a:lnTo>
                        <a:pt x="77" y="957"/>
                      </a:lnTo>
                      <a:cubicBezTo>
                        <a:pt x="289" y="604"/>
                        <a:pt x="569" y="295"/>
                        <a:pt x="902" y="51"/>
                      </a:cubicBezTo>
                      <a:cubicBezTo>
                        <a:pt x="927" y="34"/>
                        <a:pt x="909" y="0"/>
                        <a:pt x="8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56"/>
                <p:cNvSpPr/>
                <p:nvPr/>
              </p:nvSpPr>
              <p:spPr>
                <a:xfrm>
                  <a:off x="3832881" y="2254488"/>
                  <a:ext cx="47267" cy="56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" h="1321" extrusionOk="0">
                      <a:moveTo>
                        <a:pt x="621" y="0"/>
                      </a:moveTo>
                      <a:cubicBezTo>
                        <a:pt x="613" y="0"/>
                        <a:pt x="606" y="3"/>
                        <a:pt x="600" y="10"/>
                      </a:cubicBezTo>
                      <a:cubicBezTo>
                        <a:pt x="287" y="374"/>
                        <a:pt x="81" y="815"/>
                        <a:pt x="4" y="1288"/>
                      </a:cubicBezTo>
                      <a:cubicBezTo>
                        <a:pt x="1" y="1299"/>
                        <a:pt x="5" y="1307"/>
                        <a:pt x="13" y="1315"/>
                      </a:cubicBezTo>
                      <a:cubicBezTo>
                        <a:pt x="17" y="1319"/>
                        <a:pt x="25" y="1321"/>
                        <a:pt x="31" y="1321"/>
                      </a:cubicBezTo>
                      <a:lnTo>
                        <a:pt x="40" y="1321"/>
                      </a:lnTo>
                      <a:cubicBezTo>
                        <a:pt x="365" y="1217"/>
                        <a:pt x="717" y="1205"/>
                        <a:pt x="1058" y="1193"/>
                      </a:cubicBezTo>
                      <a:lnTo>
                        <a:pt x="1079" y="1193"/>
                      </a:lnTo>
                      <a:cubicBezTo>
                        <a:pt x="1095" y="1193"/>
                        <a:pt x="1107" y="1179"/>
                        <a:pt x="1107" y="1164"/>
                      </a:cubicBezTo>
                      <a:cubicBezTo>
                        <a:pt x="1106" y="1148"/>
                        <a:pt x="1092" y="1136"/>
                        <a:pt x="1077" y="1136"/>
                      </a:cubicBezTo>
                      <a:lnTo>
                        <a:pt x="1057" y="1136"/>
                      </a:lnTo>
                      <a:cubicBezTo>
                        <a:pt x="727" y="1148"/>
                        <a:pt x="386" y="1158"/>
                        <a:pt x="66" y="1254"/>
                      </a:cubicBezTo>
                      <a:cubicBezTo>
                        <a:pt x="148" y="808"/>
                        <a:pt x="347" y="392"/>
                        <a:pt x="642" y="47"/>
                      </a:cubicBezTo>
                      <a:cubicBezTo>
                        <a:pt x="661" y="26"/>
                        <a:pt x="642" y="0"/>
                        <a:pt x="6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56"/>
                <p:cNvSpPr/>
                <p:nvPr/>
              </p:nvSpPr>
              <p:spPr>
                <a:xfrm>
                  <a:off x="3809503" y="2330465"/>
                  <a:ext cx="49784" cy="22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525" extrusionOk="0">
                      <a:moveTo>
                        <a:pt x="1126" y="1"/>
                      </a:moveTo>
                      <a:cubicBezTo>
                        <a:pt x="1122" y="1"/>
                        <a:pt x="1116" y="2"/>
                        <a:pt x="1111" y="5"/>
                      </a:cubicBezTo>
                      <a:cubicBezTo>
                        <a:pt x="792" y="202"/>
                        <a:pt x="427" y="424"/>
                        <a:pt x="27" y="469"/>
                      </a:cubicBezTo>
                      <a:cubicBezTo>
                        <a:pt x="12" y="470"/>
                        <a:pt x="0" y="484"/>
                        <a:pt x="2" y="499"/>
                      </a:cubicBezTo>
                      <a:cubicBezTo>
                        <a:pt x="3" y="514"/>
                        <a:pt x="16" y="524"/>
                        <a:pt x="30" y="524"/>
                      </a:cubicBezTo>
                      <a:lnTo>
                        <a:pt x="33" y="524"/>
                      </a:lnTo>
                      <a:cubicBezTo>
                        <a:pt x="446" y="479"/>
                        <a:pt x="814" y="253"/>
                        <a:pt x="1141" y="53"/>
                      </a:cubicBezTo>
                      <a:cubicBezTo>
                        <a:pt x="1167" y="37"/>
                        <a:pt x="1151" y="1"/>
                        <a:pt x="11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56"/>
                <p:cNvSpPr/>
                <p:nvPr/>
              </p:nvSpPr>
              <p:spPr>
                <a:xfrm>
                  <a:off x="3806474" y="2297787"/>
                  <a:ext cx="9982" cy="50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1195" extrusionOk="0">
                      <a:moveTo>
                        <a:pt x="197" y="0"/>
                      </a:moveTo>
                      <a:cubicBezTo>
                        <a:pt x="186" y="0"/>
                        <a:pt x="176" y="6"/>
                        <a:pt x="171" y="20"/>
                      </a:cubicBezTo>
                      <a:cubicBezTo>
                        <a:pt x="11" y="412"/>
                        <a:pt x="5" y="619"/>
                        <a:pt x="2" y="743"/>
                      </a:cubicBezTo>
                      <a:cubicBezTo>
                        <a:pt x="1" y="877"/>
                        <a:pt x="52" y="1054"/>
                        <a:pt x="99" y="1177"/>
                      </a:cubicBezTo>
                      <a:cubicBezTo>
                        <a:pt x="104" y="1187"/>
                        <a:pt x="114" y="1195"/>
                        <a:pt x="126" y="1195"/>
                      </a:cubicBezTo>
                      <a:cubicBezTo>
                        <a:pt x="129" y="1195"/>
                        <a:pt x="134" y="1195"/>
                        <a:pt x="137" y="1193"/>
                      </a:cubicBezTo>
                      <a:cubicBezTo>
                        <a:pt x="152" y="1187"/>
                        <a:pt x="159" y="1171"/>
                        <a:pt x="152" y="1156"/>
                      </a:cubicBezTo>
                      <a:cubicBezTo>
                        <a:pt x="105" y="1040"/>
                        <a:pt x="56" y="873"/>
                        <a:pt x="59" y="744"/>
                      </a:cubicBezTo>
                      <a:cubicBezTo>
                        <a:pt x="62" y="616"/>
                        <a:pt x="67" y="424"/>
                        <a:pt x="223" y="40"/>
                      </a:cubicBezTo>
                      <a:cubicBezTo>
                        <a:pt x="234" y="18"/>
                        <a:pt x="215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58" name="Google Shape;2558;p56"/>
              <p:cNvGrpSpPr/>
              <p:nvPr/>
            </p:nvGrpSpPr>
            <p:grpSpPr>
              <a:xfrm rot="1084642" flipH="1">
                <a:off x="5013565" y="179424"/>
                <a:ext cx="268098" cy="263862"/>
                <a:chOff x="6698852" y="4727890"/>
                <a:chExt cx="128160" cy="126173"/>
              </a:xfrm>
            </p:grpSpPr>
            <p:grpSp>
              <p:nvGrpSpPr>
                <p:cNvPr id="2559" name="Google Shape;2559;p56"/>
                <p:cNvGrpSpPr/>
                <p:nvPr/>
              </p:nvGrpSpPr>
              <p:grpSpPr>
                <a:xfrm>
                  <a:off x="6698852" y="4727890"/>
                  <a:ext cx="128160" cy="126173"/>
                  <a:chOff x="6922677" y="4661215"/>
                  <a:chExt cx="128160" cy="126173"/>
                </a:xfrm>
              </p:grpSpPr>
              <p:sp>
                <p:nvSpPr>
                  <p:cNvPr id="2560" name="Google Shape;2560;p56"/>
                  <p:cNvSpPr/>
                  <p:nvPr/>
                </p:nvSpPr>
                <p:spPr>
                  <a:xfrm rot="520759">
                    <a:off x="6965039" y="4663870"/>
                    <a:ext cx="44349" cy="1208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5" h="1349" extrusionOk="0">
                        <a:moveTo>
                          <a:pt x="405" y="0"/>
                        </a:moveTo>
                        <a:cubicBezTo>
                          <a:pt x="379" y="0"/>
                          <a:pt x="355" y="17"/>
                          <a:pt x="348" y="43"/>
                        </a:cubicBezTo>
                        <a:lnTo>
                          <a:pt x="8" y="1267"/>
                        </a:lnTo>
                        <a:cubicBezTo>
                          <a:pt x="1" y="1298"/>
                          <a:pt x="19" y="1331"/>
                          <a:pt x="50" y="1340"/>
                        </a:cubicBezTo>
                        <a:lnTo>
                          <a:pt x="74" y="1346"/>
                        </a:lnTo>
                        <a:cubicBezTo>
                          <a:pt x="79" y="1347"/>
                          <a:pt x="85" y="1348"/>
                          <a:pt x="90" y="1348"/>
                        </a:cubicBezTo>
                        <a:cubicBezTo>
                          <a:pt x="116" y="1348"/>
                          <a:pt x="139" y="1331"/>
                          <a:pt x="147" y="1306"/>
                        </a:cubicBezTo>
                        <a:lnTo>
                          <a:pt x="485" y="81"/>
                        </a:lnTo>
                        <a:cubicBezTo>
                          <a:pt x="494" y="50"/>
                          <a:pt x="476" y="17"/>
                          <a:pt x="445" y="8"/>
                        </a:cubicBezTo>
                        <a:lnTo>
                          <a:pt x="421" y="2"/>
                        </a:lnTo>
                        <a:cubicBezTo>
                          <a:pt x="416" y="1"/>
                          <a:pt x="410" y="0"/>
                          <a:pt x="4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1" name="Google Shape;2561;p56"/>
                  <p:cNvSpPr/>
                  <p:nvPr/>
                </p:nvSpPr>
                <p:spPr>
                  <a:xfrm rot="520759">
                    <a:off x="6937273" y="4681059"/>
                    <a:ext cx="99718" cy="863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" h="964" extrusionOk="0">
                        <a:moveTo>
                          <a:pt x="1031" y="1"/>
                        </a:moveTo>
                        <a:cubicBezTo>
                          <a:pt x="1017" y="1"/>
                          <a:pt x="1004" y="5"/>
                          <a:pt x="994" y="15"/>
                        </a:cubicBezTo>
                        <a:lnTo>
                          <a:pt x="29" y="841"/>
                        </a:lnTo>
                        <a:cubicBezTo>
                          <a:pt x="3" y="862"/>
                          <a:pt x="0" y="899"/>
                          <a:pt x="21" y="924"/>
                        </a:cubicBezTo>
                        <a:lnTo>
                          <a:pt x="38" y="944"/>
                        </a:lnTo>
                        <a:cubicBezTo>
                          <a:pt x="49" y="957"/>
                          <a:pt x="66" y="964"/>
                          <a:pt x="82" y="964"/>
                        </a:cubicBezTo>
                        <a:cubicBezTo>
                          <a:pt x="96" y="964"/>
                          <a:pt x="110" y="959"/>
                          <a:pt x="121" y="950"/>
                        </a:cubicBezTo>
                        <a:lnTo>
                          <a:pt x="1086" y="123"/>
                        </a:lnTo>
                        <a:cubicBezTo>
                          <a:pt x="1111" y="103"/>
                          <a:pt x="1113" y="65"/>
                          <a:pt x="1092" y="40"/>
                        </a:cubicBezTo>
                        <a:lnTo>
                          <a:pt x="1076" y="22"/>
                        </a:lnTo>
                        <a:cubicBezTo>
                          <a:pt x="1064" y="8"/>
                          <a:pt x="1047" y="1"/>
                          <a:pt x="103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2" name="Google Shape;2562;p56"/>
                  <p:cNvSpPr/>
                  <p:nvPr/>
                </p:nvSpPr>
                <p:spPr>
                  <a:xfrm rot="520759">
                    <a:off x="6925099" y="4704611"/>
                    <a:ext cx="122564" cy="41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8" h="462" extrusionOk="0">
                        <a:moveTo>
                          <a:pt x="1295" y="1"/>
                        </a:moveTo>
                        <a:cubicBezTo>
                          <a:pt x="1291" y="1"/>
                          <a:pt x="1286" y="2"/>
                          <a:pt x="1281" y="3"/>
                        </a:cubicBezTo>
                        <a:lnTo>
                          <a:pt x="51" y="320"/>
                        </a:lnTo>
                        <a:cubicBezTo>
                          <a:pt x="20" y="329"/>
                          <a:pt x="0" y="361"/>
                          <a:pt x="9" y="393"/>
                        </a:cubicBezTo>
                        <a:lnTo>
                          <a:pt x="15" y="417"/>
                        </a:lnTo>
                        <a:cubicBezTo>
                          <a:pt x="23" y="443"/>
                          <a:pt x="46" y="461"/>
                          <a:pt x="71" y="461"/>
                        </a:cubicBezTo>
                        <a:cubicBezTo>
                          <a:pt x="76" y="461"/>
                          <a:pt x="82" y="460"/>
                          <a:pt x="87" y="459"/>
                        </a:cubicBezTo>
                        <a:lnTo>
                          <a:pt x="1317" y="141"/>
                        </a:lnTo>
                        <a:cubicBezTo>
                          <a:pt x="1348" y="132"/>
                          <a:pt x="1368" y="101"/>
                          <a:pt x="1359" y="70"/>
                        </a:cubicBezTo>
                        <a:lnTo>
                          <a:pt x="1353" y="46"/>
                        </a:lnTo>
                        <a:cubicBezTo>
                          <a:pt x="1346" y="18"/>
                          <a:pt x="1322" y="1"/>
                          <a:pt x="1295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3" name="Google Shape;2563;p56"/>
                  <p:cNvSpPr/>
                  <p:nvPr/>
                </p:nvSpPr>
                <p:spPr>
                  <a:xfrm rot="520759">
                    <a:off x="6926163" y="4702665"/>
                    <a:ext cx="122116" cy="43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3" h="482" extrusionOk="0">
                        <a:moveTo>
                          <a:pt x="72" y="1"/>
                        </a:moveTo>
                        <a:cubicBezTo>
                          <a:pt x="47" y="1"/>
                          <a:pt x="23" y="18"/>
                          <a:pt x="16" y="44"/>
                        </a:cubicBezTo>
                        <a:lnTo>
                          <a:pt x="8" y="67"/>
                        </a:lnTo>
                        <a:cubicBezTo>
                          <a:pt x="1" y="99"/>
                          <a:pt x="19" y="132"/>
                          <a:pt x="50" y="140"/>
                        </a:cubicBezTo>
                        <a:lnTo>
                          <a:pt x="1274" y="479"/>
                        </a:lnTo>
                        <a:cubicBezTo>
                          <a:pt x="1280" y="481"/>
                          <a:pt x="1285" y="481"/>
                          <a:pt x="1291" y="481"/>
                        </a:cubicBezTo>
                        <a:cubicBezTo>
                          <a:pt x="1316" y="481"/>
                          <a:pt x="1340" y="465"/>
                          <a:pt x="1347" y="439"/>
                        </a:cubicBezTo>
                        <a:lnTo>
                          <a:pt x="1353" y="415"/>
                        </a:lnTo>
                        <a:cubicBezTo>
                          <a:pt x="1362" y="384"/>
                          <a:pt x="1344" y="351"/>
                          <a:pt x="1311" y="342"/>
                        </a:cubicBezTo>
                        <a:lnTo>
                          <a:pt x="89" y="3"/>
                        </a:lnTo>
                        <a:cubicBezTo>
                          <a:pt x="83" y="2"/>
                          <a:pt x="78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4" name="Google Shape;2564;p56"/>
                  <p:cNvSpPr/>
                  <p:nvPr/>
                </p:nvSpPr>
                <p:spPr>
                  <a:xfrm rot="520759">
                    <a:off x="6940576" y="4678832"/>
                    <a:ext cx="93088" cy="93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9" h="1042" extrusionOk="0">
                        <a:moveTo>
                          <a:pt x="82" y="1"/>
                        </a:moveTo>
                        <a:cubicBezTo>
                          <a:pt x="67" y="1"/>
                          <a:pt x="52" y="6"/>
                          <a:pt x="40" y="17"/>
                        </a:cubicBezTo>
                        <a:lnTo>
                          <a:pt x="23" y="35"/>
                        </a:lnTo>
                        <a:cubicBezTo>
                          <a:pt x="0" y="58"/>
                          <a:pt x="0" y="95"/>
                          <a:pt x="23" y="119"/>
                        </a:cubicBezTo>
                        <a:lnTo>
                          <a:pt x="913" y="1024"/>
                        </a:lnTo>
                        <a:cubicBezTo>
                          <a:pt x="925" y="1036"/>
                          <a:pt x="940" y="1042"/>
                          <a:pt x="955" y="1042"/>
                        </a:cubicBezTo>
                        <a:cubicBezTo>
                          <a:pt x="969" y="1042"/>
                          <a:pt x="984" y="1036"/>
                          <a:pt x="996" y="1024"/>
                        </a:cubicBezTo>
                        <a:lnTo>
                          <a:pt x="1014" y="1007"/>
                        </a:lnTo>
                        <a:cubicBezTo>
                          <a:pt x="1038" y="985"/>
                          <a:pt x="1038" y="948"/>
                          <a:pt x="1014" y="924"/>
                        </a:cubicBezTo>
                        <a:lnTo>
                          <a:pt x="124" y="19"/>
                        </a:lnTo>
                        <a:cubicBezTo>
                          <a:pt x="113" y="7"/>
                          <a:pt x="97" y="1"/>
                          <a:pt x="8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5" name="Google Shape;2565;p56"/>
                  <p:cNvSpPr/>
                  <p:nvPr/>
                </p:nvSpPr>
                <p:spPr>
                  <a:xfrm rot="520759">
                    <a:off x="6963337" y="4664228"/>
                    <a:ext cx="47753" cy="120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3" h="1341" extrusionOk="0">
                        <a:moveTo>
                          <a:pt x="91" y="0"/>
                        </a:moveTo>
                        <a:cubicBezTo>
                          <a:pt x="85" y="0"/>
                          <a:pt x="79" y="1"/>
                          <a:pt x="73" y="3"/>
                        </a:cubicBezTo>
                        <a:lnTo>
                          <a:pt x="49" y="10"/>
                        </a:lnTo>
                        <a:cubicBezTo>
                          <a:pt x="18" y="19"/>
                          <a:pt x="0" y="54"/>
                          <a:pt x="11" y="85"/>
                        </a:cubicBezTo>
                        <a:lnTo>
                          <a:pt x="385" y="1299"/>
                        </a:lnTo>
                        <a:cubicBezTo>
                          <a:pt x="392" y="1324"/>
                          <a:pt x="416" y="1340"/>
                          <a:pt x="441" y="1340"/>
                        </a:cubicBezTo>
                        <a:cubicBezTo>
                          <a:pt x="447" y="1340"/>
                          <a:pt x="453" y="1339"/>
                          <a:pt x="460" y="1337"/>
                        </a:cubicBezTo>
                        <a:lnTo>
                          <a:pt x="483" y="1330"/>
                        </a:lnTo>
                        <a:cubicBezTo>
                          <a:pt x="515" y="1321"/>
                          <a:pt x="533" y="1287"/>
                          <a:pt x="522" y="1255"/>
                        </a:cubicBezTo>
                        <a:lnTo>
                          <a:pt x="148" y="42"/>
                        </a:lnTo>
                        <a:cubicBezTo>
                          <a:pt x="139" y="16"/>
                          <a:pt x="116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566" name="Google Shape;2566;p56"/>
                <p:cNvSpPr/>
                <p:nvPr/>
              </p:nvSpPr>
              <p:spPr>
                <a:xfrm rot="520759">
                  <a:off x="6746386" y="4778324"/>
                  <a:ext cx="28491" cy="24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" h="268" extrusionOk="0">
                      <a:moveTo>
                        <a:pt x="168" y="0"/>
                      </a:moveTo>
                      <a:cubicBezTo>
                        <a:pt x="70" y="0"/>
                        <a:pt x="1" y="108"/>
                        <a:pt x="52" y="199"/>
                      </a:cubicBezTo>
                      <a:cubicBezTo>
                        <a:pt x="79" y="246"/>
                        <a:pt x="124" y="268"/>
                        <a:pt x="169" y="268"/>
                      </a:cubicBezTo>
                      <a:cubicBezTo>
                        <a:pt x="225" y="268"/>
                        <a:pt x="281" y="233"/>
                        <a:pt x="299" y="170"/>
                      </a:cubicBezTo>
                      <a:cubicBezTo>
                        <a:pt x="318" y="98"/>
                        <a:pt x="276" y="25"/>
                        <a:pt x="206" y="6"/>
                      </a:cubicBezTo>
                      <a:cubicBezTo>
                        <a:pt x="193" y="2"/>
                        <a:pt x="180" y="0"/>
                        <a:pt x="168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7" name="Google Shape;2567;p56"/>
              <p:cNvGrpSpPr/>
              <p:nvPr/>
            </p:nvGrpSpPr>
            <p:grpSpPr>
              <a:xfrm rot="1084642" flipH="1">
                <a:off x="5395073" y="417035"/>
                <a:ext cx="143979" cy="141738"/>
                <a:chOff x="6922677" y="4661215"/>
                <a:chExt cx="128160" cy="126173"/>
              </a:xfrm>
            </p:grpSpPr>
            <p:sp>
              <p:nvSpPr>
                <p:cNvPr id="2568" name="Google Shape;2568;p56"/>
                <p:cNvSpPr/>
                <p:nvPr/>
              </p:nvSpPr>
              <p:spPr>
                <a:xfrm rot="520759">
                  <a:off x="6965039" y="4663870"/>
                  <a:ext cx="44349" cy="12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1349" extrusionOk="0">
                      <a:moveTo>
                        <a:pt x="405" y="0"/>
                      </a:moveTo>
                      <a:cubicBezTo>
                        <a:pt x="379" y="0"/>
                        <a:pt x="355" y="17"/>
                        <a:pt x="348" y="43"/>
                      </a:cubicBezTo>
                      <a:lnTo>
                        <a:pt x="8" y="1267"/>
                      </a:lnTo>
                      <a:cubicBezTo>
                        <a:pt x="1" y="1298"/>
                        <a:pt x="19" y="1331"/>
                        <a:pt x="50" y="1340"/>
                      </a:cubicBezTo>
                      <a:lnTo>
                        <a:pt x="74" y="1346"/>
                      </a:lnTo>
                      <a:cubicBezTo>
                        <a:pt x="79" y="1347"/>
                        <a:pt x="85" y="1348"/>
                        <a:pt x="90" y="1348"/>
                      </a:cubicBezTo>
                      <a:cubicBezTo>
                        <a:pt x="116" y="1348"/>
                        <a:pt x="139" y="1331"/>
                        <a:pt x="147" y="1306"/>
                      </a:cubicBezTo>
                      <a:lnTo>
                        <a:pt x="485" y="81"/>
                      </a:lnTo>
                      <a:cubicBezTo>
                        <a:pt x="494" y="50"/>
                        <a:pt x="476" y="17"/>
                        <a:pt x="445" y="8"/>
                      </a:cubicBezTo>
                      <a:lnTo>
                        <a:pt x="421" y="2"/>
                      </a:lnTo>
                      <a:cubicBezTo>
                        <a:pt x="416" y="1"/>
                        <a:pt x="410" y="0"/>
                        <a:pt x="40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9" name="Google Shape;2569;p56"/>
                <p:cNvSpPr/>
                <p:nvPr/>
              </p:nvSpPr>
              <p:spPr>
                <a:xfrm rot="520759">
                  <a:off x="6937273" y="4681059"/>
                  <a:ext cx="99718" cy="8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" h="964" extrusionOk="0">
                      <a:moveTo>
                        <a:pt x="1031" y="1"/>
                      </a:moveTo>
                      <a:cubicBezTo>
                        <a:pt x="1017" y="1"/>
                        <a:pt x="1004" y="5"/>
                        <a:pt x="994" y="15"/>
                      </a:cubicBezTo>
                      <a:lnTo>
                        <a:pt x="29" y="841"/>
                      </a:lnTo>
                      <a:cubicBezTo>
                        <a:pt x="3" y="862"/>
                        <a:pt x="0" y="899"/>
                        <a:pt x="21" y="924"/>
                      </a:cubicBezTo>
                      <a:lnTo>
                        <a:pt x="38" y="944"/>
                      </a:lnTo>
                      <a:cubicBezTo>
                        <a:pt x="49" y="957"/>
                        <a:pt x="66" y="964"/>
                        <a:pt x="82" y="964"/>
                      </a:cubicBezTo>
                      <a:cubicBezTo>
                        <a:pt x="96" y="964"/>
                        <a:pt x="110" y="959"/>
                        <a:pt x="121" y="950"/>
                      </a:cubicBezTo>
                      <a:lnTo>
                        <a:pt x="1086" y="123"/>
                      </a:lnTo>
                      <a:cubicBezTo>
                        <a:pt x="1111" y="103"/>
                        <a:pt x="1113" y="65"/>
                        <a:pt x="1092" y="40"/>
                      </a:cubicBezTo>
                      <a:lnTo>
                        <a:pt x="1076" y="22"/>
                      </a:lnTo>
                      <a:cubicBezTo>
                        <a:pt x="1064" y="8"/>
                        <a:pt x="1047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0" name="Google Shape;2570;p56"/>
                <p:cNvSpPr/>
                <p:nvPr/>
              </p:nvSpPr>
              <p:spPr>
                <a:xfrm rot="520759">
                  <a:off x="6925099" y="4704611"/>
                  <a:ext cx="122564" cy="4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462" extrusionOk="0">
                      <a:moveTo>
                        <a:pt x="1295" y="1"/>
                      </a:moveTo>
                      <a:cubicBezTo>
                        <a:pt x="1291" y="1"/>
                        <a:pt x="1286" y="2"/>
                        <a:pt x="1281" y="3"/>
                      </a:cubicBezTo>
                      <a:lnTo>
                        <a:pt x="51" y="320"/>
                      </a:lnTo>
                      <a:cubicBezTo>
                        <a:pt x="20" y="329"/>
                        <a:pt x="0" y="361"/>
                        <a:pt x="9" y="393"/>
                      </a:cubicBezTo>
                      <a:lnTo>
                        <a:pt x="15" y="417"/>
                      </a:lnTo>
                      <a:cubicBezTo>
                        <a:pt x="23" y="443"/>
                        <a:pt x="46" y="461"/>
                        <a:pt x="71" y="461"/>
                      </a:cubicBezTo>
                      <a:cubicBezTo>
                        <a:pt x="76" y="461"/>
                        <a:pt x="82" y="460"/>
                        <a:pt x="87" y="459"/>
                      </a:cubicBezTo>
                      <a:lnTo>
                        <a:pt x="1317" y="141"/>
                      </a:lnTo>
                      <a:cubicBezTo>
                        <a:pt x="1348" y="132"/>
                        <a:pt x="1368" y="101"/>
                        <a:pt x="1359" y="70"/>
                      </a:cubicBezTo>
                      <a:lnTo>
                        <a:pt x="1353" y="46"/>
                      </a:lnTo>
                      <a:cubicBezTo>
                        <a:pt x="1346" y="18"/>
                        <a:pt x="1322" y="1"/>
                        <a:pt x="12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71;p56"/>
                <p:cNvSpPr/>
                <p:nvPr/>
              </p:nvSpPr>
              <p:spPr>
                <a:xfrm rot="520759">
                  <a:off x="6926163" y="4702665"/>
                  <a:ext cx="122116" cy="43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482" extrusionOk="0">
                      <a:moveTo>
                        <a:pt x="72" y="1"/>
                      </a:moveTo>
                      <a:cubicBezTo>
                        <a:pt x="47" y="1"/>
                        <a:pt x="23" y="18"/>
                        <a:pt x="16" y="44"/>
                      </a:cubicBezTo>
                      <a:lnTo>
                        <a:pt x="8" y="67"/>
                      </a:lnTo>
                      <a:cubicBezTo>
                        <a:pt x="1" y="99"/>
                        <a:pt x="19" y="132"/>
                        <a:pt x="50" y="140"/>
                      </a:cubicBezTo>
                      <a:lnTo>
                        <a:pt x="1274" y="479"/>
                      </a:lnTo>
                      <a:cubicBezTo>
                        <a:pt x="1280" y="481"/>
                        <a:pt x="1285" y="481"/>
                        <a:pt x="1291" y="481"/>
                      </a:cubicBezTo>
                      <a:cubicBezTo>
                        <a:pt x="1316" y="481"/>
                        <a:pt x="1340" y="465"/>
                        <a:pt x="1347" y="439"/>
                      </a:cubicBezTo>
                      <a:lnTo>
                        <a:pt x="1353" y="415"/>
                      </a:lnTo>
                      <a:cubicBezTo>
                        <a:pt x="1362" y="384"/>
                        <a:pt x="1344" y="351"/>
                        <a:pt x="1311" y="342"/>
                      </a:cubicBezTo>
                      <a:lnTo>
                        <a:pt x="89" y="3"/>
                      </a:lnTo>
                      <a:cubicBezTo>
                        <a:pt x="83" y="2"/>
                        <a:pt x="78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56"/>
                <p:cNvSpPr/>
                <p:nvPr/>
              </p:nvSpPr>
              <p:spPr>
                <a:xfrm rot="520759">
                  <a:off x="6940576" y="4678832"/>
                  <a:ext cx="93088" cy="9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" h="1042" extrusionOk="0">
                      <a:moveTo>
                        <a:pt x="82" y="1"/>
                      </a:moveTo>
                      <a:cubicBezTo>
                        <a:pt x="67" y="1"/>
                        <a:pt x="52" y="6"/>
                        <a:pt x="40" y="17"/>
                      </a:cubicBezTo>
                      <a:lnTo>
                        <a:pt x="23" y="35"/>
                      </a:lnTo>
                      <a:cubicBezTo>
                        <a:pt x="0" y="58"/>
                        <a:pt x="0" y="95"/>
                        <a:pt x="23" y="119"/>
                      </a:cubicBezTo>
                      <a:lnTo>
                        <a:pt x="913" y="1024"/>
                      </a:lnTo>
                      <a:cubicBezTo>
                        <a:pt x="925" y="1036"/>
                        <a:pt x="940" y="1042"/>
                        <a:pt x="955" y="1042"/>
                      </a:cubicBezTo>
                      <a:cubicBezTo>
                        <a:pt x="969" y="1042"/>
                        <a:pt x="984" y="1036"/>
                        <a:pt x="996" y="1024"/>
                      </a:cubicBezTo>
                      <a:lnTo>
                        <a:pt x="1014" y="1007"/>
                      </a:lnTo>
                      <a:cubicBezTo>
                        <a:pt x="1038" y="985"/>
                        <a:pt x="1038" y="948"/>
                        <a:pt x="1014" y="924"/>
                      </a:cubicBezTo>
                      <a:lnTo>
                        <a:pt x="124" y="19"/>
                      </a:lnTo>
                      <a:cubicBezTo>
                        <a:pt x="113" y="7"/>
                        <a:pt x="9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56"/>
                <p:cNvSpPr/>
                <p:nvPr/>
              </p:nvSpPr>
              <p:spPr>
                <a:xfrm rot="520759">
                  <a:off x="6963337" y="4664228"/>
                  <a:ext cx="47753" cy="120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" h="1341" extrusionOk="0">
                      <a:moveTo>
                        <a:pt x="91" y="0"/>
                      </a:moveTo>
                      <a:cubicBezTo>
                        <a:pt x="85" y="0"/>
                        <a:pt x="79" y="1"/>
                        <a:pt x="73" y="3"/>
                      </a:cubicBezTo>
                      <a:lnTo>
                        <a:pt x="49" y="10"/>
                      </a:lnTo>
                      <a:cubicBezTo>
                        <a:pt x="18" y="19"/>
                        <a:pt x="0" y="54"/>
                        <a:pt x="11" y="85"/>
                      </a:cubicBezTo>
                      <a:lnTo>
                        <a:pt x="385" y="1299"/>
                      </a:lnTo>
                      <a:cubicBezTo>
                        <a:pt x="392" y="1324"/>
                        <a:pt x="416" y="1340"/>
                        <a:pt x="441" y="1340"/>
                      </a:cubicBezTo>
                      <a:cubicBezTo>
                        <a:pt x="447" y="1340"/>
                        <a:pt x="453" y="1339"/>
                        <a:pt x="460" y="1337"/>
                      </a:cubicBezTo>
                      <a:lnTo>
                        <a:pt x="483" y="1330"/>
                      </a:lnTo>
                      <a:cubicBezTo>
                        <a:pt x="515" y="1321"/>
                        <a:pt x="533" y="1287"/>
                        <a:pt x="522" y="1255"/>
                      </a:cubicBezTo>
                      <a:lnTo>
                        <a:pt x="148" y="42"/>
                      </a:lnTo>
                      <a:cubicBezTo>
                        <a:pt x="139" y="16"/>
                        <a:pt x="116" y="0"/>
                        <a:pt x="9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74" name="Google Shape;2574;p56"/>
              <p:cNvSpPr/>
              <p:nvPr/>
            </p:nvSpPr>
            <p:spPr>
              <a:xfrm rot="563966" flipH="1">
                <a:off x="5453180" y="474580"/>
                <a:ext cx="32010" cy="26976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5" name="Google Shape;2575;p56"/>
            <p:cNvGrpSpPr/>
            <p:nvPr/>
          </p:nvGrpSpPr>
          <p:grpSpPr>
            <a:xfrm>
              <a:off x="888401" y="2165414"/>
              <a:ext cx="899120" cy="1372547"/>
              <a:chOff x="228726" y="2165414"/>
              <a:chExt cx="899120" cy="1372547"/>
            </a:xfrm>
          </p:grpSpPr>
          <p:sp>
            <p:nvSpPr>
              <p:cNvPr id="2576" name="Google Shape;2576;p56"/>
              <p:cNvSpPr/>
              <p:nvPr/>
            </p:nvSpPr>
            <p:spPr>
              <a:xfrm rot="520731">
                <a:off x="419078" y="2341981"/>
                <a:ext cx="109615" cy="338856"/>
              </a:xfrm>
              <a:custGeom>
                <a:avLst/>
                <a:gdLst/>
                <a:ahLst/>
                <a:cxnLst/>
                <a:rect l="l" t="t" r="r" b="b"/>
                <a:pathLst>
                  <a:path w="723" h="2235" extrusionOk="0">
                    <a:moveTo>
                      <a:pt x="121" y="1"/>
                    </a:moveTo>
                    <a:cubicBezTo>
                      <a:pt x="100" y="208"/>
                      <a:pt x="80" y="414"/>
                      <a:pt x="59" y="620"/>
                    </a:cubicBezTo>
                    <a:cubicBezTo>
                      <a:pt x="29" y="915"/>
                      <a:pt x="0" y="1215"/>
                      <a:pt x="54" y="1507"/>
                    </a:cubicBezTo>
                    <a:cubicBezTo>
                      <a:pt x="109" y="1798"/>
                      <a:pt x="261" y="2084"/>
                      <a:pt x="516" y="2235"/>
                    </a:cubicBezTo>
                    <a:cubicBezTo>
                      <a:pt x="572" y="2156"/>
                      <a:pt x="682" y="1886"/>
                      <a:pt x="689" y="1790"/>
                    </a:cubicBezTo>
                    <a:cubicBezTo>
                      <a:pt x="722" y="1386"/>
                      <a:pt x="636" y="1067"/>
                      <a:pt x="493" y="688"/>
                    </a:cubicBezTo>
                    <a:cubicBezTo>
                      <a:pt x="400" y="448"/>
                      <a:pt x="252" y="222"/>
                      <a:pt x="12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56"/>
              <p:cNvSpPr/>
              <p:nvPr/>
            </p:nvSpPr>
            <p:spPr>
              <a:xfrm rot="520731">
                <a:off x="243739" y="2616992"/>
                <a:ext cx="266684" cy="219233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446" extrusionOk="0">
                    <a:moveTo>
                      <a:pt x="1" y="1"/>
                    </a:moveTo>
                    <a:lnTo>
                      <a:pt x="358" y="509"/>
                    </a:lnTo>
                    <a:cubicBezTo>
                      <a:pt x="528" y="751"/>
                      <a:pt x="701" y="998"/>
                      <a:pt x="934" y="1183"/>
                    </a:cubicBezTo>
                    <a:cubicBezTo>
                      <a:pt x="1127" y="1337"/>
                      <a:pt x="1371" y="1445"/>
                      <a:pt x="1615" y="1445"/>
                    </a:cubicBezTo>
                    <a:cubicBezTo>
                      <a:pt x="1663" y="1445"/>
                      <a:pt x="1711" y="1441"/>
                      <a:pt x="1759" y="1432"/>
                    </a:cubicBezTo>
                    <a:cubicBezTo>
                      <a:pt x="1699" y="875"/>
                      <a:pt x="1183" y="523"/>
                      <a:pt x="731" y="278"/>
                    </a:cubicBezTo>
                    <a:cubicBezTo>
                      <a:pt x="505" y="156"/>
                      <a:pt x="244" y="80"/>
                      <a:pt x="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56"/>
              <p:cNvSpPr/>
              <p:nvPr/>
            </p:nvSpPr>
            <p:spPr>
              <a:xfrm rot="520731">
                <a:off x="288070" y="2877658"/>
                <a:ext cx="310348" cy="159194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1050" extrusionOk="0">
                    <a:moveTo>
                      <a:pt x="1" y="1"/>
                    </a:moveTo>
                    <a:lnTo>
                      <a:pt x="468" y="411"/>
                    </a:lnTo>
                    <a:cubicBezTo>
                      <a:pt x="690" y="606"/>
                      <a:pt x="917" y="804"/>
                      <a:pt x="1185" y="930"/>
                    </a:cubicBezTo>
                    <a:cubicBezTo>
                      <a:pt x="1345" y="1004"/>
                      <a:pt x="1523" y="1050"/>
                      <a:pt x="1697" y="1050"/>
                    </a:cubicBezTo>
                    <a:cubicBezTo>
                      <a:pt x="1817" y="1050"/>
                      <a:pt x="1936" y="1028"/>
                      <a:pt x="2047" y="979"/>
                    </a:cubicBezTo>
                    <a:cubicBezTo>
                      <a:pt x="1857" y="451"/>
                      <a:pt x="1273" y="230"/>
                      <a:pt x="776" y="99"/>
                    </a:cubicBezTo>
                    <a:cubicBezTo>
                      <a:pt x="527" y="33"/>
                      <a:pt x="256" y="21"/>
                      <a:pt x="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56"/>
              <p:cNvSpPr/>
              <p:nvPr/>
            </p:nvSpPr>
            <p:spPr>
              <a:xfrm rot="520731">
                <a:off x="440225" y="3122753"/>
                <a:ext cx="337334" cy="110829"/>
              </a:xfrm>
              <a:custGeom>
                <a:avLst/>
                <a:gdLst/>
                <a:ahLst/>
                <a:cxnLst/>
                <a:rect l="l" t="t" r="r" b="b"/>
                <a:pathLst>
                  <a:path w="2225" h="731" extrusionOk="0">
                    <a:moveTo>
                      <a:pt x="766" y="0"/>
                    </a:moveTo>
                    <a:cubicBezTo>
                      <a:pt x="512" y="0"/>
                      <a:pt x="251" y="53"/>
                      <a:pt x="1" y="94"/>
                    </a:cubicBezTo>
                    <a:lnTo>
                      <a:pt x="554" y="379"/>
                    </a:lnTo>
                    <a:cubicBezTo>
                      <a:pt x="818" y="515"/>
                      <a:pt x="1086" y="652"/>
                      <a:pt x="1377" y="707"/>
                    </a:cubicBezTo>
                    <a:cubicBezTo>
                      <a:pt x="1458" y="722"/>
                      <a:pt x="1542" y="731"/>
                      <a:pt x="1625" y="731"/>
                    </a:cubicBezTo>
                    <a:cubicBezTo>
                      <a:pt x="1841" y="731"/>
                      <a:pt x="2055" y="675"/>
                      <a:pt x="2224" y="543"/>
                    </a:cubicBezTo>
                    <a:cubicBezTo>
                      <a:pt x="1911" y="78"/>
                      <a:pt x="1292" y="6"/>
                      <a:pt x="776" y="0"/>
                    </a:cubicBezTo>
                    <a:cubicBezTo>
                      <a:pt x="773" y="0"/>
                      <a:pt x="769" y="0"/>
                      <a:pt x="766" y="0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56"/>
              <p:cNvSpPr/>
              <p:nvPr/>
            </p:nvSpPr>
            <p:spPr>
              <a:xfrm rot="520731">
                <a:off x="514085" y="2503965"/>
                <a:ext cx="126898" cy="338704"/>
              </a:xfrm>
              <a:custGeom>
                <a:avLst/>
                <a:gdLst/>
                <a:ahLst/>
                <a:cxnLst/>
                <a:rect l="l" t="t" r="r" b="b"/>
                <a:pathLst>
                  <a:path w="837" h="2234" extrusionOk="0">
                    <a:moveTo>
                      <a:pt x="721" y="1"/>
                    </a:moveTo>
                    <a:cubicBezTo>
                      <a:pt x="588" y="220"/>
                      <a:pt x="439" y="447"/>
                      <a:pt x="348" y="687"/>
                    </a:cubicBezTo>
                    <a:cubicBezTo>
                      <a:pt x="163" y="1167"/>
                      <a:pt x="0" y="1769"/>
                      <a:pt x="316" y="2233"/>
                    </a:cubicBezTo>
                    <a:cubicBezTo>
                      <a:pt x="573" y="2084"/>
                      <a:pt x="727" y="1798"/>
                      <a:pt x="782" y="1505"/>
                    </a:cubicBezTo>
                    <a:cubicBezTo>
                      <a:pt x="837" y="1215"/>
                      <a:pt x="809" y="915"/>
                      <a:pt x="780" y="620"/>
                    </a:cubicBezTo>
                    <a:cubicBezTo>
                      <a:pt x="761" y="414"/>
                      <a:pt x="741" y="207"/>
                      <a:pt x="72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56"/>
              <p:cNvSpPr/>
              <p:nvPr/>
            </p:nvSpPr>
            <p:spPr>
              <a:xfrm rot="520731">
                <a:off x="612543" y="2698276"/>
                <a:ext cx="108402" cy="34249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259" extrusionOk="0">
                    <a:moveTo>
                      <a:pt x="223" y="1"/>
                    </a:moveTo>
                    <a:cubicBezTo>
                      <a:pt x="154" y="248"/>
                      <a:pt x="72" y="506"/>
                      <a:pt x="48" y="763"/>
                    </a:cubicBezTo>
                    <a:cubicBezTo>
                      <a:pt x="0" y="1276"/>
                      <a:pt x="8" y="1899"/>
                      <a:pt x="439" y="2259"/>
                    </a:cubicBezTo>
                    <a:cubicBezTo>
                      <a:pt x="645" y="2045"/>
                      <a:pt x="715" y="1729"/>
                      <a:pt x="689" y="1434"/>
                    </a:cubicBezTo>
                    <a:cubicBezTo>
                      <a:pt x="664" y="1137"/>
                      <a:pt x="555" y="857"/>
                      <a:pt x="448" y="581"/>
                    </a:cubicBezTo>
                    <a:lnTo>
                      <a:pt x="223" y="1"/>
                    </a:ln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56"/>
              <p:cNvSpPr/>
              <p:nvPr/>
            </p:nvSpPr>
            <p:spPr>
              <a:xfrm rot="520731">
                <a:off x="721903" y="2876034"/>
                <a:ext cx="177991" cy="30353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200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2" y="256"/>
                      <a:pt x="55" y="526"/>
                      <a:pt x="132" y="770"/>
                    </a:cubicBezTo>
                    <a:cubicBezTo>
                      <a:pt x="284" y="1262"/>
                      <a:pt x="530" y="1835"/>
                      <a:pt x="1065" y="2002"/>
                    </a:cubicBezTo>
                    <a:cubicBezTo>
                      <a:pt x="1174" y="1728"/>
                      <a:pt x="1117" y="1409"/>
                      <a:pt x="980" y="1145"/>
                    </a:cubicBezTo>
                    <a:cubicBezTo>
                      <a:pt x="844" y="882"/>
                      <a:pt x="636" y="664"/>
                      <a:pt x="431" y="45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56"/>
              <p:cNvSpPr/>
              <p:nvPr/>
            </p:nvSpPr>
            <p:spPr>
              <a:xfrm rot="520731">
                <a:off x="403408" y="2488834"/>
                <a:ext cx="615237" cy="748971"/>
              </a:xfrm>
              <a:custGeom>
                <a:avLst/>
                <a:gdLst/>
                <a:ahLst/>
                <a:cxnLst/>
                <a:rect l="l" t="t" r="r" b="b"/>
                <a:pathLst>
                  <a:path w="4058" h="4940" extrusionOk="0">
                    <a:moveTo>
                      <a:pt x="42" y="1"/>
                    </a:moveTo>
                    <a:cubicBezTo>
                      <a:pt x="22" y="1"/>
                      <a:pt x="0" y="15"/>
                      <a:pt x="1" y="42"/>
                    </a:cubicBezTo>
                    <a:cubicBezTo>
                      <a:pt x="26" y="598"/>
                      <a:pt x="170" y="1250"/>
                      <a:pt x="404" y="1878"/>
                    </a:cubicBezTo>
                    <a:cubicBezTo>
                      <a:pt x="639" y="2514"/>
                      <a:pt x="944" y="3056"/>
                      <a:pt x="1261" y="3403"/>
                    </a:cubicBezTo>
                    <a:cubicBezTo>
                      <a:pt x="1907" y="4111"/>
                      <a:pt x="3004" y="4729"/>
                      <a:pt x="3993" y="4938"/>
                    </a:cubicBezTo>
                    <a:cubicBezTo>
                      <a:pt x="3995" y="4939"/>
                      <a:pt x="3997" y="4939"/>
                      <a:pt x="4000" y="4939"/>
                    </a:cubicBezTo>
                    <a:lnTo>
                      <a:pt x="4002" y="4939"/>
                    </a:lnTo>
                    <a:cubicBezTo>
                      <a:pt x="4050" y="4939"/>
                      <a:pt x="4057" y="4869"/>
                      <a:pt x="4009" y="4859"/>
                    </a:cubicBezTo>
                    <a:cubicBezTo>
                      <a:pt x="3037" y="4654"/>
                      <a:pt x="1956" y="4046"/>
                      <a:pt x="1321" y="3349"/>
                    </a:cubicBezTo>
                    <a:cubicBezTo>
                      <a:pt x="689" y="2656"/>
                      <a:pt x="134" y="1171"/>
                      <a:pt x="82" y="39"/>
                    </a:cubicBezTo>
                    <a:cubicBezTo>
                      <a:pt x="81" y="13"/>
                      <a:pt x="62" y="1"/>
                      <a:pt x="42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56"/>
              <p:cNvSpPr/>
              <p:nvPr/>
            </p:nvSpPr>
            <p:spPr>
              <a:xfrm rot="520731">
                <a:off x="337570" y="2607050"/>
                <a:ext cx="249855" cy="276391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823" extrusionOk="0">
                    <a:moveTo>
                      <a:pt x="1602" y="0"/>
                    </a:moveTo>
                    <a:cubicBezTo>
                      <a:pt x="1584" y="0"/>
                      <a:pt x="1566" y="11"/>
                      <a:pt x="1563" y="35"/>
                    </a:cubicBezTo>
                    <a:cubicBezTo>
                      <a:pt x="1478" y="584"/>
                      <a:pt x="1454" y="1103"/>
                      <a:pt x="1429" y="1653"/>
                    </a:cubicBezTo>
                    <a:lnTo>
                      <a:pt x="1426" y="1717"/>
                    </a:lnTo>
                    <a:cubicBezTo>
                      <a:pt x="908" y="1435"/>
                      <a:pt x="454" y="1052"/>
                      <a:pt x="88" y="591"/>
                    </a:cubicBezTo>
                    <a:cubicBezTo>
                      <a:pt x="79" y="580"/>
                      <a:pt x="68" y="575"/>
                      <a:pt x="58" y="575"/>
                    </a:cubicBezTo>
                    <a:cubicBezTo>
                      <a:pt x="28" y="575"/>
                      <a:pt x="0" y="610"/>
                      <a:pt x="24" y="642"/>
                    </a:cubicBezTo>
                    <a:cubicBezTo>
                      <a:pt x="410" y="1128"/>
                      <a:pt x="893" y="1529"/>
                      <a:pt x="1444" y="1818"/>
                    </a:cubicBezTo>
                    <a:cubicBezTo>
                      <a:pt x="1450" y="1821"/>
                      <a:pt x="1456" y="1823"/>
                      <a:pt x="1462" y="1823"/>
                    </a:cubicBezTo>
                    <a:cubicBezTo>
                      <a:pt x="1469" y="1823"/>
                      <a:pt x="1477" y="1821"/>
                      <a:pt x="1483" y="1818"/>
                    </a:cubicBezTo>
                    <a:cubicBezTo>
                      <a:pt x="1494" y="1811"/>
                      <a:pt x="1502" y="1799"/>
                      <a:pt x="1502" y="1784"/>
                    </a:cubicBezTo>
                    <a:lnTo>
                      <a:pt x="1508" y="1656"/>
                    </a:lnTo>
                    <a:cubicBezTo>
                      <a:pt x="1533" y="1110"/>
                      <a:pt x="1559" y="591"/>
                      <a:pt x="1642" y="47"/>
                    </a:cubicBezTo>
                    <a:cubicBezTo>
                      <a:pt x="1647" y="17"/>
                      <a:pt x="1624" y="0"/>
                      <a:pt x="1602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56"/>
              <p:cNvSpPr/>
              <p:nvPr/>
            </p:nvSpPr>
            <p:spPr>
              <a:xfrm rot="520731">
                <a:off x="387741" y="2828925"/>
                <a:ext cx="294429" cy="237578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567" extrusionOk="0">
                    <a:moveTo>
                      <a:pt x="1654" y="1"/>
                    </a:moveTo>
                    <a:cubicBezTo>
                      <a:pt x="1652" y="1"/>
                      <a:pt x="1651" y="1"/>
                      <a:pt x="1649" y="1"/>
                    </a:cubicBezTo>
                    <a:cubicBezTo>
                      <a:pt x="1627" y="1"/>
                      <a:pt x="1610" y="20"/>
                      <a:pt x="1612" y="43"/>
                    </a:cubicBezTo>
                    <a:lnTo>
                      <a:pt x="1613" y="74"/>
                    </a:lnTo>
                    <a:cubicBezTo>
                      <a:pt x="1647" y="542"/>
                      <a:pt x="1683" y="1027"/>
                      <a:pt x="1834" y="1477"/>
                    </a:cubicBezTo>
                    <a:cubicBezTo>
                      <a:pt x="1194" y="1385"/>
                      <a:pt x="590" y="1125"/>
                      <a:pt x="85" y="724"/>
                    </a:cubicBezTo>
                    <a:cubicBezTo>
                      <a:pt x="76" y="717"/>
                      <a:pt x="67" y="714"/>
                      <a:pt x="59" y="714"/>
                    </a:cubicBezTo>
                    <a:cubicBezTo>
                      <a:pt x="26" y="714"/>
                      <a:pt x="1" y="760"/>
                      <a:pt x="34" y="787"/>
                    </a:cubicBezTo>
                    <a:cubicBezTo>
                      <a:pt x="569" y="1212"/>
                      <a:pt x="1211" y="1480"/>
                      <a:pt x="1889" y="1565"/>
                    </a:cubicBezTo>
                    <a:lnTo>
                      <a:pt x="1893" y="1565"/>
                    </a:lnTo>
                    <a:lnTo>
                      <a:pt x="1895" y="1567"/>
                    </a:lnTo>
                    <a:cubicBezTo>
                      <a:pt x="1922" y="1565"/>
                      <a:pt x="1941" y="1538"/>
                      <a:pt x="1932" y="1512"/>
                    </a:cubicBezTo>
                    <a:cubicBezTo>
                      <a:pt x="1765" y="1055"/>
                      <a:pt x="1729" y="553"/>
                      <a:pt x="1694" y="68"/>
                    </a:cubicBezTo>
                    <a:lnTo>
                      <a:pt x="1691" y="38"/>
                    </a:lnTo>
                    <a:cubicBezTo>
                      <a:pt x="1691" y="18"/>
                      <a:pt x="1674" y="1"/>
                      <a:pt x="1654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56"/>
              <p:cNvSpPr/>
              <p:nvPr/>
            </p:nvSpPr>
            <p:spPr>
              <a:xfrm rot="520731">
                <a:off x="754232" y="2975811"/>
                <a:ext cx="124927" cy="245007"/>
              </a:xfrm>
              <a:custGeom>
                <a:avLst/>
                <a:gdLst/>
                <a:ahLst/>
                <a:cxnLst/>
                <a:rect l="l" t="t" r="r" b="b"/>
                <a:pathLst>
                  <a:path w="824" h="1616" extrusionOk="0">
                    <a:moveTo>
                      <a:pt x="56" y="0"/>
                    </a:moveTo>
                    <a:cubicBezTo>
                      <a:pt x="28" y="0"/>
                      <a:pt x="0" y="32"/>
                      <a:pt x="21" y="62"/>
                    </a:cubicBezTo>
                    <a:cubicBezTo>
                      <a:pt x="318" y="510"/>
                      <a:pt x="657" y="1015"/>
                      <a:pt x="740" y="1582"/>
                    </a:cubicBezTo>
                    <a:cubicBezTo>
                      <a:pt x="743" y="1601"/>
                      <a:pt x="760" y="1616"/>
                      <a:pt x="780" y="1616"/>
                    </a:cubicBezTo>
                    <a:lnTo>
                      <a:pt x="786" y="1616"/>
                    </a:lnTo>
                    <a:cubicBezTo>
                      <a:pt x="807" y="1613"/>
                      <a:pt x="824" y="1592"/>
                      <a:pt x="819" y="1570"/>
                    </a:cubicBezTo>
                    <a:cubicBezTo>
                      <a:pt x="733" y="985"/>
                      <a:pt x="390" y="472"/>
                      <a:pt x="89" y="19"/>
                    </a:cubicBezTo>
                    <a:cubicBezTo>
                      <a:pt x="80" y="6"/>
                      <a:pt x="68" y="0"/>
                      <a:pt x="56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56"/>
              <p:cNvSpPr/>
              <p:nvPr/>
            </p:nvSpPr>
            <p:spPr>
              <a:xfrm rot="520731">
                <a:off x="580214" y="3183467"/>
                <a:ext cx="263197" cy="42452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280" extrusionOk="0">
                    <a:moveTo>
                      <a:pt x="54" y="1"/>
                    </a:moveTo>
                    <a:cubicBezTo>
                      <a:pt x="21" y="1"/>
                      <a:pt x="0" y="70"/>
                      <a:pt x="40" y="78"/>
                    </a:cubicBezTo>
                    <a:cubicBezTo>
                      <a:pt x="537" y="260"/>
                      <a:pt x="826" y="278"/>
                      <a:pt x="1008" y="278"/>
                    </a:cubicBezTo>
                    <a:cubicBezTo>
                      <a:pt x="1035" y="278"/>
                      <a:pt x="1058" y="278"/>
                      <a:pt x="1081" y="280"/>
                    </a:cubicBezTo>
                    <a:cubicBezTo>
                      <a:pt x="1272" y="277"/>
                      <a:pt x="1522" y="193"/>
                      <a:pt x="1694" y="117"/>
                    </a:cubicBezTo>
                    <a:cubicBezTo>
                      <a:pt x="1735" y="98"/>
                      <a:pt x="1716" y="40"/>
                      <a:pt x="1679" y="40"/>
                    </a:cubicBezTo>
                    <a:cubicBezTo>
                      <a:pt x="1673" y="40"/>
                      <a:pt x="1667" y="41"/>
                      <a:pt x="1661" y="44"/>
                    </a:cubicBezTo>
                    <a:cubicBezTo>
                      <a:pt x="1497" y="117"/>
                      <a:pt x="1261" y="196"/>
                      <a:pt x="1079" y="199"/>
                    </a:cubicBezTo>
                    <a:cubicBezTo>
                      <a:pt x="1056" y="200"/>
                      <a:pt x="1031" y="200"/>
                      <a:pt x="1005" y="200"/>
                    </a:cubicBezTo>
                    <a:cubicBezTo>
                      <a:pt x="822" y="200"/>
                      <a:pt x="551" y="181"/>
                      <a:pt x="67" y="4"/>
                    </a:cubicBezTo>
                    <a:cubicBezTo>
                      <a:pt x="63" y="2"/>
                      <a:pt x="58" y="1"/>
                      <a:pt x="54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56"/>
              <p:cNvSpPr/>
              <p:nvPr/>
            </p:nvSpPr>
            <p:spPr>
              <a:xfrm rot="520731">
                <a:off x="624857" y="2172026"/>
                <a:ext cx="110524" cy="301559"/>
              </a:xfrm>
              <a:custGeom>
                <a:avLst/>
                <a:gdLst/>
                <a:ahLst/>
                <a:cxnLst/>
                <a:rect l="l" t="t" r="r" b="b"/>
                <a:pathLst>
                  <a:path w="729" h="1989" extrusionOk="0">
                    <a:moveTo>
                      <a:pt x="596" y="0"/>
                    </a:moveTo>
                    <a:cubicBezTo>
                      <a:pt x="558" y="0"/>
                      <a:pt x="523" y="26"/>
                      <a:pt x="512" y="65"/>
                    </a:cubicBezTo>
                    <a:lnTo>
                      <a:pt x="13" y="1868"/>
                    </a:lnTo>
                    <a:cubicBezTo>
                      <a:pt x="1" y="1914"/>
                      <a:pt x="27" y="1963"/>
                      <a:pt x="74" y="1975"/>
                    </a:cubicBezTo>
                    <a:lnTo>
                      <a:pt x="108" y="1985"/>
                    </a:lnTo>
                    <a:cubicBezTo>
                      <a:pt x="115" y="1987"/>
                      <a:pt x="123" y="1988"/>
                      <a:pt x="130" y="1988"/>
                    </a:cubicBezTo>
                    <a:cubicBezTo>
                      <a:pt x="169" y="1988"/>
                      <a:pt x="204" y="1963"/>
                      <a:pt x="215" y="1924"/>
                    </a:cubicBezTo>
                    <a:lnTo>
                      <a:pt x="715" y="120"/>
                    </a:lnTo>
                    <a:cubicBezTo>
                      <a:pt x="728" y="74"/>
                      <a:pt x="702" y="26"/>
                      <a:pt x="655" y="13"/>
                    </a:cubicBezTo>
                    <a:lnTo>
                      <a:pt x="619" y="4"/>
                    </a:lnTo>
                    <a:cubicBezTo>
                      <a:pt x="612" y="1"/>
                      <a:pt x="604" y="0"/>
                      <a:pt x="5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56"/>
              <p:cNvSpPr/>
              <p:nvPr/>
            </p:nvSpPr>
            <p:spPr>
              <a:xfrm rot="520731">
                <a:off x="555735" y="2215084"/>
                <a:ext cx="248794" cy="215291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420" extrusionOk="0">
                    <a:moveTo>
                      <a:pt x="1520" y="1"/>
                    </a:moveTo>
                    <a:cubicBezTo>
                      <a:pt x="1500" y="1"/>
                      <a:pt x="1480" y="8"/>
                      <a:pt x="1463" y="22"/>
                    </a:cubicBezTo>
                    <a:lnTo>
                      <a:pt x="41" y="1239"/>
                    </a:lnTo>
                    <a:cubicBezTo>
                      <a:pt x="3" y="1271"/>
                      <a:pt x="0" y="1326"/>
                      <a:pt x="32" y="1361"/>
                    </a:cubicBezTo>
                    <a:lnTo>
                      <a:pt x="54" y="1390"/>
                    </a:lnTo>
                    <a:cubicBezTo>
                      <a:pt x="71" y="1409"/>
                      <a:pt x="96" y="1420"/>
                      <a:pt x="120" y="1420"/>
                    </a:cubicBezTo>
                    <a:cubicBezTo>
                      <a:pt x="140" y="1420"/>
                      <a:pt x="160" y="1413"/>
                      <a:pt x="176" y="1399"/>
                    </a:cubicBezTo>
                    <a:lnTo>
                      <a:pt x="1599" y="182"/>
                    </a:lnTo>
                    <a:cubicBezTo>
                      <a:pt x="1636" y="151"/>
                      <a:pt x="1641" y="95"/>
                      <a:pt x="1609" y="58"/>
                    </a:cubicBezTo>
                    <a:lnTo>
                      <a:pt x="1585" y="31"/>
                    </a:lnTo>
                    <a:cubicBezTo>
                      <a:pt x="1568" y="11"/>
                      <a:pt x="1544" y="1"/>
                      <a:pt x="15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56"/>
              <p:cNvSpPr/>
              <p:nvPr/>
            </p:nvSpPr>
            <p:spPr>
              <a:xfrm rot="520731">
                <a:off x="527221" y="2271320"/>
                <a:ext cx="305648" cy="102946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679" extrusionOk="0">
                    <a:moveTo>
                      <a:pt x="1910" y="1"/>
                    </a:moveTo>
                    <a:cubicBezTo>
                      <a:pt x="1903" y="1"/>
                      <a:pt x="1896" y="1"/>
                      <a:pt x="1888" y="3"/>
                    </a:cubicBezTo>
                    <a:lnTo>
                      <a:pt x="75" y="472"/>
                    </a:lnTo>
                    <a:cubicBezTo>
                      <a:pt x="29" y="483"/>
                      <a:pt x="0" y="531"/>
                      <a:pt x="12" y="579"/>
                    </a:cubicBezTo>
                    <a:lnTo>
                      <a:pt x="23" y="613"/>
                    </a:lnTo>
                    <a:cubicBezTo>
                      <a:pt x="33" y="652"/>
                      <a:pt x="67" y="679"/>
                      <a:pt x="107" y="679"/>
                    </a:cubicBezTo>
                    <a:cubicBezTo>
                      <a:pt x="114" y="679"/>
                      <a:pt x="121" y="678"/>
                      <a:pt x="129" y="676"/>
                    </a:cubicBezTo>
                    <a:lnTo>
                      <a:pt x="1940" y="206"/>
                    </a:lnTo>
                    <a:cubicBezTo>
                      <a:pt x="1987" y="194"/>
                      <a:pt x="2015" y="146"/>
                      <a:pt x="2003" y="100"/>
                    </a:cubicBezTo>
                    <a:lnTo>
                      <a:pt x="1994" y="66"/>
                    </a:lnTo>
                    <a:cubicBezTo>
                      <a:pt x="1984" y="26"/>
                      <a:pt x="1949" y="1"/>
                      <a:pt x="19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56"/>
              <p:cNvSpPr/>
              <p:nvPr/>
            </p:nvSpPr>
            <p:spPr>
              <a:xfrm rot="520731">
                <a:off x="527838" y="2268907"/>
                <a:ext cx="304587" cy="107646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710" extrusionOk="0">
                    <a:moveTo>
                      <a:pt x="106" y="1"/>
                    </a:moveTo>
                    <a:cubicBezTo>
                      <a:pt x="67" y="1"/>
                      <a:pt x="33" y="26"/>
                      <a:pt x="23" y="64"/>
                    </a:cubicBezTo>
                    <a:lnTo>
                      <a:pt x="13" y="100"/>
                    </a:lnTo>
                    <a:cubicBezTo>
                      <a:pt x="1" y="146"/>
                      <a:pt x="28" y="194"/>
                      <a:pt x="74" y="207"/>
                    </a:cubicBezTo>
                    <a:lnTo>
                      <a:pt x="1878" y="707"/>
                    </a:lnTo>
                    <a:cubicBezTo>
                      <a:pt x="1886" y="709"/>
                      <a:pt x="1893" y="710"/>
                      <a:pt x="1901" y="710"/>
                    </a:cubicBezTo>
                    <a:cubicBezTo>
                      <a:pt x="1939" y="710"/>
                      <a:pt x="1974" y="684"/>
                      <a:pt x="1986" y="646"/>
                    </a:cubicBezTo>
                    <a:lnTo>
                      <a:pt x="1995" y="611"/>
                    </a:lnTo>
                    <a:cubicBezTo>
                      <a:pt x="2008" y="565"/>
                      <a:pt x="1981" y="517"/>
                      <a:pt x="1934" y="504"/>
                    </a:cubicBezTo>
                    <a:lnTo>
                      <a:pt x="131" y="4"/>
                    </a:lnTo>
                    <a:cubicBezTo>
                      <a:pt x="122" y="2"/>
                      <a:pt x="114" y="1"/>
                      <a:pt x="1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56"/>
              <p:cNvSpPr/>
              <p:nvPr/>
            </p:nvSpPr>
            <p:spPr>
              <a:xfrm rot="520731">
                <a:off x="564062" y="2206442"/>
                <a:ext cx="232116" cy="232727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535" extrusionOk="0">
                    <a:moveTo>
                      <a:pt x="122" y="0"/>
                    </a:moveTo>
                    <a:cubicBezTo>
                      <a:pt x="100" y="0"/>
                      <a:pt x="77" y="9"/>
                      <a:pt x="60" y="26"/>
                    </a:cubicBezTo>
                    <a:lnTo>
                      <a:pt x="35" y="51"/>
                    </a:lnTo>
                    <a:cubicBezTo>
                      <a:pt x="1" y="84"/>
                      <a:pt x="1" y="139"/>
                      <a:pt x="35" y="173"/>
                    </a:cubicBezTo>
                    <a:lnTo>
                      <a:pt x="1347" y="1509"/>
                    </a:lnTo>
                    <a:cubicBezTo>
                      <a:pt x="1364" y="1526"/>
                      <a:pt x="1387" y="1535"/>
                      <a:pt x="1410" y="1535"/>
                    </a:cubicBezTo>
                    <a:cubicBezTo>
                      <a:pt x="1432" y="1535"/>
                      <a:pt x="1454" y="1526"/>
                      <a:pt x="1471" y="1509"/>
                    </a:cubicBezTo>
                    <a:lnTo>
                      <a:pt x="1496" y="1484"/>
                    </a:lnTo>
                    <a:cubicBezTo>
                      <a:pt x="1530" y="1450"/>
                      <a:pt x="1530" y="1395"/>
                      <a:pt x="1496" y="1362"/>
                    </a:cubicBezTo>
                    <a:lnTo>
                      <a:pt x="184" y="26"/>
                    </a:lnTo>
                    <a:cubicBezTo>
                      <a:pt x="167" y="9"/>
                      <a:pt x="144" y="0"/>
                      <a:pt x="1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56"/>
              <p:cNvSpPr/>
              <p:nvPr/>
            </p:nvSpPr>
            <p:spPr>
              <a:xfrm rot="520731">
                <a:off x="620765" y="2173065"/>
                <a:ext cx="118408" cy="299437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75" extrusionOk="0">
                    <a:moveTo>
                      <a:pt x="132" y="1"/>
                    </a:moveTo>
                    <a:cubicBezTo>
                      <a:pt x="123" y="1"/>
                      <a:pt x="115" y="2"/>
                      <a:pt x="107" y="4"/>
                    </a:cubicBezTo>
                    <a:lnTo>
                      <a:pt x="72" y="15"/>
                    </a:lnTo>
                    <a:cubicBezTo>
                      <a:pt x="26" y="30"/>
                      <a:pt x="1" y="79"/>
                      <a:pt x="14" y="123"/>
                    </a:cubicBezTo>
                    <a:lnTo>
                      <a:pt x="566" y="1913"/>
                    </a:lnTo>
                    <a:cubicBezTo>
                      <a:pt x="578" y="1951"/>
                      <a:pt x="613" y="1975"/>
                      <a:pt x="650" y="1975"/>
                    </a:cubicBezTo>
                    <a:cubicBezTo>
                      <a:pt x="659" y="1975"/>
                      <a:pt x="667" y="1973"/>
                      <a:pt x="675" y="1971"/>
                    </a:cubicBezTo>
                    <a:lnTo>
                      <a:pt x="711" y="1961"/>
                    </a:lnTo>
                    <a:cubicBezTo>
                      <a:pt x="755" y="1946"/>
                      <a:pt x="781" y="1898"/>
                      <a:pt x="767" y="1852"/>
                    </a:cubicBezTo>
                    <a:lnTo>
                      <a:pt x="216" y="62"/>
                    </a:lnTo>
                    <a:cubicBezTo>
                      <a:pt x="203" y="24"/>
                      <a:pt x="169" y="1"/>
                      <a:pt x="1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56"/>
              <p:cNvSpPr/>
              <p:nvPr/>
            </p:nvSpPr>
            <p:spPr>
              <a:xfrm rot="520731">
                <a:off x="637599" y="2291198"/>
                <a:ext cx="71257" cy="60039"/>
              </a:xfrm>
              <a:custGeom>
                <a:avLst/>
                <a:gdLst/>
                <a:ahLst/>
                <a:cxnLst/>
                <a:rect l="l" t="t" r="r" b="b"/>
                <a:pathLst>
                  <a:path w="470" h="396" extrusionOk="0">
                    <a:moveTo>
                      <a:pt x="249" y="1"/>
                    </a:moveTo>
                    <a:cubicBezTo>
                      <a:pt x="105" y="1"/>
                      <a:pt x="0" y="160"/>
                      <a:pt x="79" y="296"/>
                    </a:cubicBezTo>
                    <a:cubicBezTo>
                      <a:pt x="117" y="364"/>
                      <a:pt x="183" y="396"/>
                      <a:pt x="249" y="396"/>
                    </a:cubicBezTo>
                    <a:cubicBezTo>
                      <a:pt x="333" y="396"/>
                      <a:pt x="415" y="345"/>
                      <a:pt x="441" y="250"/>
                    </a:cubicBezTo>
                    <a:cubicBezTo>
                      <a:pt x="469" y="146"/>
                      <a:pt x="408" y="37"/>
                      <a:pt x="304" y="8"/>
                    </a:cubicBezTo>
                    <a:cubicBezTo>
                      <a:pt x="285" y="3"/>
                      <a:pt x="267" y="1"/>
                      <a:pt x="249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56"/>
              <p:cNvSpPr/>
              <p:nvPr/>
            </p:nvSpPr>
            <p:spPr>
              <a:xfrm rot="520731">
                <a:off x="673580" y="2622338"/>
                <a:ext cx="74896" cy="204527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349" extrusionOk="0">
                    <a:moveTo>
                      <a:pt x="405" y="0"/>
                    </a:moveTo>
                    <a:cubicBezTo>
                      <a:pt x="379" y="0"/>
                      <a:pt x="355" y="17"/>
                      <a:pt x="348" y="43"/>
                    </a:cubicBezTo>
                    <a:lnTo>
                      <a:pt x="8" y="1267"/>
                    </a:lnTo>
                    <a:cubicBezTo>
                      <a:pt x="0" y="1298"/>
                      <a:pt x="18" y="1331"/>
                      <a:pt x="50" y="1340"/>
                    </a:cubicBezTo>
                    <a:lnTo>
                      <a:pt x="73" y="1346"/>
                    </a:lnTo>
                    <a:cubicBezTo>
                      <a:pt x="79" y="1348"/>
                      <a:pt x="84" y="1348"/>
                      <a:pt x="90" y="1348"/>
                    </a:cubicBezTo>
                    <a:cubicBezTo>
                      <a:pt x="115" y="1348"/>
                      <a:pt x="139" y="1332"/>
                      <a:pt x="147" y="1306"/>
                    </a:cubicBezTo>
                    <a:lnTo>
                      <a:pt x="485" y="82"/>
                    </a:lnTo>
                    <a:cubicBezTo>
                      <a:pt x="494" y="50"/>
                      <a:pt x="475" y="17"/>
                      <a:pt x="443" y="8"/>
                    </a:cubicBezTo>
                    <a:lnTo>
                      <a:pt x="421" y="3"/>
                    </a:lnTo>
                    <a:cubicBezTo>
                      <a:pt x="415" y="1"/>
                      <a:pt x="410" y="0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56"/>
              <p:cNvSpPr/>
              <p:nvPr/>
            </p:nvSpPr>
            <p:spPr>
              <a:xfrm rot="520731">
                <a:off x="626593" y="2651436"/>
                <a:ext cx="168743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964" extrusionOk="0">
                    <a:moveTo>
                      <a:pt x="1032" y="0"/>
                    </a:moveTo>
                    <a:cubicBezTo>
                      <a:pt x="1018" y="0"/>
                      <a:pt x="1004" y="5"/>
                      <a:pt x="993" y="15"/>
                    </a:cubicBezTo>
                    <a:lnTo>
                      <a:pt x="27" y="841"/>
                    </a:lnTo>
                    <a:cubicBezTo>
                      <a:pt x="3" y="862"/>
                      <a:pt x="0" y="899"/>
                      <a:pt x="21" y="924"/>
                    </a:cubicBezTo>
                    <a:lnTo>
                      <a:pt x="38" y="942"/>
                    </a:lnTo>
                    <a:cubicBezTo>
                      <a:pt x="49" y="956"/>
                      <a:pt x="66" y="964"/>
                      <a:pt x="83" y="964"/>
                    </a:cubicBezTo>
                    <a:cubicBezTo>
                      <a:pt x="96" y="964"/>
                      <a:pt x="110" y="959"/>
                      <a:pt x="121" y="950"/>
                    </a:cubicBezTo>
                    <a:lnTo>
                      <a:pt x="1086" y="122"/>
                    </a:lnTo>
                    <a:cubicBezTo>
                      <a:pt x="1110" y="101"/>
                      <a:pt x="1113" y="64"/>
                      <a:pt x="1092" y="40"/>
                    </a:cubicBezTo>
                    <a:lnTo>
                      <a:pt x="1075" y="21"/>
                    </a:lnTo>
                    <a:cubicBezTo>
                      <a:pt x="1064" y="7"/>
                      <a:pt x="1048" y="0"/>
                      <a:pt x="10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56"/>
              <p:cNvSpPr/>
              <p:nvPr/>
            </p:nvSpPr>
            <p:spPr>
              <a:xfrm rot="520731">
                <a:off x="607349" y="2689503"/>
                <a:ext cx="207404" cy="69894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461" extrusionOk="0">
                    <a:moveTo>
                      <a:pt x="1297" y="0"/>
                    </a:moveTo>
                    <a:cubicBezTo>
                      <a:pt x="1292" y="0"/>
                      <a:pt x="1287" y="1"/>
                      <a:pt x="1281" y="2"/>
                    </a:cubicBezTo>
                    <a:lnTo>
                      <a:pt x="51" y="320"/>
                    </a:lnTo>
                    <a:cubicBezTo>
                      <a:pt x="20" y="329"/>
                      <a:pt x="0" y="360"/>
                      <a:pt x="8" y="393"/>
                    </a:cubicBezTo>
                    <a:lnTo>
                      <a:pt x="15" y="417"/>
                    </a:lnTo>
                    <a:cubicBezTo>
                      <a:pt x="22" y="443"/>
                      <a:pt x="46" y="460"/>
                      <a:pt x="73" y="460"/>
                    </a:cubicBezTo>
                    <a:cubicBezTo>
                      <a:pt x="77" y="460"/>
                      <a:pt x="82" y="460"/>
                      <a:pt x="87" y="459"/>
                    </a:cubicBezTo>
                    <a:lnTo>
                      <a:pt x="1317" y="141"/>
                    </a:lnTo>
                    <a:cubicBezTo>
                      <a:pt x="1349" y="132"/>
                      <a:pt x="1368" y="99"/>
                      <a:pt x="1359" y="68"/>
                    </a:cubicBezTo>
                    <a:lnTo>
                      <a:pt x="1353" y="44"/>
                    </a:lnTo>
                    <a:cubicBezTo>
                      <a:pt x="1347" y="18"/>
                      <a:pt x="1323" y="0"/>
                      <a:pt x="1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56"/>
              <p:cNvSpPr/>
              <p:nvPr/>
            </p:nvSpPr>
            <p:spPr>
              <a:xfrm rot="520731">
                <a:off x="607804" y="2687836"/>
                <a:ext cx="206494" cy="73229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483" extrusionOk="0">
                    <a:moveTo>
                      <a:pt x="71" y="1"/>
                    </a:moveTo>
                    <a:cubicBezTo>
                      <a:pt x="46" y="1"/>
                      <a:pt x="23" y="19"/>
                      <a:pt x="15" y="45"/>
                    </a:cubicBezTo>
                    <a:lnTo>
                      <a:pt x="8" y="69"/>
                    </a:lnTo>
                    <a:cubicBezTo>
                      <a:pt x="0" y="100"/>
                      <a:pt x="18" y="131"/>
                      <a:pt x="50" y="140"/>
                    </a:cubicBezTo>
                    <a:lnTo>
                      <a:pt x="1274" y="480"/>
                    </a:lnTo>
                    <a:cubicBezTo>
                      <a:pt x="1279" y="482"/>
                      <a:pt x="1284" y="482"/>
                      <a:pt x="1290" y="482"/>
                    </a:cubicBezTo>
                    <a:cubicBezTo>
                      <a:pt x="1315" y="482"/>
                      <a:pt x="1340" y="464"/>
                      <a:pt x="1347" y="438"/>
                    </a:cubicBezTo>
                    <a:lnTo>
                      <a:pt x="1353" y="415"/>
                    </a:lnTo>
                    <a:cubicBezTo>
                      <a:pt x="1362" y="383"/>
                      <a:pt x="1343" y="350"/>
                      <a:pt x="1311" y="343"/>
                    </a:cubicBezTo>
                    <a:lnTo>
                      <a:pt x="87" y="3"/>
                    </a:lnTo>
                    <a:cubicBezTo>
                      <a:pt x="82" y="1"/>
                      <a:pt x="77" y="1"/>
                      <a:pt x="7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56"/>
              <p:cNvSpPr/>
              <p:nvPr/>
            </p:nvSpPr>
            <p:spPr>
              <a:xfrm rot="520731">
                <a:off x="632249" y="2645224"/>
                <a:ext cx="157524" cy="157981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2" extrusionOk="0">
                    <a:moveTo>
                      <a:pt x="83" y="0"/>
                    </a:moveTo>
                    <a:cubicBezTo>
                      <a:pt x="68" y="0"/>
                      <a:pt x="53" y="6"/>
                      <a:pt x="42" y="17"/>
                    </a:cubicBezTo>
                    <a:lnTo>
                      <a:pt x="24" y="35"/>
                    </a:lnTo>
                    <a:cubicBezTo>
                      <a:pt x="1" y="57"/>
                      <a:pt x="1" y="95"/>
                      <a:pt x="24" y="118"/>
                    </a:cubicBezTo>
                    <a:lnTo>
                      <a:pt x="915" y="1024"/>
                    </a:lnTo>
                    <a:cubicBezTo>
                      <a:pt x="926" y="1036"/>
                      <a:pt x="941" y="1042"/>
                      <a:pt x="957" y="1042"/>
                    </a:cubicBezTo>
                    <a:cubicBezTo>
                      <a:pt x="971" y="1042"/>
                      <a:pt x="986" y="1036"/>
                      <a:pt x="998" y="1025"/>
                    </a:cubicBezTo>
                    <a:lnTo>
                      <a:pt x="1015" y="1007"/>
                    </a:lnTo>
                    <a:cubicBezTo>
                      <a:pt x="1038" y="985"/>
                      <a:pt x="1038" y="948"/>
                      <a:pt x="1016" y="924"/>
                    </a:cubicBezTo>
                    <a:lnTo>
                      <a:pt x="126" y="19"/>
                    </a:lnTo>
                    <a:cubicBezTo>
                      <a:pt x="114" y="6"/>
                      <a:pt x="98" y="0"/>
                      <a:pt x="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56"/>
              <p:cNvSpPr/>
              <p:nvPr/>
            </p:nvSpPr>
            <p:spPr>
              <a:xfrm rot="520731">
                <a:off x="670721" y="2622806"/>
                <a:ext cx="80809" cy="203314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341" extrusionOk="0">
                    <a:moveTo>
                      <a:pt x="91" y="1"/>
                    </a:moveTo>
                    <a:cubicBezTo>
                      <a:pt x="85" y="1"/>
                      <a:pt x="79" y="2"/>
                      <a:pt x="73" y="4"/>
                    </a:cubicBezTo>
                    <a:lnTo>
                      <a:pt x="49" y="11"/>
                    </a:lnTo>
                    <a:cubicBezTo>
                      <a:pt x="18" y="20"/>
                      <a:pt x="0" y="53"/>
                      <a:pt x="10" y="85"/>
                    </a:cubicBezTo>
                    <a:lnTo>
                      <a:pt x="385" y="1298"/>
                    </a:lnTo>
                    <a:cubicBezTo>
                      <a:pt x="393" y="1324"/>
                      <a:pt x="417" y="1341"/>
                      <a:pt x="443" y="1341"/>
                    </a:cubicBezTo>
                    <a:cubicBezTo>
                      <a:pt x="448" y="1341"/>
                      <a:pt x="454" y="1340"/>
                      <a:pt x="459" y="1339"/>
                    </a:cubicBezTo>
                    <a:lnTo>
                      <a:pt x="483" y="1331"/>
                    </a:lnTo>
                    <a:cubicBezTo>
                      <a:pt x="514" y="1321"/>
                      <a:pt x="532" y="1288"/>
                      <a:pt x="522" y="1257"/>
                    </a:cubicBezTo>
                    <a:lnTo>
                      <a:pt x="148" y="43"/>
                    </a:lnTo>
                    <a:cubicBezTo>
                      <a:pt x="139" y="18"/>
                      <a:pt x="116" y="1"/>
                      <a:pt x="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56"/>
              <p:cNvSpPr/>
              <p:nvPr/>
            </p:nvSpPr>
            <p:spPr>
              <a:xfrm rot="520731">
                <a:off x="682365" y="2702900"/>
                <a:ext cx="48212" cy="40784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9" extrusionOk="0">
                    <a:moveTo>
                      <a:pt x="167" y="1"/>
                    </a:moveTo>
                    <a:cubicBezTo>
                      <a:pt x="70" y="1"/>
                      <a:pt x="1" y="109"/>
                      <a:pt x="52" y="200"/>
                    </a:cubicBezTo>
                    <a:cubicBezTo>
                      <a:pt x="78" y="247"/>
                      <a:pt x="123" y="268"/>
                      <a:pt x="168" y="268"/>
                    </a:cubicBezTo>
                    <a:cubicBezTo>
                      <a:pt x="224" y="268"/>
                      <a:pt x="280" y="234"/>
                      <a:pt x="298" y="170"/>
                    </a:cubicBezTo>
                    <a:cubicBezTo>
                      <a:pt x="318" y="99"/>
                      <a:pt x="276" y="26"/>
                      <a:pt x="204" y="6"/>
                    </a:cubicBezTo>
                    <a:cubicBezTo>
                      <a:pt x="192" y="3"/>
                      <a:pt x="179" y="1"/>
                      <a:pt x="167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56"/>
              <p:cNvSpPr/>
              <p:nvPr/>
            </p:nvSpPr>
            <p:spPr>
              <a:xfrm rot="520731">
                <a:off x="359147" y="3032466"/>
                <a:ext cx="75047" cy="204527"/>
              </a:xfrm>
              <a:custGeom>
                <a:avLst/>
                <a:gdLst/>
                <a:ahLst/>
                <a:cxnLst/>
                <a:rect l="l" t="t" r="r" b="b"/>
                <a:pathLst>
                  <a:path w="495" h="1349" extrusionOk="0">
                    <a:moveTo>
                      <a:pt x="405" y="0"/>
                    </a:moveTo>
                    <a:cubicBezTo>
                      <a:pt x="379" y="0"/>
                      <a:pt x="355" y="17"/>
                      <a:pt x="348" y="43"/>
                    </a:cubicBezTo>
                    <a:lnTo>
                      <a:pt x="8" y="1267"/>
                    </a:lnTo>
                    <a:cubicBezTo>
                      <a:pt x="1" y="1298"/>
                      <a:pt x="19" y="1331"/>
                      <a:pt x="50" y="1340"/>
                    </a:cubicBezTo>
                    <a:lnTo>
                      <a:pt x="74" y="1346"/>
                    </a:lnTo>
                    <a:cubicBezTo>
                      <a:pt x="79" y="1347"/>
                      <a:pt x="85" y="1348"/>
                      <a:pt x="90" y="1348"/>
                    </a:cubicBezTo>
                    <a:cubicBezTo>
                      <a:pt x="116" y="1348"/>
                      <a:pt x="139" y="1331"/>
                      <a:pt x="147" y="1306"/>
                    </a:cubicBezTo>
                    <a:lnTo>
                      <a:pt x="485" y="81"/>
                    </a:lnTo>
                    <a:cubicBezTo>
                      <a:pt x="494" y="50"/>
                      <a:pt x="476" y="17"/>
                      <a:pt x="445" y="8"/>
                    </a:cubicBezTo>
                    <a:lnTo>
                      <a:pt x="421" y="2"/>
                    </a:lnTo>
                    <a:cubicBezTo>
                      <a:pt x="416" y="1"/>
                      <a:pt x="410" y="0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56"/>
              <p:cNvSpPr/>
              <p:nvPr/>
            </p:nvSpPr>
            <p:spPr>
              <a:xfrm rot="520731">
                <a:off x="312162" y="3061553"/>
                <a:ext cx="168743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964" extrusionOk="0">
                    <a:moveTo>
                      <a:pt x="1031" y="1"/>
                    </a:moveTo>
                    <a:cubicBezTo>
                      <a:pt x="1017" y="1"/>
                      <a:pt x="1004" y="5"/>
                      <a:pt x="994" y="15"/>
                    </a:cubicBezTo>
                    <a:lnTo>
                      <a:pt x="29" y="841"/>
                    </a:lnTo>
                    <a:cubicBezTo>
                      <a:pt x="3" y="862"/>
                      <a:pt x="0" y="899"/>
                      <a:pt x="21" y="924"/>
                    </a:cubicBezTo>
                    <a:lnTo>
                      <a:pt x="38" y="944"/>
                    </a:lnTo>
                    <a:cubicBezTo>
                      <a:pt x="49" y="957"/>
                      <a:pt x="66" y="964"/>
                      <a:pt x="82" y="964"/>
                    </a:cubicBezTo>
                    <a:cubicBezTo>
                      <a:pt x="96" y="964"/>
                      <a:pt x="110" y="959"/>
                      <a:pt x="121" y="950"/>
                    </a:cubicBezTo>
                    <a:lnTo>
                      <a:pt x="1086" y="123"/>
                    </a:lnTo>
                    <a:cubicBezTo>
                      <a:pt x="1111" y="103"/>
                      <a:pt x="1113" y="65"/>
                      <a:pt x="1092" y="40"/>
                    </a:cubicBezTo>
                    <a:lnTo>
                      <a:pt x="1076" y="22"/>
                    </a:lnTo>
                    <a:cubicBezTo>
                      <a:pt x="1064" y="8"/>
                      <a:pt x="1047" y="1"/>
                      <a:pt x="10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56"/>
              <p:cNvSpPr/>
              <p:nvPr/>
            </p:nvSpPr>
            <p:spPr>
              <a:xfrm rot="520731">
                <a:off x="291560" y="3101407"/>
                <a:ext cx="207404" cy="70045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462" extrusionOk="0">
                    <a:moveTo>
                      <a:pt x="1295" y="1"/>
                    </a:moveTo>
                    <a:cubicBezTo>
                      <a:pt x="1291" y="1"/>
                      <a:pt x="1286" y="2"/>
                      <a:pt x="1281" y="3"/>
                    </a:cubicBezTo>
                    <a:lnTo>
                      <a:pt x="51" y="320"/>
                    </a:lnTo>
                    <a:cubicBezTo>
                      <a:pt x="20" y="329"/>
                      <a:pt x="0" y="361"/>
                      <a:pt x="9" y="393"/>
                    </a:cubicBezTo>
                    <a:lnTo>
                      <a:pt x="15" y="417"/>
                    </a:lnTo>
                    <a:cubicBezTo>
                      <a:pt x="23" y="443"/>
                      <a:pt x="46" y="461"/>
                      <a:pt x="71" y="461"/>
                    </a:cubicBezTo>
                    <a:cubicBezTo>
                      <a:pt x="76" y="461"/>
                      <a:pt x="82" y="460"/>
                      <a:pt x="87" y="459"/>
                    </a:cubicBezTo>
                    <a:lnTo>
                      <a:pt x="1317" y="141"/>
                    </a:lnTo>
                    <a:cubicBezTo>
                      <a:pt x="1348" y="132"/>
                      <a:pt x="1368" y="101"/>
                      <a:pt x="1359" y="70"/>
                    </a:cubicBezTo>
                    <a:lnTo>
                      <a:pt x="1353" y="46"/>
                    </a:lnTo>
                    <a:cubicBezTo>
                      <a:pt x="1346" y="18"/>
                      <a:pt x="1322" y="1"/>
                      <a:pt x="12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56"/>
              <p:cNvSpPr/>
              <p:nvPr/>
            </p:nvSpPr>
            <p:spPr>
              <a:xfrm rot="520731">
                <a:off x="293360" y="3098114"/>
                <a:ext cx="206646" cy="73078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482" extrusionOk="0">
                    <a:moveTo>
                      <a:pt x="72" y="1"/>
                    </a:moveTo>
                    <a:cubicBezTo>
                      <a:pt x="47" y="1"/>
                      <a:pt x="23" y="18"/>
                      <a:pt x="16" y="44"/>
                    </a:cubicBezTo>
                    <a:lnTo>
                      <a:pt x="8" y="67"/>
                    </a:lnTo>
                    <a:cubicBezTo>
                      <a:pt x="1" y="99"/>
                      <a:pt x="19" y="132"/>
                      <a:pt x="50" y="140"/>
                    </a:cubicBezTo>
                    <a:lnTo>
                      <a:pt x="1274" y="479"/>
                    </a:lnTo>
                    <a:cubicBezTo>
                      <a:pt x="1280" y="481"/>
                      <a:pt x="1285" y="481"/>
                      <a:pt x="1291" y="481"/>
                    </a:cubicBezTo>
                    <a:cubicBezTo>
                      <a:pt x="1316" y="481"/>
                      <a:pt x="1340" y="465"/>
                      <a:pt x="1347" y="439"/>
                    </a:cubicBezTo>
                    <a:lnTo>
                      <a:pt x="1353" y="415"/>
                    </a:lnTo>
                    <a:cubicBezTo>
                      <a:pt x="1362" y="384"/>
                      <a:pt x="1344" y="351"/>
                      <a:pt x="1311" y="342"/>
                    </a:cubicBezTo>
                    <a:lnTo>
                      <a:pt x="89" y="3"/>
                    </a:lnTo>
                    <a:cubicBezTo>
                      <a:pt x="83" y="2"/>
                      <a:pt x="78" y="1"/>
                      <a:pt x="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56"/>
              <p:cNvSpPr/>
              <p:nvPr/>
            </p:nvSpPr>
            <p:spPr>
              <a:xfrm rot="520731">
                <a:off x="317751" y="3057784"/>
                <a:ext cx="157524" cy="157981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2" extrusionOk="0">
                    <a:moveTo>
                      <a:pt x="82" y="1"/>
                    </a:moveTo>
                    <a:cubicBezTo>
                      <a:pt x="67" y="1"/>
                      <a:pt x="52" y="6"/>
                      <a:pt x="40" y="17"/>
                    </a:cubicBezTo>
                    <a:lnTo>
                      <a:pt x="23" y="35"/>
                    </a:lnTo>
                    <a:cubicBezTo>
                      <a:pt x="0" y="58"/>
                      <a:pt x="0" y="95"/>
                      <a:pt x="23" y="119"/>
                    </a:cubicBezTo>
                    <a:lnTo>
                      <a:pt x="913" y="1024"/>
                    </a:lnTo>
                    <a:cubicBezTo>
                      <a:pt x="925" y="1036"/>
                      <a:pt x="940" y="1042"/>
                      <a:pt x="955" y="1042"/>
                    </a:cubicBezTo>
                    <a:cubicBezTo>
                      <a:pt x="969" y="1042"/>
                      <a:pt x="984" y="1036"/>
                      <a:pt x="996" y="1024"/>
                    </a:cubicBezTo>
                    <a:lnTo>
                      <a:pt x="1014" y="1007"/>
                    </a:lnTo>
                    <a:cubicBezTo>
                      <a:pt x="1038" y="985"/>
                      <a:pt x="1038" y="948"/>
                      <a:pt x="1014" y="924"/>
                    </a:cubicBezTo>
                    <a:lnTo>
                      <a:pt x="124" y="19"/>
                    </a:lnTo>
                    <a:cubicBezTo>
                      <a:pt x="113" y="7"/>
                      <a:pt x="97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56"/>
              <p:cNvSpPr/>
              <p:nvPr/>
            </p:nvSpPr>
            <p:spPr>
              <a:xfrm rot="520731">
                <a:off x="356267" y="3033072"/>
                <a:ext cx="80809" cy="203314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341" extrusionOk="0">
                    <a:moveTo>
                      <a:pt x="91" y="0"/>
                    </a:moveTo>
                    <a:cubicBezTo>
                      <a:pt x="85" y="0"/>
                      <a:pt x="79" y="1"/>
                      <a:pt x="73" y="3"/>
                    </a:cubicBezTo>
                    <a:lnTo>
                      <a:pt x="49" y="10"/>
                    </a:lnTo>
                    <a:cubicBezTo>
                      <a:pt x="18" y="19"/>
                      <a:pt x="0" y="54"/>
                      <a:pt x="11" y="85"/>
                    </a:cubicBezTo>
                    <a:lnTo>
                      <a:pt x="385" y="1299"/>
                    </a:lnTo>
                    <a:cubicBezTo>
                      <a:pt x="392" y="1324"/>
                      <a:pt x="416" y="1340"/>
                      <a:pt x="441" y="1340"/>
                    </a:cubicBezTo>
                    <a:cubicBezTo>
                      <a:pt x="447" y="1340"/>
                      <a:pt x="453" y="1339"/>
                      <a:pt x="460" y="1337"/>
                    </a:cubicBezTo>
                    <a:lnTo>
                      <a:pt x="483" y="1330"/>
                    </a:lnTo>
                    <a:cubicBezTo>
                      <a:pt x="515" y="1321"/>
                      <a:pt x="533" y="1287"/>
                      <a:pt x="522" y="1255"/>
                    </a:cubicBezTo>
                    <a:lnTo>
                      <a:pt x="148" y="42"/>
                    </a:lnTo>
                    <a:cubicBezTo>
                      <a:pt x="139" y="16"/>
                      <a:pt x="116" y="0"/>
                      <a:pt x="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56"/>
              <p:cNvSpPr/>
              <p:nvPr/>
            </p:nvSpPr>
            <p:spPr>
              <a:xfrm rot="520731">
                <a:off x="367899" y="3113317"/>
                <a:ext cx="48212" cy="40632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09" name="Google Shape;2609;p56"/>
              <p:cNvGrpSpPr/>
              <p:nvPr/>
            </p:nvGrpSpPr>
            <p:grpSpPr>
              <a:xfrm rot="-10649835">
                <a:off x="701297" y="3266084"/>
                <a:ext cx="241340" cy="184836"/>
                <a:chOff x="4260630" y="4325608"/>
                <a:chExt cx="336699" cy="257873"/>
              </a:xfrm>
            </p:grpSpPr>
            <p:sp>
              <p:nvSpPr>
                <p:cNvPr id="2610" name="Google Shape;2610;p56"/>
                <p:cNvSpPr/>
                <p:nvPr/>
              </p:nvSpPr>
              <p:spPr>
                <a:xfrm>
                  <a:off x="4323972" y="4325608"/>
                  <a:ext cx="273356" cy="25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3" h="2669" extrusionOk="0">
                      <a:moveTo>
                        <a:pt x="2709" y="1"/>
                      </a:moveTo>
                      <a:cubicBezTo>
                        <a:pt x="2698" y="1"/>
                        <a:pt x="2686" y="2"/>
                        <a:pt x="2675" y="4"/>
                      </a:cubicBezTo>
                      <a:cubicBezTo>
                        <a:pt x="2318" y="79"/>
                        <a:pt x="1962" y="155"/>
                        <a:pt x="1607" y="232"/>
                      </a:cubicBezTo>
                      <a:cubicBezTo>
                        <a:pt x="1191" y="322"/>
                        <a:pt x="750" y="307"/>
                        <a:pt x="419" y="624"/>
                      </a:cubicBezTo>
                      <a:cubicBezTo>
                        <a:pt x="128" y="900"/>
                        <a:pt x="1" y="1336"/>
                        <a:pt x="93" y="1744"/>
                      </a:cubicBezTo>
                      <a:cubicBezTo>
                        <a:pt x="218" y="2291"/>
                        <a:pt x="689" y="2668"/>
                        <a:pt x="1199" y="2668"/>
                      </a:cubicBezTo>
                      <a:cubicBezTo>
                        <a:pt x="1276" y="2668"/>
                        <a:pt x="1354" y="2660"/>
                        <a:pt x="1431" y="2642"/>
                      </a:cubicBezTo>
                      <a:cubicBezTo>
                        <a:pt x="1708" y="2581"/>
                        <a:pt x="1899" y="2435"/>
                        <a:pt x="2045" y="2242"/>
                      </a:cubicBezTo>
                      <a:cubicBezTo>
                        <a:pt x="2209" y="2025"/>
                        <a:pt x="2315" y="1747"/>
                        <a:pt x="2420" y="1462"/>
                      </a:cubicBezTo>
                      <a:lnTo>
                        <a:pt x="2858" y="270"/>
                      </a:lnTo>
                      <a:cubicBezTo>
                        <a:pt x="2861" y="259"/>
                        <a:pt x="2866" y="250"/>
                        <a:pt x="2869" y="240"/>
                      </a:cubicBezTo>
                      <a:cubicBezTo>
                        <a:pt x="2912" y="121"/>
                        <a:pt x="2824" y="1"/>
                        <a:pt x="27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2611;p56"/>
                <p:cNvSpPr/>
                <p:nvPr/>
              </p:nvSpPr>
              <p:spPr>
                <a:xfrm>
                  <a:off x="4260630" y="4352259"/>
                  <a:ext cx="309766" cy="231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2464" extrusionOk="0">
                      <a:moveTo>
                        <a:pt x="3260" y="1"/>
                      </a:moveTo>
                      <a:cubicBezTo>
                        <a:pt x="3253" y="1"/>
                        <a:pt x="3247" y="4"/>
                        <a:pt x="3241" y="11"/>
                      </a:cubicBezTo>
                      <a:cubicBezTo>
                        <a:pt x="2837" y="405"/>
                        <a:pt x="2412" y="776"/>
                        <a:pt x="1967" y="1123"/>
                      </a:cubicBezTo>
                      <a:cubicBezTo>
                        <a:pt x="1963" y="1128"/>
                        <a:pt x="1955" y="1131"/>
                        <a:pt x="1949" y="1132"/>
                      </a:cubicBezTo>
                      <a:cubicBezTo>
                        <a:pt x="1935" y="1134"/>
                        <a:pt x="1920" y="1141"/>
                        <a:pt x="1908" y="1150"/>
                      </a:cubicBezTo>
                      <a:cubicBezTo>
                        <a:pt x="1589" y="1419"/>
                        <a:pt x="1268" y="1638"/>
                        <a:pt x="929" y="1870"/>
                      </a:cubicBezTo>
                      <a:lnTo>
                        <a:pt x="859" y="1918"/>
                      </a:lnTo>
                      <a:cubicBezTo>
                        <a:pt x="588" y="2090"/>
                        <a:pt x="308" y="2267"/>
                        <a:pt x="24" y="2415"/>
                      </a:cubicBezTo>
                      <a:cubicBezTo>
                        <a:pt x="0" y="2427"/>
                        <a:pt x="9" y="2464"/>
                        <a:pt x="38" y="2464"/>
                      </a:cubicBezTo>
                      <a:cubicBezTo>
                        <a:pt x="41" y="2464"/>
                        <a:pt x="45" y="2464"/>
                        <a:pt x="50" y="2461"/>
                      </a:cubicBezTo>
                      <a:cubicBezTo>
                        <a:pt x="334" y="2313"/>
                        <a:pt x="615" y="2136"/>
                        <a:pt x="888" y="1963"/>
                      </a:cubicBezTo>
                      <a:lnTo>
                        <a:pt x="889" y="1963"/>
                      </a:lnTo>
                      <a:lnTo>
                        <a:pt x="959" y="1914"/>
                      </a:lnTo>
                      <a:cubicBezTo>
                        <a:pt x="1299" y="1681"/>
                        <a:pt x="1620" y="1460"/>
                        <a:pt x="1942" y="1190"/>
                      </a:cubicBezTo>
                      <a:cubicBezTo>
                        <a:pt x="1948" y="1186"/>
                        <a:pt x="1954" y="1184"/>
                        <a:pt x="1961" y="1183"/>
                      </a:cubicBezTo>
                      <a:cubicBezTo>
                        <a:pt x="1976" y="1180"/>
                        <a:pt x="1990" y="1174"/>
                        <a:pt x="2002" y="1164"/>
                      </a:cubicBezTo>
                      <a:cubicBezTo>
                        <a:pt x="2446" y="816"/>
                        <a:pt x="2872" y="443"/>
                        <a:pt x="3278" y="48"/>
                      </a:cubicBezTo>
                      <a:cubicBezTo>
                        <a:pt x="3301" y="30"/>
                        <a:pt x="3281" y="1"/>
                        <a:pt x="32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2" name="Google Shape;2612;p56"/>
                <p:cNvSpPr/>
                <p:nvPr/>
              </p:nvSpPr>
              <p:spPr>
                <a:xfrm>
                  <a:off x="4472241" y="4384258"/>
                  <a:ext cx="58181" cy="55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592" extrusionOk="0">
                      <a:moveTo>
                        <a:pt x="160" y="0"/>
                      </a:moveTo>
                      <a:cubicBezTo>
                        <a:pt x="149" y="0"/>
                        <a:pt x="139" y="6"/>
                        <a:pt x="136" y="20"/>
                      </a:cubicBezTo>
                      <a:lnTo>
                        <a:pt x="5" y="559"/>
                      </a:lnTo>
                      <a:cubicBezTo>
                        <a:pt x="0" y="575"/>
                        <a:pt x="14" y="590"/>
                        <a:pt x="30" y="591"/>
                      </a:cubicBezTo>
                      <a:lnTo>
                        <a:pt x="34" y="590"/>
                      </a:lnTo>
                      <a:lnTo>
                        <a:pt x="588" y="530"/>
                      </a:lnTo>
                      <a:cubicBezTo>
                        <a:pt x="620" y="526"/>
                        <a:pt x="616" y="478"/>
                        <a:pt x="583" y="478"/>
                      </a:cubicBezTo>
                      <a:cubicBezTo>
                        <a:pt x="583" y="478"/>
                        <a:pt x="582" y="478"/>
                        <a:pt x="582" y="478"/>
                      </a:cubicBezTo>
                      <a:lnTo>
                        <a:pt x="66" y="533"/>
                      </a:lnTo>
                      <a:lnTo>
                        <a:pt x="187" y="34"/>
                      </a:lnTo>
                      <a:cubicBezTo>
                        <a:pt x="192" y="13"/>
                        <a:pt x="176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2613;p56"/>
                <p:cNvSpPr/>
                <p:nvPr/>
              </p:nvSpPr>
              <p:spPr>
                <a:xfrm>
                  <a:off x="4504804" y="4361361"/>
                  <a:ext cx="48234" cy="4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529" extrusionOk="0">
                      <a:moveTo>
                        <a:pt x="122" y="0"/>
                      </a:moveTo>
                      <a:cubicBezTo>
                        <a:pt x="111" y="0"/>
                        <a:pt x="100" y="7"/>
                        <a:pt x="98" y="21"/>
                      </a:cubicBezTo>
                      <a:lnTo>
                        <a:pt x="4" y="497"/>
                      </a:lnTo>
                      <a:cubicBezTo>
                        <a:pt x="1" y="513"/>
                        <a:pt x="14" y="528"/>
                        <a:pt x="30" y="528"/>
                      </a:cubicBezTo>
                      <a:lnTo>
                        <a:pt x="35" y="528"/>
                      </a:lnTo>
                      <a:lnTo>
                        <a:pt x="481" y="440"/>
                      </a:lnTo>
                      <a:cubicBezTo>
                        <a:pt x="513" y="435"/>
                        <a:pt x="507" y="388"/>
                        <a:pt x="476" y="388"/>
                      </a:cubicBezTo>
                      <a:cubicBezTo>
                        <a:pt x="474" y="388"/>
                        <a:pt x="472" y="388"/>
                        <a:pt x="470" y="388"/>
                      </a:cubicBezTo>
                      <a:lnTo>
                        <a:pt x="63" y="469"/>
                      </a:lnTo>
                      <a:lnTo>
                        <a:pt x="150" y="32"/>
                      </a:lnTo>
                      <a:cubicBezTo>
                        <a:pt x="153" y="12"/>
                        <a:pt x="137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4" name="Google Shape;2614;p56"/>
                <p:cNvSpPr/>
                <p:nvPr/>
              </p:nvSpPr>
              <p:spPr>
                <a:xfrm>
                  <a:off x="4434142" y="4389514"/>
                  <a:ext cx="79295" cy="79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842" extrusionOk="0">
                      <a:moveTo>
                        <a:pt x="149" y="0"/>
                      </a:moveTo>
                      <a:cubicBezTo>
                        <a:pt x="138" y="0"/>
                        <a:pt x="128" y="7"/>
                        <a:pt x="124" y="21"/>
                      </a:cubicBezTo>
                      <a:lnTo>
                        <a:pt x="1" y="811"/>
                      </a:lnTo>
                      <a:cubicBezTo>
                        <a:pt x="1" y="819"/>
                        <a:pt x="2" y="826"/>
                        <a:pt x="8" y="832"/>
                      </a:cubicBezTo>
                      <a:cubicBezTo>
                        <a:pt x="12" y="838"/>
                        <a:pt x="20" y="841"/>
                        <a:pt x="27" y="841"/>
                      </a:cubicBezTo>
                      <a:lnTo>
                        <a:pt x="818" y="822"/>
                      </a:lnTo>
                      <a:cubicBezTo>
                        <a:pt x="833" y="822"/>
                        <a:pt x="845" y="810"/>
                        <a:pt x="843" y="795"/>
                      </a:cubicBezTo>
                      <a:cubicBezTo>
                        <a:pt x="843" y="780"/>
                        <a:pt x="831" y="770"/>
                        <a:pt x="816" y="770"/>
                      </a:cubicBezTo>
                      <a:lnTo>
                        <a:pt x="59" y="787"/>
                      </a:lnTo>
                      <a:lnTo>
                        <a:pt x="177" y="30"/>
                      </a:lnTo>
                      <a:cubicBezTo>
                        <a:pt x="178" y="11"/>
                        <a:pt x="164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2615;p56"/>
                <p:cNvSpPr/>
                <p:nvPr/>
              </p:nvSpPr>
              <p:spPr>
                <a:xfrm>
                  <a:off x="4392570" y="4401713"/>
                  <a:ext cx="103506" cy="105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123" extrusionOk="0">
                      <a:moveTo>
                        <a:pt x="132" y="0"/>
                      </a:moveTo>
                      <a:cubicBezTo>
                        <a:pt x="119" y="0"/>
                        <a:pt x="107" y="8"/>
                        <a:pt x="105" y="24"/>
                      </a:cubicBezTo>
                      <a:lnTo>
                        <a:pt x="2" y="1009"/>
                      </a:lnTo>
                      <a:cubicBezTo>
                        <a:pt x="1" y="1024"/>
                        <a:pt x="11" y="1038"/>
                        <a:pt x="26" y="1039"/>
                      </a:cubicBezTo>
                      <a:lnTo>
                        <a:pt x="1065" y="1123"/>
                      </a:lnTo>
                      <a:lnTo>
                        <a:pt x="1068" y="1123"/>
                      </a:lnTo>
                      <a:cubicBezTo>
                        <a:pt x="1101" y="1123"/>
                        <a:pt x="1103" y="1073"/>
                        <a:pt x="1070" y="1071"/>
                      </a:cubicBezTo>
                      <a:lnTo>
                        <a:pt x="57" y="989"/>
                      </a:lnTo>
                      <a:lnTo>
                        <a:pt x="159" y="30"/>
                      </a:lnTo>
                      <a:cubicBezTo>
                        <a:pt x="160" y="10"/>
                        <a:pt x="14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16" name="Google Shape;2616;p56"/>
              <p:cNvGrpSpPr/>
              <p:nvPr/>
            </p:nvGrpSpPr>
            <p:grpSpPr>
              <a:xfrm rot="5931551">
                <a:off x="897253" y="3312086"/>
                <a:ext cx="241363" cy="184849"/>
                <a:chOff x="4260630" y="4325608"/>
                <a:chExt cx="336699" cy="257873"/>
              </a:xfrm>
            </p:grpSpPr>
            <p:sp>
              <p:nvSpPr>
                <p:cNvPr id="2617" name="Google Shape;2617;p56"/>
                <p:cNvSpPr/>
                <p:nvPr/>
              </p:nvSpPr>
              <p:spPr>
                <a:xfrm>
                  <a:off x="4323972" y="4325608"/>
                  <a:ext cx="273356" cy="25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3" h="2669" extrusionOk="0">
                      <a:moveTo>
                        <a:pt x="2709" y="1"/>
                      </a:moveTo>
                      <a:cubicBezTo>
                        <a:pt x="2698" y="1"/>
                        <a:pt x="2686" y="2"/>
                        <a:pt x="2675" y="4"/>
                      </a:cubicBezTo>
                      <a:cubicBezTo>
                        <a:pt x="2318" y="79"/>
                        <a:pt x="1962" y="155"/>
                        <a:pt x="1607" y="232"/>
                      </a:cubicBezTo>
                      <a:cubicBezTo>
                        <a:pt x="1191" y="322"/>
                        <a:pt x="750" y="307"/>
                        <a:pt x="419" y="624"/>
                      </a:cubicBezTo>
                      <a:cubicBezTo>
                        <a:pt x="128" y="900"/>
                        <a:pt x="1" y="1336"/>
                        <a:pt x="93" y="1744"/>
                      </a:cubicBezTo>
                      <a:cubicBezTo>
                        <a:pt x="218" y="2291"/>
                        <a:pt x="689" y="2668"/>
                        <a:pt x="1199" y="2668"/>
                      </a:cubicBezTo>
                      <a:cubicBezTo>
                        <a:pt x="1276" y="2668"/>
                        <a:pt x="1354" y="2660"/>
                        <a:pt x="1431" y="2642"/>
                      </a:cubicBezTo>
                      <a:cubicBezTo>
                        <a:pt x="1708" y="2581"/>
                        <a:pt x="1899" y="2435"/>
                        <a:pt x="2045" y="2242"/>
                      </a:cubicBezTo>
                      <a:cubicBezTo>
                        <a:pt x="2209" y="2025"/>
                        <a:pt x="2315" y="1747"/>
                        <a:pt x="2420" y="1462"/>
                      </a:cubicBezTo>
                      <a:lnTo>
                        <a:pt x="2858" y="270"/>
                      </a:lnTo>
                      <a:cubicBezTo>
                        <a:pt x="2861" y="259"/>
                        <a:pt x="2866" y="250"/>
                        <a:pt x="2869" y="240"/>
                      </a:cubicBezTo>
                      <a:cubicBezTo>
                        <a:pt x="2912" y="121"/>
                        <a:pt x="2824" y="1"/>
                        <a:pt x="27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8" name="Google Shape;2618;p56"/>
                <p:cNvSpPr/>
                <p:nvPr/>
              </p:nvSpPr>
              <p:spPr>
                <a:xfrm>
                  <a:off x="4260630" y="4352259"/>
                  <a:ext cx="309766" cy="231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2464" extrusionOk="0">
                      <a:moveTo>
                        <a:pt x="3260" y="1"/>
                      </a:moveTo>
                      <a:cubicBezTo>
                        <a:pt x="3253" y="1"/>
                        <a:pt x="3247" y="4"/>
                        <a:pt x="3241" y="11"/>
                      </a:cubicBezTo>
                      <a:cubicBezTo>
                        <a:pt x="2837" y="405"/>
                        <a:pt x="2412" y="776"/>
                        <a:pt x="1967" y="1123"/>
                      </a:cubicBezTo>
                      <a:cubicBezTo>
                        <a:pt x="1963" y="1128"/>
                        <a:pt x="1955" y="1131"/>
                        <a:pt x="1949" y="1132"/>
                      </a:cubicBezTo>
                      <a:cubicBezTo>
                        <a:pt x="1935" y="1134"/>
                        <a:pt x="1920" y="1141"/>
                        <a:pt x="1908" y="1150"/>
                      </a:cubicBezTo>
                      <a:cubicBezTo>
                        <a:pt x="1589" y="1419"/>
                        <a:pt x="1268" y="1638"/>
                        <a:pt x="929" y="1870"/>
                      </a:cubicBezTo>
                      <a:lnTo>
                        <a:pt x="859" y="1918"/>
                      </a:lnTo>
                      <a:cubicBezTo>
                        <a:pt x="588" y="2090"/>
                        <a:pt x="308" y="2267"/>
                        <a:pt x="24" y="2415"/>
                      </a:cubicBezTo>
                      <a:cubicBezTo>
                        <a:pt x="0" y="2427"/>
                        <a:pt x="9" y="2464"/>
                        <a:pt x="38" y="2464"/>
                      </a:cubicBezTo>
                      <a:cubicBezTo>
                        <a:pt x="41" y="2464"/>
                        <a:pt x="45" y="2464"/>
                        <a:pt x="50" y="2461"/>
                      </a:cubicBezTo>
                      <a:cubicBezTo>
                        <a:pt x="334" y="2313"/>
                        <a:pt x="615" y="2136"/>
                        <a:pt x="888" y="1963"/>
                      </a:cubicBezTo>
                      <a:lnTo>
                        <a:pt x="889" y="1963"/>
                      </a:lnTo>
                      <a:lnTo>
                        <a:pt x="959" y="1914"/>
                      </a:lnTo>
                      <a:cubicBezTo>
                        <a:pt x="1299" y="1681"/>
                        <a:pt x="1620" y="1460"/>
                        <a:pt x="1942" y="1190"/>
                      </a:cubicBezTo>
                      <a:cubicBezTo>
                        <a:pt x="1948" y="1186"/>
                        <a:pt x="1954" y="1184"/>
                        <a:pt x="1961" y="1183"/>
                      </a:cubicBezTo>
                      <a:cubicBezTo>
                        <a:pt x="1976" y="1180"/>
                        <a:pt x="1990" y="1174"/>
                        <a:pt x="2002" y="1164"/>
                      </a:cubicBezTo>
                      <a:cubicBezTo>
                        <a:pt x="2446" y="816"/>
                        <a:pt x="2872" y="443"/>
                        <a:pt x="3278" y="48"/>
                      </a:cubicBezTo>
                      <a:cubicBezTo>
                        <a:pt x="3301" y="30"/>
                        <a:pt x="3281" y="1"/>
                        <a:pt x="32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2619;p56"/>
                <p:cNvSpPr/>
                <p:nvPr/>
              </p:nvSpPr>
              <p:spPr>
                <a:xfrm>
                  <a:off x="4472241" y="4384258"/>
                  <a:ext cx="58181" cy="55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592" extrusionOk="0">
                      <a:moveTo>
                        <a:pt x="160" y="0"/>
                      </a:moveTo>
                      <a:cubicBezTo>
                        <a:pt x="149" y="0"/>
                        <a:pt x="139" y="6"/>
                        <a:pt x="136" y="20"/>
                      </a:cubicBezTo>
                      <a:lnTo>
                        <a:pt x="5" y="559"/>
                      </a:lnTo>
                      <a:cubicBezTo>
                        <a:pt x="0" y="575"/>
                        <a:pt x="14" y="590"/>
                        <a:pt x="30" y="591"/>
                      </a:cubicBezTo>
                      <a:lnTo>
                        <a:pt x="34" y="590"/>
                      </a:lnTo>
                      <a:lnTo>
                        <a:pt x="588" y="530"/>
                      </a:lnTo>
                      <a:cubicBezTo>
                        <a:pt x="620" y="526"/>
                        <a:pt x="616" y="478"/>
                        <a:pt x="583" y="478"/>
                      </a:cubicBezTo>
                      <a:cubicBezTo>
                        <a:pt x="583" y="478"/>
                        <a:pt x="582" y="478"/>
                        <a:pt x="582" y="478"/>
                      </a:cubicBezTo>
                      <a:lnTo>
                        <a:pt x="66" y="533"/>
                      </a:lnTo>
                      <a:lnTo>
                        <a:pt x="187" y="34"/>
                      </a:lnTo>
                      <a:cubicBezTo>
                        <a:pt x="192" y="13"/>
                        <a:pt x="176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0" name="Google Shape;2620;p56"/>
                <p:cNvSpPr/>
                <p:nvPr/>
              </p:nvSpPr>
              <p:spPr>
                <a:xfrm>
                  <a:off x="4504804" y="4361361"/>
                  <a:ext cx="48234" cy="4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529" extrusionOk="0">
                      <a:moveTo>
                        <a:pt x="122" y="0"/>
                      </a:moveTo>
                      <a:cubicBezTo>
                        <a:pt x="111" y="0"/>
                        <a:pt x="100" y="7"/>
                        <a:pt x="98" y="21"/>
                      </a:cubicBezTo>
                      <a:lnTo>
                        <a:pt x="4" y="497"/>
                      </a:lnTo>
                      <a:cubicBezTo>
                        <a:pt x="1" y="513"/>
                        <a:pt x="14" y="528"/>
                        <a:pt x="30" y="528"/>
                      </a:cubicBezTo>
                      <a:lnTo>
                        <a:pt x="35" y="528"/>
                      </a:lnTo>
                      <a:lnTo>
                        <a:pt x="481" y="440"/>
                      </a:lnTo>
                      <a:cubicBezTo>
                        <a:pt x="513" y="435"/>
                        <a:pt x="507" y="388"/>
                        <a:pt x="476" y="388"/>
                      </a:cubicBezTo>
                      <a:cubicBezTo>
                        <a:pt x="474" y="388"/>
                        <a:pt x="472" y="388"/>
                        <a:pt x="470" y="388"/>
                      </a:cubicBezTo>
                      <a:lnTo>
                        <a:pt x="63" y="469"/>
                      </a:lnTo>
                      <a:lnTo>
                        <a:pt x="150" y="32"/>
                      </a:lnTo>
                      <a:cubicBezTo>
                        <a:pt x="153" y="12"/>
                        <a:pt x="137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2621;p56"/>
                <p:cNvSpPr/>
                <p:nvPr/>
              </p:nvSpPr>
              <p:spPr>
                <a:xfrm>
                  <a:off x="4434142" y="4389514"/>
                  <a:ext cx="79295" cy="79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842" extrusionOk="0">
                      <a:moveTo>
                        <a:pt x="149" y="0"/>
                      </a:moveTo>
                      <a:cubicBezTo>
                        <a:pt x="138" y="0"/>
                        <a:pt x="128" y="7"/>
                        <a:pt x="124" y="21"/>
                      </a:cubicBezTo>
                      <a:lnTo>
                        <a:pt x="1" y="811"/>
                      </a:lnTo>
                      <a:cubicBezTo>
                        <a:pt x="1" y="819"/>
                        <a:pt x="2" y="826"/>
                        <a:pt x="8" y="832"/>
                      </a:cubicBezTo>
                      <a:cubicBezTo>
                        <a:pt x="12" y="838"/>
                        <a:pt x="20" y="841"/>
                        <a:pt x="27" y="841"/>
                      </a:cubicBezTo>
                      <a:lnTo>
                        <a:pt x="818" y="822"/>
                      </a:lnTo>
                      <a:cubicBezTo>
                        <a:pt x="833" y="822"/>
                        <a:pt x="845" y="810"/>
                        <a:pt x="843" y="795"/>
                      </a:cubicBezTo>
                      <a:cubicBezTo>
                        <a:pt x="843" y="780"/>
                        <a:pt x="831" y="770"/>
                        <a:pt x="816" y="770"/>
                      </a:cubicBezTo>
                      <a:lnTo>
                        <a:pt x="59" y="787"/>
                      </a:lnTo>
                      <a:lnTo>
                        <a:pt x="177" y="30"/>
                      </a:lnTo>
                      <a:cubicBezTo>
                        <a:pt x="178" y="11"/>
                        <a:pt x="164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2" name="Google Shape;2622;p56"/>
                <p:cNvSpPr/>
                <p:nvPr/>
              </p:nvSpPr>
              <p:spPr>
                <a:xfrm>
                  <a:off x="4392570" y="4401713"/>
                  <a:ext cx="103506" cy="105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123" extrusionOk="0">
                      <a:moveTo>
                        <a:pt x="132" y="0"/>
                      </a:moveTo>
                      <a:cubicBezTo>
                        <a:pt x="119" y="0"/>
                        <a:pt x="107" y="8"/>
                        <a:pt x="105" y="24"/>
                      </a:cubicBezTo>
                      <a:lnTo>
                        <a:pt x="2" y="1009"/>
                      </a:lnTo>
                      <a:cubicBezTo>
                        <a:pt x="1" y="1024"/>
                        <a:pt x="11" y="1038"/>
                        <a:pt x="26" y="1039"/>
                      </a:cubicBezTo>
                      <a:lnTo>
                        <a:pt x="1065" y="1123"/>
                      </a:lnTo>
                      <a:lnTo>
                        <a:pt x="1068" y="1123"/>
                      </a:lnTo>
                      <a:cubicBezTo>
                        <a:pt x="1101" y="1123"/>
                        <a:pt x="1103" y="1073"/>
                        <a:pt x="1070" y="1071"/>
                      </a:cubicBezTo>
                      <a:lnTo>
                        <a:pt x="57" y="989"/>
                      </a:lnTo>
                      <a:lnTo>
                        <a:pt x="159" y="30"/>
                      </a:lnTo>
                      <a:cubicBezTo>
                        <a:pt x="160" y="10"/>
                        <a:pt x="14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23" name="Google Shape;2623;p56"/>
            <p:cNvGrpSpPr/>
            <p:nvPr/>
          </p:nvGrpSpPr>
          <p:grpSpPr>
            <a:xfrm rot="2140892">
              <a:off x="4623705" y="3389277"/>
              <a:ext cx="481284" cy="441328"/>
              <a:chOff x="4166854" y="3418709"/>
              <a:chExt cx="481267" cy="441313"/>
            </a:xfrm>
          </p:grpSpPr>
          <p:grpSp>
            <p:nvGrpSpPr>
              <p:cNvPr id="2624" name="Google Shape;2624;p56"/>
              <p:cNvGrpSpPr/>
              <p:nvPr/>
            </p:nvGrpSpPr>
            <p:grpSpPr>
              <a:xfrm rot="1454889">
                <a:off x="4379475" y="3460129"/>
                <a:ext cx="241360" cy="184857"/>
                <a:chOff x="4260630" y="4325608"/>
                <a:chExt cx="336699" cy="257873"/>
              </a:xfrm>
            </p:grpSpPr>
            <p:sp>
              <p:nvSpPr>
                <p:cNvPr id="2625" name="Google Shape;2625;p56"/>
                <p:cNvSpPr/>
                <p:nvPr/>
              </p:nvSpPr>
              <p:spPr>
                <a:xfrm>
                  <a:off x="4323972" y="4325608"/>
                  <a:ext cx="273356" cy="25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3" h="2669" extrusionOk="0">
                      <a:moveTo>
                        <a:pt x="2709" y="1"/>
                      </a:moveTo>
                      <a:cubicBezTo>
                        <a:pt x="2698" y="1"/>
                        <a:pt x="2686" y="2"/>
                        <a:pt x="2675" y="4"/>
                      </a:cubicBezTo>
                      <a:cubicBezTo>
                        <a:pt x="2318" y="79"/>
                        <a:pt x="1962" y="155"/>
                        <a:pt x="1607" y="232"/>
                      </a:cubicBezTo>
                      <a:cubicBezTo>
                        <a:pt x="1191" y="322"/>
                        <a:pt x="750" y="307"/>
                        <a:pt x="419" y="624"/>
                      </a:cubicBezTo>
                      <a:cubicBezTo>
                        <a:pt x="128" y="900"/>
                        <a:pt x="1" y="1336"/>
                        <a:pt x="93" y="1744"/>
                      </a:cubicBezTo>
                      <a:cubicBezTo>
                        <a:pt x="218" y="2291"/>
                        <a:pt x="689" y="2668"/>
                        <a:pt x="1199" y="2668"/>
                      </a:cubicBezTo>
                      <a:cubicBezTo>
                        <a:pt x="1276" y="2668"/>
                        <a:pt x="1354" y="2660"/>
                        <a:pt x="1431" y="2642"/>
                      </a:cubicBezTo>
                      <a:cubicBezTo>
                        <a:pt x="1708" y="2581"/>
                        <a:pt x="1899" y="2435"/>
                        <a:pt x="2045" y="2242"/>
                      </a:cubicBezTo>
                      <a:cubicBezTo>
                        <a:pt x="2209" y="2025"/>
                        <a:pt x="2315" y="1747"/>
                        <a:pt x="2420" y="1462"/>
                      </a:cubicBezTo>
                      <a:lnTo>
                        <a:pt x="2858" y="270"/>
                      </a:lnTo>
                      <a:cubicBezTo>
                        <a:pt x="2861" y="259"/>
                        <a:pt x="2866" y="250"/>
                        <a:pt x="2869" y="240"/>
                      </a:cubicBezTo>
                      <a:cubicBezTo>
                        <a:pt x="2912" y="121"/>
                        <a:pt x="2824" y="1"/>
                        <a:pt x="27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6" name="Google Shape;2626;p56"/>
                <p:cNvSpPr/>
                <p:nvPr/>
              </p:nvSpPr>
              <p:spPr>
                <a:xfrm>
                  <a:off x="4260630" y="4352259"/>
                  <a:ext cx="309766" cy="231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2464" extrusionOk="0">
                      <a:moveTo>
                        <a:pt x="3260" y="1"/>
                      </a:moveTo>
                      <a:cubicBezTo>
                        <a:pt x="3253" y="1"/>
                        <a:pt x="3247" y="4"/>
                        <a:pt x="3241" y="11"/>
                      </a:cubicBezTo>
                      <a:cubicBezTo>
                        <a:pt x="2837" y="405"/>
                        <a:pt x="2412" y="776"/>
                        <a:pt x="1967" y="1123"/>
                      </a:cubicBezTo>
                      <a:cubicBezTo>
                        <a:pt x="1963" y="1128"/>
                        <a:pt x="1955" y="1131"/>
                        <a:pt x="1949" y="1132"/>
                      </a:cubicBezTo>
                      <a:cubicBezTo>
                        <a:pt x="1935" y="1134"/>
                        <a:pt x="1920" y="1141"/>
                        <a:pt x="1908" y="1150"/>
                      </a:cubicBezTo>
                      <a:cubicBezTo>
                        <a:pt x="1589" y="1419"/>
                        <a:pt x="1268" y="1638"/>
                        <a:pt x="929" y="1870"/>
                      </a:cubicBezTo>
                      <a:lnTo>
                        <a:pt x="859" y="1918"/>
                      </a:lnTo>
                      <a:cubicBezTo>
                        <a:pt x="588" y="2090"/>
                        <a:pt x="308" y="2267"/>
                        <a:pt x="24" y="2415"/>
                      </a:cubicBezTo>
                      <a:cubicBezTo>
                        <a:pt x="0" y="2427"/>
                        <a:pt x="9" y="2464"/>
                        <a:pt x="38" y="2464"/>
                      </a:cubicBezTo>
                      <a:cubicBezTo>
                        <a:pt x="41" y="2464"/>
                        <a:pt x="45" y="2464"/>
                        <a:pt x="50" y="2461"/>
                      </a:cubicBezTo>
                      <a:cubicBezTo>
                        <a:pt x="334" y="2313"/>
                        <a:pt x="615" y="2136"/>
                        <a:pt x="888" y="1963"/>
                      </a:cubicBezTo>
                      <a:lnTo>
                        <a:pt x="889" y="1963"/>
                      </a:lnTo>
                      <a:lnTo>
                        <a:pt x="959" y="1914"/>
                      </a:lnTo>
                      <a:cubicBezTo>
                        <a:pt x="1299" y="1681"/>
                        <a:pt x="1620" y="1460"/>
                        <a:pt x="1942" y="1190"/>
                      </a:cubicBezTo>
                      <a:cubicBezTo>
                        <a:pt x="1948" y="1186"/>
                        <a:pt x="1954" y="1184"/>
                        <a:pt x="1961" y="1183"/>
                      </a:cubicBezTo>
                      <a:cubicBezTo>
                        <a:pt x="1976" y="1180"/>
                        <a:pt x="1990" y="1174"/>
                        <a:pt x="2002" y="1164"/>
                      </a:cubicBezTo>
                      <a:cubicBezTo>
                        <a:pt x="2446" y="816"/>
                        <a:pt x="2872" y="443"/>
                        <a:pt x="3278" y="48"/>
                      </a:cubicBezTo>
                      <a:cubicBezTo>
                        <a:pt x="3301" y="30"/>
                        <a:pt x="3281" y="1"/>
                        <a:pt x="32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2627;p56"/>
                <p:cNvSpPr/>
                <p:nvPr/>
              </p:nvSpPr>
              <p:spPr>
                <a:xfrm>
                  <a:off x="4472241" y="4384258"/>
                  <a:ext cx="58181" cy="55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592" extrusionOk="0">
                      <a:moveTo>
                        <a:pt x="160" y="0"/>
                      </a:moveTo>
                      <a:cubicBezTo>
                        <a:pt x="149" y="0"/>
                        <a:pt x="139" y="6"/>
                        <a:pt x="136" y="20"/>
                      </a:cubicBezTo>
                      <a:lnTo>
                        <a:pt x="5" y="559"/>
                      </a:lnTo>
                      <a:cubicBezTo>
                        <a:pt x="0" y="575"/>
                        <a:pt x="14" y="590"/>
                        <a:pt x="30" y="591"/>
                      </a:cubicBezTo>
                      <a:lnTo>
                        <a:pt x="34" y="590"/>
                      </a:lnTo>
                      <a:lnTo>
                        <a:pt x="588" y="530"/>
                      </a:lnTo>
                      <a:cubicBezTo>
                        <a:pt x="620" y="526"/>
                        <a:pt x="616" y="478"/>
                        <a:pt x="583" y="478"/>
                      </a:cubicBezTo>
                      <a:cubicBezTo>
                        <a:pt x="583" y="478"/>
                        <a:pt x="582" y="478"/>
                        <a:pt x="582" y="478"/>
                      </a:cubicBezTo>
                      <a:lnTo>
                        <a:pt x="66" y="533"/>
                      </a:lnTo>
                      <a:lnTo>
                        <a:pt x="187" y="34"/>
                      </a:lnTo>
                      <a:cubicBezTo>
                        <a:pt x="192" y="13"/>
                        <a:pt x="176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8" name="Google Shape;2628;p56"/>
                <p:cNvSpPr/>
                <p:nvPr/>
              </p:nvSpPr>
              <p:spPr>
                <a:xfrm>
                  <a:off x="4504804" y="4361361"/>
                  <a:ext cx="48234" cy="4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529" extrusionOk="0">
                      <a:moveTo>
                        <a:pt x="122" y="0"/>
                      </a:moveTo>
                      <a:cubicBezTo>
                        <a:pt x="111" y="0"/>
                        <a:pt x="100" y="7"/>
                        <a:pt x="98" y="21"/>
                      </a:cubicBezTo>
                      <a:lnTo>
                        <a:pt x="4" y="497"/>
                      </a:lnTo>
                      <a:cubicBezTo>
                        <a:pt x="1" y="513"/>
                        <a:pt x="14" y="528"/>
                        <a:pt x="30" y="528"/>
                      </a:cubicBezTo>
                      <a:lnTo>
                        <a:pt x="35" y="528"/>
                      </a:lnTo>
                      <a:lnTo>
                        <a:pt x="481" y="440"/>
                      </a:lnTo>
                      <a:cubicBezTo>
                        <a:pt x="513" y="435"/>
                        <a:pt x="507" y="388"/>
                        <a:pt x="476" y="388"/>
                      </a:cubicBezTo>
                      <a:cubicBezTo>
                        <a:pt x="474" y="388"/>
                        <a:pt x="472" y="388"/>
                        <a:pt x="470" y="388"/>
                      </a:cubicBezTo>
                      <a:lnTo>
                        <a:pt x="63" y="469"/>
                      </a:lnTo>
                      <a:lnTo>
                        <a:pt x="150" y="32"/>
                      </a:lnTo>
                      <a:cubicBezTo>
                        <a:pt x="153" y="12"/>
                        <a:pt x="137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56"/>
                <p:cNvSpPr/>
                <p:nvPr/>
              </p:nvSpPr>
              <p:spPr>
                <a:xfrm>
                  <a:off x="4434142" y="4389514"/>
                  <a:ext cx="79295" cy="79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842" extrusionOk="0">
                      <a:moveTo>
                        <a:pt x="149" y="0"/>
                      </a:moveTo>
                      <a:cubicBezTo>
                        <a:pt x="138" y="0"/>
                        <a:pt x="128" y="7"/>
                        <a:pt x="124" y="21"/>
                      </a:cubicBezTo>
                      <a:lnTo>
                        <a:pt x="1" y="811"/>
                      </a:lnTo>
                      <a:cubicBezTo>
                        <a:pt x="1" y="819"/>
                        <a:pt x="2" y="826"/>
                        <a:pt x="8" y="832"/>
                      </a:cubicBezTo>
                      <a:cubicBezTo>
                        <a:pt x="12" y="838"/>
                        <a:pt x="20" y="841"/>
                        <a:pt x="27" y="841"/>
                      </a:cubicBezTo>
                      <a:lnTo>
                        <a:pt x="818" y="822"/>
                      </a:lnTo>
                      <a:cubicBezTo>
                        <a:pt x="833" y="822"/>
                        <a:pt x="845" y="810"/>
                        <a:pt x="843" y="795"/>
                      </a:cubicBezTo>
                      <a:cubicBezTo>
                        <a:pt x="843" y="780"/>
                        <a:pt x="831" y="770"/>
                        <a:pt x="816" y="770"/>
                      </a:cubicBezTo>
                      <a:lnTo>
                        <a:pt x="59" y="787"/>
                      </a:lnTo>
                      <a:lnTo>
                        <a:pt x="177" y="30"/>
                      </a:lnTo>
                      <a:cubicBezTo>
                        <a:pt x="178" y="11"/>
                        <a:pt x="164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56"/>
                <p:cNvSpPr/>
                <p:nvPr/>
              </p:nvSpPr>
              <p:spPr>
                <a:xfrm>
                  <a:off x="4392570" y="4401713"/>
                  <a:ext cx="103506" cy="105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123" extrusionOk="0">
                      <a:moveTo>
                        <a:pt x="132" y="0"/>
                      </a:moveTo>
                      <a:cubicBezTo>
                        <a:pt x="119" y="0"/>
                        <a:pt x="107" y="8"/>
                        <a:pt x="105" y="24"/>
                      </a:cubicBezTo>
                      <a:lnTo>
                        <a:pt x="2" y="1009"/>
                      </a:lnTo>
                      <a:cubicBezTo>
                        <a:pt x="1" y="1024"/>
                        <a:pt x="11" y="1038"/>
                        <a:pt x="26" y="1039"/>
                      </a:cubicBezTo>
                      <a:lnTo>
                        <a:pt x="1065" y="1123"/>
                      </a:lnTo>
                      <a:lnTo>
                        <a:pt x="1068" y="1123"/>
                      </a:lnTo>
                      <a:cubicBezTo>
                        <a:pt x="1101" y="1123"/>
                        <a:pt x="1103" y="1073"/>
                        <a:pt x="1070" y="1071"/>
                      </a:cubicBezTo>
                      <a:lnTo>
                        <a:pt x="57" y="989"/>
                      </a:lnTo>
                      <a:lnTo>
                        <a:pt x="159" y="30"/>
                      </a:lnTo>
                      <a:cubicBezTo>
                        <a:pt x="160" y="10"/>
                        <a:pt x="14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1" name="Google Shape;2631;p56"/>
              <p:cNvGrpSpPr/>
              <p:nvPr/>
            </p:nvGrpSpPr>
            <p:grpSpPr>
              <a:xfrm rot="5721782">
                <a:off x="4319242" y="3638834"/>
                <a:ext cx="241358" cy="184848"/>
                <a:chOff x="4260630" y="4325608"/>
                <a:chExt cx="336699" cy="257873"/>
              </a:xfrm>
            </p:grpSpPr>
            <p:sp>
              <p:nvSpPr>
                <p:cNvPr id="2632" name="Google Shape;2632;p56"/>
                <p:cNvSpPr/>
                <p:nvPr/>
              </p:nvSpPr>
              <p:spPr>
                <a:xfrm>
                  <a:off x="4323972" y="4325608"/>
                  <a:ext cx="273356" cy="25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3" h="2669" extrusionOk="0">
                      <a:moveTo>
                        <a:pt x="2709" y="1"/>
                      </a:moveTo>
                      <a:cubicBezTo>
                        <a:pt x="2698" y="1"/>
                        <a:pt x="2686" y="2"/>
                        <a:pt x="2675" y="4"/>
                      </a:cubicBezTo>
                      <a:cubicBezTo>
                        <a:pt x="2318" y="79"/>
                        <a:pt x="1962" y="155"/>
                        <a:pt x="1607" y="232"/>
                      </a:cubicBezTo>
                      <a:cubicBezTo>
                        <a:pt x="1191" y="322"/>
                        <a:pt x="750" y="307"/>
                        <a:pt x="419" y="624"/>
                      </a:cubicBezTo>
                      <a:cubicBezTo>
                        <a:pt x="128" y="900"/>
                        <a:pt x="1" y="1336"/>
                        <a:pt x="93" y="1744"/>
                      </a:cubicBezTo>
                      <a:cubicBezTo>
                        <a:pt x="218" y="2291"/>
                        <a:pt x="689" y="2668"/>
                        <a:pt x="1199" y="2668"/>
                      </a:cubicBezTo>
                      <a:cubicBezTo>
                        <a:pt x="1276" y="2668"/>
                        <a:pt x="1354" y="2660"/>
                        <a:pt x="1431" y="2642"/>
                      </a:cubicBezTo>
                      <a:cubicBezTo>
                        <a:pt x="1708" y="2581"/>
                        <a:pt x="1899" y="2435"/>
                        <a:pt x="2045" y="2242"/>
                      </a:cubicBezTo>
                      <a:cubicBezTo>
                        <a:pt x="2209" y="2025"/>
                        <a:pt x="2315" y="1747"/>
                        <a:pt x="2420" y="1462"/>
                      </a:cubicBezTo>
                      <a:lnTo>
                        <a:pt x="2858" y="270"/>
                      </a:lnTo>
                      <a:cubicBezTo>
                        <a:pt x="2861" y="259"/>
                        <a:pt x="2866" y="250"/>
                        <a:pt x="2869" y="240"/>
                      </a:cubicBezTo>
                      <a:cubicBezTo>
                        <a:pt x="2912" y="121"/>
                        <a:pt x="2824" y="1"/>
                        <a:pt x="27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56"/>
                <p:cNvSpPr/>
                <p:nvPr/>
              </p:nvSpPr>
              <p:spPr>
                <a:xfrm>
                  <a:off x="4260630" y="4352259"/>
                  <a:ext cx="309766" cy="231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2464" extrusionOk="0">
                      <a:moveTo>
                        <a:pt x="3260" y="1"/>
                      </a:moveTo>
                      <a:cubicBezTo>
                        <a:pt x="3253" y="1"/>
                        <a:pt x="3247" y="4"/>
                        <a:pt x="3241" y="11"/>
                      </a:cubicBezTo>
                      <a:cubicBezTo>
                        <a:pt x="2837" y="405"/>
                        <a:pt x="2412" y="776"/>
                        <a:pt x="1967" y="1123"/>
                      </a:cubicBezTo>
                      <a:cubicBezTo>
                        <a:pt x="1963" y="1128"/>
                        <a:pt x="1955" y="1131"/>
                        <a:pt x="1949" y="1132"/>
                      </a:cubicBezTo>
                      <a:cubicBezTo>
                        <a:pt x="1935" y="1134"/>
                        <a:pt x="1920" y="1141"/>
                        <a:pt x="1908" y="1150"/>
                      </a:cubicBezTo>
                      <a:cubicBezTo>
                        <a:pt x="1589" y="1419"/>
                        <a:pt x="1268" y="1638"/>
                        <a:pt x="929" y="1870"/>
                      </a:cubicBezTo>
                      <a:lnTo>
                        <a:pt x="859" y="1918"/>
                      </a:lnTo>
                      <a:cubicBezTo>
                        <a:pt x="588" y="2090"/>
                        <a:pt x="308" y="2267"/>
                        <a:pt x="24" y="2415"/>
                      </a:cubicBezTo>
                      <a:cubicBezTo>
                        <a:pt x="0" y="2427"/>
                        <a:pt x="9" y="2464"/>
                        <a:pt x="38" y="2464"/>
                      </a:cubicBezTo>
                      <a:cubicBezTo>
                        <a:pt x="41" y="2464"/>
                        <a:pt x="45" y="2464"/>
                        <a:pt x="50" y="2461"/>
                      </a:cubicBezTo>
                      <a:cubicBezTo>
                        <a:pt x="334" y="2313"/>
                        <a:pt x="615" y="2136"/>
                        <a:pt x="888" y="1963"/>
                      </a:cubicBezTo>
                      <a:lnTo>
                        <a:pt x="889" y="1963"/>
                      </a:lnTo>
                      <a:lnTo>
                        <a:pt x="959" y="1914"/>
                      </a:lnTo>
                      <a:cubicBezTo>
                        <a:pt x="1299" y="1681"/>
                        <a:pt x="1620" y="1460"/>
                        <a:pt x="1942" y="1190"/>
                      </a:cubicBezTo>
                      <a:cubicBezTo>
                        <a:pt x="1948" y="1186"/>
                        <a:pt x="1954" y="1184"/>
                        <a:pt x="1961" y="1183"/>
                      </a:cubicBezTo>
                      <a:cubicBezTo>
                        <a:pt x="1976" y="1180"/>
                        <a:pt x="1990" y="1174"/>
                        <a:pt x="2002" y="1164"/>
                      </a:cubicBezTo>
                      <a:cubicBezTo>
                        <a:pt x="2446" y="816"/>
                        <a:pt x="2872" y="443"/>
                        <a:pt x="3278" y="48"/>
                      </a:cubicBezTo>
                      <a:cubicBezTo>
                        <a:pt x="3301" y="30"/>
                        <a:pt x="3281" y="1"/>
                        <a:pt x="32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56"/>
                <p:cNvSpPr/>
                <p:nvPr/>
              </p:nvSpPr>
              <p:spPr>
                <a:xfrm>
                  <a:off x="4472241" y="4384258"/>
                  <a:ext cx="58181" cy="55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592" extrusionOk="0">
                      <a:moveTo>
                        <a:pt x="160" y="0"/>
                      </a:moveTo>
                      <a:cubicBezTo>
                        <a:pt x="149" y="0"/>
                        <a:pt x="139" y="6"/>
                        <a:pt x="136" y="20"/>
                      </a:cubicBezTo>
                      <a:lnTo>
                        <a:pt x="5" y="559"/>
                      </a:lnTo>
                      <a:cubicBezTo>
                        <a:pt x="0" y="575"/>
                        <a:pt x="14" y="590"/>
                        <a:pt x="30" y="591"/>
                      </a:cubicBezTo>
                      <a:lnTo>
                        <a:pt x="34" y="590"/>
                      </a:lnTo>
                      <a:lnTo>
                        <a:pt x="588" y="530"/>
                      </a:lnTo>
                      <a:cubicBezTo>
                        <a:pt x="620" y="526"/>
                        <a:pt x="616" y="478"/>
                        <a:pt x="583" y="478"/>
                      </a:cubicBezTo>
                      <a:cubicBezTo>
                        <a:pt x="583" y="478"/>
                        <a:pt x="582" y="478"/>
                        <a:pt x="582" y="478"/>
                      </a:cubicBezTo>
                      <a:lnTo>
                        <a:pt x="66" y="533"/>
                      </a:lnTo>
                      <a:lnTo>
                        <a:pt x="187" y="34"/>
                      </a:lnTo>
                      <a:cubicBezTo>
                        <a:pt x="192" y="13"/>
                        <a:pt x="176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56"/>
                <p:cNvSpPr/>
                <p:nvPr/>
              </p:nvSpPr>
              <p:spPr>
                <a:xfrm>
                  <a:off x="4504804" y="4361361"/>
                  <a:ext cx="48234" cy="4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529" extrusionOk="0">
                      <a:moveTo>
                        <a:pt x="122" y="0"/>
                      </a:moveTo>
                      <a:cubicBezTo>
                        <a:pt x="111" y="0"/>
                        <a:pt x="100" y="7"/>
                        <a:pt x="98" y="21"/>
                      </a:cubicBezTo>
                      <a:lnTo>
                        <a:pt x="4" y="497"/>
                      </a:lnTo>
                      <a:cubicBezTo>
                        <a:pt x="1" y="513"/>
                        <a:pt x="14" y="528"/>
                        <a:pt x="30" y="528"/>
                      </a:cubicBezTo>
                      <a:lnTo>
                        <a:pt x="35" y="528"/>
                      </a:lnTo>
                      <a:lnTo>
                        <a:pt x="481" y="440"/>
                      </a:lnTo>
                      <a:cubicBezTo>
                        <a:pt x="513" y="435"/>
                        <a:pt x="507" y="388"/>
                        <a:pt x="476" y="388"/>
                      </a:cubicBezTo>
                      <a:cubicBezTo>
                        <a:pt x="474" y="388"/>
                        <a:pt x="472" y="388"/>
                        <a:pt x="470" y="388"/>
                      </a:cubicBezTo>
                      <a:lnTo>
                        <a:pt x="63" y="469"/>
                      </a:lnTo>
                      <a:lnTo>
                        <a:pt x="150" y="32"/>
                      </a:lnTo>
                      <a:cubicBezTo>
                        <a:pt x="153" y="12"/>
                        <a:pt x="137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56"/>
                <p:cNvSpPr/>
                <p:nvPr/>
              </p:nvSpPr>
              <p:spPr>
                <a:xfrm>
                  <a:off x="4434142" y="4389514"/>
                  <a:ext cx="79295" cy="79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842" extrusionOk="0">
                      <a:moveTo>
                        <a:pt x="149" y="0"/>
                      </a:moveTo>
                      <a:cubicBezTo>
                        <a:pt x="138" y="0"/>
                        <a:pt x="128" y="7"/>
                        <a:pt x="124" y="21"/>
                      </a:cubicBezTo>
                      <a:lnTo>
                        <a:pt x="1" y="811"/>
                      </a:lnTo>
                      <a:cubicBezTo>
                        <a:pt x="1" y="819"/>
                        <a:pt x="2" y="826"/>
                        <a:pt x="8" y="832"/>
                      </a:cubicBezTo>
                      <a:cubicBezTo>
                        <a:pt x="12" y="838"/>
                        <a:pt x="20" y="841"/>
                        <a:pt x="27" y="841"/>
                      </a:cubicBezTo>
                      <a:lnTo>
                        <a:pt x="818" y="822"/>
                      </a:lnTo>
                      <a:cubicBezTo>
                        <a:pt x="833" y="822"/>
                        <a:pt x="845" y="810"/>
                        <a:pt x="843" y="795"/>
                      </a:cubicBezTo>
                      <a:cubicBezTo>
                        <a:pt x="843" y="780"/>
                        <a:pt x="831" y="770"/>
                        <a:pt x="816" y="770"/>
                      </a:cubicBezTo>
                      <a:lnTo>
                        <a:pt x="59" y="787"/>
                      </a:lnTo>
                      <a:lnTo>
                        <a:pt x="177" y="30"/>
                      </a:lnTo>
                      <a:cubicBezTo>
                        <a:pt x="178" y="11"/>
                        <a:pt x="164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56"/>
                <p:cNvSpPr/>
                <p:nvPr/>
              </p:nvSpPr>
              <p:spPr>
                <a:xfrm>
                  <a:off x="4392570" y="4401713"/>
                  <a:ext cx="103506" cy="105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123" extrusionOk="0">
                      <a:moveTo>
                        <a:pt x="132" y="0"/>
                      </a:moveTo>
                      <a:cubicBezTo>
                        <a:pt x="119" y="0"/>
                        <a:pt x="107" y="8"/>
                        <a:pt x="105" y="24"/>
                      </a:cubicBezTo>
                      <a:lnTo>
                        <a:pt x="2" y="1009"/>
                      </a:lnTo>
                      <a:cubicBezTo>
                        <a:pt x="1" y="1024"/>
                        <a:pt x="11" y="1038"/>
                        <a:pt x="26" y="1039"/>
                      </a:cubicBezTo>
                      <a:lnTo>
                        <a:pt x="1065" y="1123"/>
                      </a:lnTo>
                      <a:lnTo>
                        <a:pt x="1068" y="1123"/>
                      </a:lnTo>
                      <a:cubicBezTo>
                        <a:pt x="1101" y="1123"/>
                        <a:pt x="1103" y="1073"/>
                        <a:pt x="1070" y="1071"/>
                      </a:cubicBezTo>
                      <a:lnTo>
                        <a:pt x="57" y="989"/>
                      </a:lnTo>
                      <a:lnTo>
                        <a:pt x="159" y="30"/>
                      </a:lnTo>
                      <a:cubicBezTo>
                        <a:pt x="160" y="10"/>
                        <a:pt x="14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56"/>
              <p:cNvGrpSpPr/>
              <p:nvPr/>
            </p:nvGrpSpPr>
            <p:grpSpPr>
              <a:xfrm>
                <a:off x="4166854" y="3452539"/>
                <a:ext cx="317682" cy="314784"/>
                <a:chOff x="3828279" y="3452539"/>
                <a:chExt cx="317682" cy="314784"/>
              </a:xfrm>
            </p:grpSpPr>
            <p:sp>
              <p:nvSpPr>
                <p:cNvPr id="2639" name="Google Shape;2639;p56"/>
                <p:cNvSpPr/>
                <p:nvPr/>
              </p:nvSpPr>
              <p:spPr>
                <a:xfrm rot="520731">
                  <a:off x="3931932" y="3459151"/>
                  <a:ext cx="110524" cy="301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" h="1989" extrusionOk="0">
                      <a:moveTo>
                        <a:pt x="596" y="0"/>
                      </a:moveTo>
                      <a:cubicBezTo>
                        <a:pt x="558" y="0"/>
                        <a:pt x="523" y="26"/>
                        <a:pt x="512" y="65"/>
                      </a:cubicBezTo>
                      <a:lnTo>
                        <a:pt x="13" y="1868"/>
                      </a:lnTo>
                      <a:cubicBezTo>
                        <a:pt x="1" y="1914"/>
                        <a:pt x="27" y="1963"/>
                        <a:pt x="74" y="1975"/>
                      </a:cubicBezTo>
                      <a:lnTo>
                        <a:pt x="108" y="1985"/>
                      </a:lnTo>
                      <a:cubicBezTo>
                        <a:pt x="115" y="1987"/>
                        <a:pt x="123" y="1988"/>
                        <a:pt x="130" y="1988"/>
                      </a:cubicBezTo>
                      <a:cubicBezTo>
                        <a:pt x="169" y="1988"/>
                        <a:pt x="204" y="1963"/>
                        <a:pt x="215" y="1924"/>
                      </a:cubicBezTo>
                      <a:lnTo>
                        <a:pt x="715" y="120"/>
                      </a:lnTo>
                      <a:cubicBezTo>
                        <a:pt x="728" y="74"/>
                        <a:pt x="702" y="26"/>
                        <a:pt x="655" y="13"/>
                      </a:cubicBezTo>
                      <a:lnTo>
                        <a:pt x="619" y="4"/>
                      </a:lnTo>
                      <a:cubicBezTo>
                        <a:pt x="612" y="1"/>
                        <a:pt x="604" y="0"/>
                        <a:pt x="59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56"/>
                <p:cNvSpPr/>
                <p:nvPr/>
              </p:nvSpPr>
              <p:spPr>
                <a:xfrm rot="520731">
                  <a:off x="3862810" y="3502209"/>
                  <a:ext cx="248794" cy="215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1" h="1420" extrusionOk="0">
                      <a:moveTo>
                        <a:pt x="1520" y="1"/>
                      </a:moveTo>
                      <a:cubicBezTo>
                        <a:pt x="1500" y="1"/>
                        <a:pt x="1480" y="8"/>
                        <a:pt x="1463" y="22"/>
                      </a:cubicBezTo>
                      <a:lnTo>
                        <a:pt x="41" y="1239"/>
                      </a:lnTo>
                      <a:cubicBezTo>
                        <a:pt x="3" y="1271"/>
                        <a:pt x="0" y="1326"/>
                        <a:pt x="32" y="1361"/>
                      </a:cubicBezTo>
                      <a:lnTo>
                        <a:pt x="54" y="1390"/>
                      </a:lnTo>
                      <a:cubicBezTo>
                        <a:pt x="71" y="1409"/>
                        <a:pt x="96" y="1420"/>
                        <a:pt x="120" y="1420"/>
                      </a:cubicBezTo>
                      <a:cubicBezTo>
                        <a:pt x="140" y="1420"/>
                        <a:pt x="160" y="1413"/>
                        <a:pt x="176" y="1399"/>
                      </a:cubicBezTo>
                      <a:lnTo>
                        <a:pt x="1599" y="182"/>
                      </a:lnTo>
                      <a:cubicBezTo>
                        <a:pt x="1636" y="151"/>
                        <a:pt x="1641" y="95"/>
                        <a:pt x="1609" y="58"/>
                      </a:cubicBezTo>
                      <a:lnTo>
                        <a:pt x="1585" y="31"/>
                      </a:lnTo>
                      <a:cubicBezTo>
                        <a:pt x="1568" y="11"/>
                        <a:pt x="1544" y="1"/>
                        <a:pt x="15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56"/>
                <p:cNvSpPr/>
                <p:nvPr/>
              </p:nvSpPr>
              <p:spPr>
                <a:xfrm rot="520731">
                  <a:off x="3834296" y="3558445"/>
                  <a:ext cx="305648" cy="102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679" extrusionOk="0">
                      <a:moveTo>
                        <a:pt x="1910" y="1"/>
                      </a:moveTo>
                      <a:cubicBezTo>
                        <a:pt x="1903" y="1"/>
                        <a:pt x="1896" y="1"/>
                        <a:pt x="1888" y="3"/>
                      </a:cubicBezTo>
                      <a:lnTo>
                        <a:pt x="75" y="472"/>
                      </a:lnTo>
                      <a:cubicBezTo>
                        <a:pt x="29" y="483"/>
                        <a:pt x="0" y="531"/>
                        <a:pt x="12" y="579"/>
                      </a:cubicBezTo>
                      <a:lnTo>
                        <a:pt x="23" y="613"/>
                      </a:lnTo>
                      <a:cubicBezTo>
                        <a:pt x="33" y="652"/>
                        <a:pt x="67" y="679"/>
                        <a:pt x="107" y="679"/>
                      </a:cubicBezTo>
                      <a:cubicBezTo>
                        <a:pt x="114" y="679"/>
                        <a:pt x="121" y="678"/>
                        <a:pt x="129" y="676"/>
                      </a:cubicBezTo>
                      <a:lnTo>
                        <a:pt x="1940" y="206"/>
                      </a:lnTo>
                      <a:cubicBezTo>
                        <a:pt x="1987" y="194"/>
                        <a:pt x="2015" y="146"/>
                        <a:pt x="2003" y="100"/>
                      </a:cubicBezTo>
                      <a:lnTo>
                        <a:pt x="1994" y="66"/>
                      </a:lnTo>
                      <a:cubicBezTo>
                        <a:pt x="1984" y="26"/>
                        <a:pt x="1949" y="1"/>
                        <a:pt x="191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56"/>
                <p:cNvSpPr/>
                <p:nvPr/>
              </p:nvSpPr>
              <p:spPr>
                <a:xfrm rot="520731">
                  <a:off x="3834913" y="3556032"/>
                  <a:ext cx="304587" cy="107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710" extrusionOk="0">
                      <a:moveTo>
                        <a:pt x="106" y="1"/>
                      </a:moveTo>
                      <a:cubicBezTo>
                        <a:pt x="67" y="1"/>
                        <a:pt x="33" y="26"/>
                        <a:pt x="23" y="64"/>
                      </a:cubicBezTo>
                      <a:lnTo>
                        <a:pt x="13" y="100"/>
                      </a:lnTo>
                      <a:cubicBezTo>
                        <a:pt x="1" y="146"/>
                        <a:pt x="28" y="194"/>
                        <a:pt x="74" y="207"/>
                      </a:cubicBezTo>
                      <a:lnTo>
                        <a:pt x="1878" y="707"/>
                      </a:lnTo>
                      <a:cubicBezTo>
                        <a:pt x="1886" y="709"/>
                        <a:pt x="1893" y="710"/>
                        <a:pt x="1901" y="710"/>
                      </a:cubicBezTo>
                      <a:cubicBezTo>
                        <a:pt x="1939" y="710"/>
                        <a:pt x="1974" y="684"/>
                        <a:pt x="1986" y="646"/>
                      </a:cubicBezTo>
                      <a:lnTo>
                        <a:pt x="1995" y="611"/>
                      </a:lnTo>
                      <a:cubicBezTo>
                        <a:pt x="2008" y="565"/>
                        <a:pt x="1981" y="517"/>
                        <a:pt x="1934" y="504"/>
                      </a:cubicBezTo>
                      <a:lnTo>
                        <a:pt x="131" y="4"/>
                      </a:lnTo>
                      <a:cubicBezTo>
                        <a:pt x="122" y="2"/>
                        <a:pt x="114" y="1"/>
                        <a:pt x="10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56"/>
                <p:cNvSpPr/>
                <p:nvPr/>
              </p:nvSpPr>
              <p:spPr>
                <a:xfrm rot="520731">
                  <a:off x="3871137" y="3493567"/>
                  <a:ext cx="232116" cy="23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" h="1535" extrusionOk="0">
                      <a:moveTo>
                        <a:pt x="122" y="0"/>
                      </a:moveTo>
                      <a:cubicBezTo>
                        <a:pt x="100" y="0"/>
                        <a:pt x="77" y="9"/>
                        <a:pt x="60" y="26"/>
                      </a:cubicBezTo>
                      <a:lnTo>
                        <a:pt x="35" y="51"/>
                      </a:lnTo>
                      <a:cubicBezTo>
                        <a:pt x="1" y="84"/>
                        <a:pt x="1" y="139"/>
                        <a:pt x="35" y="173"/>
                      </a:cubicBezTo>
                      <a:lnTo>
                        <a:pt x="1347" y="1509"/>
                      </a:lnTo>
                      <a:cubicBezTo>
                        <a:pt x="1364" y="1526"/>
                        <a:pt x="1387" y="1535"/>
                        <a:pt x="1410" y="1535"/>
                      </a:cubicBezTo>
                      <a:cubicBezTo>
                        <a:pt x="1432" y="1535"/>
                        <a:pt x="1454" y="1526"/>
                        <a:pt x="1471" y="1509"/>
                      </a:cubicBezTo>
                      <a:lnTo>
                        <a:pt x="1496" y="1484"/>
                      </a:lnTo>
                      <a:cubicBezTo>
                        <a:pt x="1530" y="1450"/>
                        <a:pt x="1530" y="1395"/>
                        <a:pt x="1496" y="1362"/>
                      </a:cubicBezTo>
                      <a:lnTo>
                        <a:pt x="184" y="26"/>
                      </a:lnTo>
                      <a:cubicBezTo>
                        <a:pt x="167" y="9"/>
                        <a:pt x="144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56"/>
                <p:cNvSpPr/>
                <p:nvPr/>
              </p:nvSpPr>
              <p:spPr>
                <a:xfrm rot="520731">
                  <a:off x="3927840" y="3460190"/>
                  <a:ext cx="118408" cy="299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" h="1975" extrusionOk="0">
                      <a:moveTo>
                        <a:pt x="132" y="1"/>
                      </a:moveTo>
                      <a:cubicBezTo>
                        <a:pt x="123" y="1"/>
                        <a:pt x="115" y="2"/>
                        <a:pt x="107" y="4"/>
                      </a:cubicBezTo>
                      <a:lnTo>
                        <a:pt x="72" y="15"/>
                      </a:lnTo>
                      <a:cubicBezTo>
                        <a:pt x="26" y="30"/>
                        <a:pt x="1" y="79"/>
                        <a:pt x="14" y="123"/>
                      </a:cubicBezTo>
                      <a:lnTo>
                        <a:pt x="566" y="1913"/>
                      </a:lnTo>
                      <a:cubicBezTo>
                        <a:pt x="578" y="1951"/>
                        <a:pt x="613" y="1975"/>
                        <a:pt x="650" y="1975"/>
                      </a:cubicBezTo>
                      <a:cubicBezTo>
                        <a:pt x="659" y="1975"/>
                        <a:pt x="667" y="1973"/>
                        <a:pt x="675" y="1971"/>
                      </a:cubicBezTo>
                      <a:lnTo>
                        <a:pt x="711" y="1961"/>
                      </a:lnTo>
                      <a:cubicBezTo>
                        <a:pt x="755" y="1946"/>
                        <a:pt x="781" y="1898"/>
                        <a:pt x="767" y="1852"/>
                      </a:cubicBezTo>
                      <a:lnTo>
                        <a:pt x="216" y="62"/>
                      </a:lnTo>
                      <a:cubicBezTo>
                        <a:pt x="203" y="24"/>
                        <a:pt x="169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56"/>
                <p:cNvSpPr/>
                <p:nvPr/>
              </p:nvSpPr>
              <p:spPr>
                <a:xfrm rot="520731">
                  <a:off x="3944674" y="3578323"/>
                  <a:ext cx="71257" cy="60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" h="396" extrusionOk="0">
                      <a:moveTo>
                        <a:pt x="249" y="1"/>
                      </a:moveTo>
                      <a:cubicBezTo>
                        <a:pt x="105" y="1"/>
                        <a:pt x="0" y="160"/>
                        <a:pt x="79" y="296"/>
                      </a:cubicBezTo>
                      <a:cubicBezTo>
                        <a:pt x="117" y="364"/>
                        <a:pt x="183" y="396"/>
                        <a:pt x="249" y="396"/>
                      </a:cubicBezTo>
                      <a:cubicBezTo>
                        <a:pt x="333" y="396"/>
                        <a:pt x="415" y="345"/>
                        <a:pt x="441" y="250"/>
                      </a:cubicBezTo>
                      <a:cubicBezTo>
                        <a:pt x="469" y="146"/>
                        <a:pt x="408" y="37"/>
                        <a:pt x="304" y="8"/>
                      </a:cubicBezTo>
                      <a:cubicBezTo>
                        <a:pt x="285" y="3"/>
                        <a:pt x="267" y="1"/>
                        <a:pt x="249" y="1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46" name="Google Shape;2646;p56"/>
            <p:cNvGrpSpPr/>
            <p:nvPr/>
          </p:nvGrpSpPr>
          <p:grpSpPr>
            <a:xfrm rot="-5222521">
              <a:off x="1214285" y="889337"/>
              <a:ext cx="480060" cy="566075"/>
              <a:chOff x="1287129" y="561854"/>
              <a:chExt cx="480092" cy="566113"/>
            </a:xfrm>
          </p:grpSpPr>
          <p:grpSp>
            <p:nvGrpSpPr>
              <p:cNvPr id="2647" name="Google Shape;2647;p56"/>
              <p:cNvGrpSpPr/>
              <p:nvPr/>
            </p:nvGrpSpPr>
            <p:grpSpPr>
              <a:xfrm rot="-3738106">
                <a:off x="1325583" y="619214"/>
                <a:ext cx="241361" cy="184854"/>
                <a:chOff x="4260630" y="4325608"/>
                <a:chExt cx="336699" cy="257873"/>
              </a:xfrm>
            </p:grpSpPr>
            <p:sp>
              <p:nvSpPr>
                <p:cNvPr id="2648" name="Google Shape;2648;p56"/>
                <p:cNvSpPr/>
                <p:nvPr/>
              </p:nvSpPr>
              <p:spPr>
                <a:xfrm>
                  <a:off x="4323972" y="4325608"/>
                  <a:ext cx="273356" cy="25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3" h="2669" extrusionOk="0">
                      <a:moveTo>
                        <a:pt x="2709" y="1"/>
                      </a:moveTo>
                      <a:cubicBezTo>
                        <a:pt x="2698" y="1"/>
                        <a:pt x="2686" y="2"/>
                        <a:pt x="2675" y="4"/>
                      </a:cubicBezTo>
                      <a:cubicBezTo>
                        <a:pt x="2318" y="79"/>
                        <a:pt x="1962" y="155"/>
                        <a:pt x="1607" y="232"/>
                      </a:cubicBezTo>
                      <a:cubicBezTo>
                        <a:pt x="1191" y="322"/>
                        <a:pt x="750" y="307"/>
                        <a:pt x="419" y="624"/>
                      </a:cubicBezTo>
                      <a:cubicBezTo>
                        <a:pt x="128" y="900"/>
                        <a:pt x="1" y="1336"/>
                        <a:pt x="93" y="1744"/>
                      </a:cubicBezTo>
                      <a:cubicBezTo>
                        <a:pt x="218" y="2291"/>
                        <a:pt x="689" y="2668"/>
                        <a:pt x="1199" y="2668"/>
                      </a:cubicBezTo>
                      <a:cubicBezTo>
                        <a:pt x="1276" y="2668"/>
                        <a:pt x="1354" y="2660"/>
                        <a:pt x="1431" y="2642"/>
                      </a:cubicBezTo>
                      <a:cubicBezTo>
                        <a:pt x="1708" y="2581"/>
                        <a:pt x="1899" y="2435"/>
                        <a:pt x="2045" y="2242"/>
                      </a:cubicBezTo>
                      <a:cubicBezTo>
                        <a:pt x="2209" y="2025"/>
                        <a:pt x="2315" y="1747"/>
                        <a:pt x="2420" y="1462"/>
                      </a:cubicBezTo>
                      <a:lnTo>
                        <a:pt x="2858" y="270"/>
                      </a:lnTo>
                      <a:cubicBezTo>
                        <a:pt x="2861" y="259"/>
                        <a:pt x="2866" y="250"/>
                        <a:pt x="2869" y="240"/>
                      </a:cubicBezTo>
                      <a:cubicBezTo>
                        <a:pt x="2912" y="121"/>
                        <a:pt x="2824" y="1"/>
                        <a:pt x="27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9" name="Google Shape;2649;p56"/>
                <p:cNvSpPr/>
                <p:nvPr/>
              </p:nvSpPr>
              <p:spPr>
                <a:xfrm>
                  <a:off x="4260630" y="4352259"/>
                  <a:ext cx="309766" cy="231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2464" extrusionOk="0">
                      <a:moveTo>
                        <a:pt x="3260" y="1"/>
                      </a:moveTo>
                      <a:cubicBezTo>
                        <a:pt x="3253" y="1"/>
                        <a:pt x="3247" y="4"/>
                        <a:pt x="3241" y="11"/>
                      </a:cubicBezTo>
                      <a:cubicBezTo>
                        <a:pt x="2837" y="405"/>
                        <a:pt x="2412" y="776"/>
                        <a:pt x="1967" y="1123"/>
                      </a:cubicBezTo>
                      <a:cubicBezTo>
                        <a:pt x="1963" y="1128"/>
                        <a:pt x="1955" y="1131"/>
                        <a:pt x="1949" y="1132"/>
                      </a:cubicBezTo>
                      <a:cubicBezTo>
                        <a:pt x="1935" y="1134"/>
                        <a:pt x="1920" y="1141"/>
                        <a:pt x="1908" y="1150"/>
                      </a:cubicBezTo>
                      <a:cubicBezTo>
                        <a:pt x="1589" y="1419"/>
                        <a:pt x="1268" y="1638"/>
                        <a:pt x="929" y="1870"/>
                      </a:cubicBezTo>
                      <a:lnTo>
                        <a:pt x="859" y="1918"/>
                      </a:lnTo>
                      <a:cubicBezTo>
                        <a:pt x="588" y="2090"/>
                        <a:pt x="308" y="2267"/>
                        <a:pt x="24" y="2415"/>
                      </a:cubicBezTo>
                      <a:cubicBezTo>
                        <a:pt x="0" y="2427"/>
                        <a:pt x="9" y="2464"/>
                        <a:pt x="38" y="2464"/>
                      </a:cubicBezTo>
                      <a:cubicBezTo>
                        <a:pt x="41" y="2464"/>
                        <a:pt x="45" y="2464"/>
                        <a:pt x="50" y="2461"/>
                      </a:cubicBezTo>
                      <a:cubicBezTo>
                        <a:pt x="334" y="2313"/>
                        <a:pt x="615" y="2136"/>
                        <a:pt x="888" y="1963"/>
                      </a:cubicBezTo>
                      <a:lnTo>
                        <a:pt x="889" y="1963"/>
                      </a:lnTo>
                      <a:lnTo>
                        <a:pt x="959" y="1914"/>
                      </a:lnTo>
                      <a:cubicBezTo>
                        <a:pt x="1299" y="1681"/>
                        <a:pt x="1620" y="1460"/>
                        <a:pt x="1942" y="1190"/>
                      </a:cubicBezTo>
                      <a:cubicBezTo>
                        <a:pt x="1948" y="1186"/>
                        <a:pt x="1954" y="1184"/>
                        <a:pt x="1961" y="1183"/>
                      </a:cubicBezTo>
                      <a:cubicBezTo>
                        <a:pt x="1976" y="1180"/>
                        <a:pt x="1990" y="1174"/>
                        <a:pt x="2002" y="1164"/>
                      </a:cubicBezTo>
                      <a:cubicBezTo>
                        <a:pt x="2446" y="816"/>
                        <a:pt x="2872" y="443"/>
                        <a:pt x="3278" y="48"/>
                      </a:cubicBezTo>
                      <a:cubicBezTo>
                        <a:pt x="3301" y="30"/>
                        <a:pt x="3281" y="1"/>
                        <a:pt x="32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0" name="Google Shape;2650;p56"/>
                <p:cNvSpPr/>
                <p:nvPr/>
              </p:nvSpPr>
              <p:spPr>
                <a:xfrm>
                  <a:off x="4472241" y="4384258"/>
                  <a:ext cx="58181" cy="55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592" extrusionOk="0">
                      <a:moveTo>
                        <a:pt x="160" y="0"/>
                      </a:moveTo>
                      <a:cubicBezTo>
                        <a:pt x="149" y="0"/>
                        <a:pt x="139" y="6"/>
                        <a:pt x="136" y="20"/>
                      </a:cubicBezTo>
                      <a:lnTo>
                        <a:pt x="5" y="559"/>
                      </a:lnTo>
                      <a:cubicBezTo>
                        <a:pt x="0" y="575"/>
                        <a:pt x="14" y="590"/>
                        <a:pt x="30" y="591"/>
                      </a:cubicBezTo>
                      <a:lnTo>
                        <a:pt x="34" y="590"/>
                      </a:lnTo>
                      <a:lnTo>
                        <a:pt x="588" y="530"/>
                      </a:lnTo>
                      <a:cubicBezTo>
                        <a:pt x="620" y="526"/>
                        <a:pt x="616" y="478"/>
                        <a:pt x="583" y="478"/>
                      </a:cubicBezTo>
                      <a:cubicBezTo>
                        <a:pt x="583" y="478"/>
                        <a:pt x="582" y="478"/>
                        <a:pt x="582" y="478"/>
                      </a:cubicBezTo>
                      <a:lnTo>
                        <a:pt x="66" y="533"/>
                      </a:lnTo>
                      <a:lnTo>
                        <a:pt x="187" y="34"/>
                      </a:lnTo>
                      <a:cubicBezTo>
                        <a:pt x="192" y="13"/>
                        <a:pt x="176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1" name="Google Shape;2651;p56"/>
                <p:cNvSpPr/>
                <p:nvPr/>
              </p:nvSpPr>
              <p:spPr>
                <a:xfrm>
                  <a:off x="4504804" y="4361361"/>
                  <a:ext cx="48234" cy="4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529" extrusionOk="0">
                      <a:moveTo>
                        <a:pt x="122" y="0"/>
                      </a:moveTo>
                      <a:cubicBezTo>
                        <a:pt x="111" y="0"/>
                        <a:pt x="100" y="7"/>
                        <a:pt x="98" y="21"/>
                      </a:cubicBezTo>
                      <a:lnTo>
                        <a:pt x="4" y="497"/>
                      </a:lnTo>
                      <a:cubicBezTo>
                        <a:pt x="1" y="513"/>
                        <a:pt x="14" y="528"/>
                        <a:pt x="30" y="528"/>
                      </a:cubicBezTo>
                      <a:lnTo>
                        <a:pt x="35" y="528"/>
                      </a:lnTo>
                      <a:lnTo>
                        <a:pt x="481" y="440"/>
                      </a:lnTo>
                      <a:cubicBezTo>
                        <a:pt x="513" y="435"/>
                        <a:pt x="507" y="388"/>
                        <a:pt x="476" y="388"/>
                      </a:cubicBezTo>
                      <a:cubicBezTo>
                        <a:pt x="474" y="388"/>
                        <a:pt x="472" y="388"/>
                        <a:pt x="470" y="388"/>
                      </a:cubicBezTo>
                      <a:lnTo>
                        <a:pt x="63" y="469"/>
                      </a:lnTo>
                      <a:lnTo>
                        <a:pt x="150" y="32"/>
                      </a:lnTo>
                      <a:cubicBezTo>
                        <a:pt x="153" y="12"/>
                        <a:pt x="137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2" name="Google Shape;2652;p56"/>
                <p:cNvSpPr/>
                <p:nvPr/>
              </p:nvSpPr>
              <p:spPr>
                <a:xfrm>
                  <a:off x="4434142" y="4389514"/>
                  <a:ext cx="79295" cy="79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842" extrusionOk="0">
                      <a:moveTo>
                        <a:pt x="149" y="0"/>
                      </a:moveTo>
                      <a:cubicBezTo>
                        <a:pt x="138" y="0"/>
                        <a:pt x="128" y="7"/>
                        <a:pt x="124" y="21"/>
                      </a:cubicBezTo>
                      <a:lnTo>
                        <a:pt x="1" y="811"/>
                      </a:lnTo>
                      <a:cubicBezTo>
                        <a:pt x="1" y="819"/>
                        <a:pt x="2" y="826"/>
                        <a:pt x="8" y="832"/>
                      </a:cubicBezTo>
                      <a:cubicBezTo>
                        <a:pt x="12" y="838"/>
                        <a:pt x="20" y="841"/>
                        <a:pt x="27" y="841"/>
                      </a:cubicBezTo>
                      <a:lnTo>
                        <a:pt x="818" y="822"/>
                      </a:lnTo>
                      <a:cubicBezTo>
                        <a:pt x="833" y="822"/>
                        <a:pt x="845" y="810"/>
                        <a:pt x="843" y="795"/>
                      </a:cubicBezTo>
                      <a:cubicBezTo>
                        <a:pt x="843" y="780"/>
                        <a:pt x="831" y="770"/>
                        <a:pt x="816" y="770"/>
                      </a:cubicBezTo>
                      <a:lnTo>
                        <a:pt x="59" y="787"/>
                      </a:lnTo>
                      <a:lnTo>
                        <a:pt x="177" y="30"/>
                      </a:lnTo>
                      <a:cubicBezTo>
                        <a:pt x="178" y="11"/>
                        <a:pt x="164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3" name="Google Shape;2653;p56"/>
                <p:cNvSpPr/>
                <p:nvPr/>
              </p:nvSpPr>
              <p:spPr>
                <a:xfrm>
                  <a:off x="4392570" y="4401713"/>
                  <a:ext cx="103506" cy="105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123" extrusionOk="0">
                      <a:moveTo>
                        <a:pt x="132" y="0"/>
                      </a:moveTo>
                      <a:cubicBezTo>
                        <a:pt x="119" y="0"/>
                        <a:pt x="107" y="8"/>
                        <a:pt x="105" y="24"/>
                      </a:cubicBezTo>
                      <a:lnTo>
                        <a:pt x="2" y="1009"/>
                      </a:lnTo>
                      <a:cubicBezTo>
                        <a:pt x="1" y="1024"/>
                        <a:pt x="11" y="1038"/>
                        <a:pt x="26" y="1039"/>
                      </a:cubicBezTo>
                      <a:lnTo>
                        <a:pt x="1065" y="1123"/>
                      </a:lnTo>
                      <a:lnTo>
                        <a:pt x="1068" y="1123"/>
                      </a:lnTo>
                      <a:cubicBezTo>
                        <a:pt x="1101" y="1123"/>
                        <a:pt x="1103" y="1073"/>
                        <a:pt x="1070" y="1071"/>
                      </a:cubicBezTo>
                      <a:lnTo>
                        <a:pt x="57" y="989"/>
                      </a:lnTo>
                      <a:lnTo>
                        <a:pt x="159" y="30"/>
                      </a:lnTo>
                      <a:cubicBezTo>
                        <a:pt x="160" y="10"/>
                        <a:pt x="14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54" name="Google Shape;2654;p56"/>
              <p:cNvGrpSpPr/>
              <p:nvPr/>
            </p:nvGrpSpPr>
            <p:grpSpPr>
              <a:xfrm rot="3178983">
                <a:off x="1500085" y="883512"/>
                <a:ext cx="241373" cy="184859"/>
                <a:chOff x="4260630" y="4325608"/>
                <a:chExt cx="336699" cy="257873"/>
              </a:xfrm>
            </p:grpSpPr>
            <p:sp>
              <p:nvSpPr>
                <p:cNvPr id="2655" name="Google Shape;2655;p56"/>
                <p:cNvSpPr/>
                <p:nvPr/>
              </p:nvSpPr>
              <p:spPr>
                <a:xfrm>
                  <a:off x="4323972" y="4325608"/>
                  <a:ext cx="273356" cy="25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3" h="2669" extrusionOk="0">
                      <a:moveTo>
                        <a:pt x="2709" y="1"/>
                      </a:moveTo>
                      <a:cubicBezTo>
                        <a:pt x="2698" y="1"/>
                        <a:pt x="2686" y="2"/>
                        <a:pt x="2675" y="4"/>
                      </a:cubicBezTo>
                      <a:cubicBezTo>
                        <a:pt x="2318" y="79"/>
                        <a:pt x="1962" y="155"/>
                        <a:pt x="1607" y="232"/>
                      </a:cubicBezTo>
                      <a:cubicBezTo>
                        <a:pt x="1191" y="322"/>
                        <a:pt x="750" y="307"/>
                        <a:pt x="419" y="624"/>
                      </a:cubicBezTo>
                      <a:cubicBezTo>
                        <a:pt x="128" y="900"/>
                        <a:pt x="1" y="1336"/>
                        <a:pt x="93" y="1744"/>
                      </a:cubicBezTo>
                      <a:cubicBezTo>
                        <a:pt x="218" y="2291"/>
                        <a:pt x="689" y="2668"/>
                        <a:pt x="1199" y="2668"/>
                      </a:cubicBezTo>
                      <a:cubicBezTo>
                        <a:pt x="1276" y="2668"/>
                        <a:pt x="1354" y="2660"/>
                        <a:pt x="1431" y="2642"/>
                      </a:cubicBezTo>
                      <a:cubicBezTo>
                        <a:pt x="1708" y="2581"/>
                        <a:pt x="1899" y="2435"/>
                        <a:pt x="2045" y="2242"/>
                      </a:cubicBezTo>
                      <a:cubicBezTo>
                        <a:pt x="2209" y="2025"/>
                        <a:pt x="2315" y="1747"/>
                        <a:pt x="2420" y="1462"/>
                      </a:cubicBezTo>
                      <a:lnTo>
                        <a:pt x="2858" y="270"/>
                      </a:lnTo>
                      <a:cubicBezTo>
                        <a:pt x="2861" y="259"/>
                        <a:pt x="2866" y="250"/>
                        <a:pt x="2869" y="240"/>
                      </a:cubicBezTo>
                      <a:cubicBezTo>
                        <a:pt x="2912" y="121"/>
                        <a:pt x="2824" y="1"/>
                        <a:pt x="270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6" name="Google Shape;2656;p56"/>
                <p:cNvSpPr/>
                <p:nvPr/>
              </p:nvSpPr>
              <p:spPr>
                <a:xfrm>
                  <a:off x="4260630" y="4352259"/>
                  <a:ext cx="309766" cy="231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2464" extrusionOk="0">
                      <a:moveTo>
                        <a:pt x="3260" y="1"/>
                      </a:moveTo>
                      <a:cubicBezTo>
                        <a:pt x="3253" y="1"/>
                        <a:pt x="3247" y="4"/>
                        <a:pt x="3241" y="11"/>
                      </a:cubicBezTo>
                      <a:cubicBezTo>
                        <a:pt x="2837" y="405"/>
                        <a:pt x="2412" y="776"/>
                        <a:pt x="1967" y="1123"/>
                      </a:cubicBezTo>
                      <a:cubicBezTo>
                        <a:pt x="1963" y="1128"/>
                        <a:pt x="1955" y="1131"/>
                        <a:pt x="1949" y="1132"/>
                      </a:cubicBezTo>
                      <a:cubicBezTo>
                        <a:pt x="1935" y="1134"/>
                        <a:pt x="1920" y="1141"/>
                        <a:pt x="1908" y="1150"/>
                      </a:cubicBezTo>
                      <a:cubicBezTo>
                        <a:pt x="1589" y="1419"/>
                        <a:pt x="1268" y="1638"/>
                        <a:pt x="929" y="1870"/>
                      </a:cubicBezTo>
                      <a:lnTo>
                        <a:pt x="859" y="1918"/>
                      </a:lnTo>
                      <a:cubicBezTo>
                        <a:pt x="588" y="2090"/>
                        <a:pt x="308" y="2267"/>
                        <a:pt x="24" y="2415"/>
                      </a:cubicBezTo>
                      <a:cubicBezTo>
                        <a:pt x="0" y="2427"/>
                        <a:pt x="9" y="2464"/>
                        <a:pt x="38" y="2464"/>
                      </a:cubicBezTo>
                      <a:cubicBezTo>
                        <a:pt x="41" y="2464"/>
                        <a:pt x="45" y="2464"/>
                        <a:pt x="50" y="2461"/>
                      </a:cubicBezTo>
                      <a:cubicBezTo>
                        <a:pt x="334" y="2313"/>
                        <a:pt x="615" y="2136"/>
                        <a:pt x="888" y="1963"/>
                      </a:cubicBezTo>
                      <a:lnTo>
                        <a:pt x="889" y="1963"/>
                      </a:lnTo>
                      <a:lnTo>
                        <a:pt x="959" y="1914"/>
                      </a:lnTo>
                      <a:cubicBezTo>
                        <a:pt x="1299" y="1681"/>
                        <a:pt x="1620" y="1460"/>
                        <a:pt x="1942" y="1190"/>
                      </a:cubicBezTo>
                      <a:cubicBezTo>
                        <a:pt x="1948" y="1186"/>
                        <a:pt x="1954" y="1184"/>
                        <a:pt x="1961" y="1183"/>
                      </a:cubicBezTo>
                      <a:cubicBezTo>
                        <a:pt x="1976" y="1180"/>
                        <a:pt x="1990" y="1174"/>
                        <a:pt x="2002" y="1164"/>
                      </a:cubicBezTo>
                      <a:cubicBezTo>
                        <a:pt x="2446" y="816"/>
                        <a:pt x="2872" y="443"/>
                        <a:pt x="3278" y="48"/>
                      </a:cubicBezTo>
                      <a:cubicBezTo>
                        <a:pt x="3301" y="30"/>
                        <a:pt x="3281" y="1"/>
                        <a:pt x="32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7" name="Google Shape;2657;p56"/>
                <p:cNvSpPr/>
                <p:nvPr/>
              </p:nvSpPr>
              <p:spPr>
                <a:xfrm>
                  <a:off x="4472241" y="4384258"/>
                  <a:ext cx="58181" cy="55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592" extrusionOk="0">
                      <a:moveTo>
                        <a:pt x="160" y="0"/>
                      </a:moveTo>
                      <a:cubicBezTo>
                        <a:pt x="149" y="0"/>
                        <a:pt x="139" y="6"/>
                        <a:pt x="136" y="20"/>
                      </a:cubicBezTo>
                      <a:lnTo>
                        <a:pt x="5" y="559"/>
                      </a:lnTo>
                      <a:cubicBezTo>
                        <a:pt x="0" y="575"/>
                        <a:pt x="14" y="590"/>
                        <a:pt x="30" y="591"/>
                      </a:cubicBezTo>
                      <a:lnTo>
                        <a:pt x="34" y="590"/>
                      </a:lnTo>
                      <a:lnTo>
                        <a:pt x="588" y="530"/>
                      </a:lnTo>
                      <a:cubicBezTo>
                        <a:pt x="620" y="526"/>
                        <a:pt x="616" y="478"/>
                        <a:pt x="583" y="478"/>
                      </a:cubicBezTo>
                      <a:cubicBezTo>
                        <a:pt x="583" y="478"/>
                        <a:pt x="582" y="478"/>
                        <a:pt x="582" y="478"/>
                      </a:cubicBezTo>
                      <a:lnTo>
                        <a:pt x="66" y="533"/>
                      </a:lnTo>
                      <a:lnTo>
                        <a:pt x="187" y="34"/>
                      </a:lnTo>
                      <a:cubicBezTo>
                        <a:pt x="192" y="13"/>
                        <a:pt x="176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8" name="Google Shape;2658;p56"/>
                <p:cNvSpPr/>
                <p:nvPr/>
              </p:nvSpPr>
              <p:spPr>
                <a:xfrm>
                  <a:off x="4504804" y="4361361"/>
                  <a:ext cx="48234" cy="4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529" extrusionOk="0">
                      <a:moveTo>
                        <a:pt x="122" y="0"/>
                      </a:moveTo>
                      <a:cubicBezTo>
                        <a:pt x="111" y="0"/>
                        <a:pt x="100" y="7"/>
                        <a:pt x="98" y="21"/>
                      </a:cubicBezTo>
                      <a:lnTo>
                        <a:pt x="4" y="497"/>
                      </a:lnTo>
                      <a:cubicBezTo>
                        <a:pt x="1" y="513"/>
                        <a:pt x="14" y="528"/>
                        <a:pt x="30" y="528"/>
                      </a:cubicBezTo>
                      <a:lnTo>
                        <a:pt x="35" y="528"/>
                      </a:lnTo>
                      <a:lnTo>
                        <a:pt x="481" y="440"/>
                      </a:lnTo>
                      <a:cubicBezTo>
                        <a:pt x="513" y="435"/>
                        <a:pt x="507" y="388"/>
                        <a:pt x="476" y="388"/>
                      </a:cubicBezTo>
                      <a:cubicBezTo>
                        <a:pt x="474" y="388"/>
                        <a:pt x="472" y="388"/>
                        <a:pt x="470" y="388"/>
                      </a:cubicBezTo>
                      <a:lnTo>
                        <a:pt x="63" y="469"/>
                      </a:lnTo>
                      <a:lnTo>
                        <a:pt x="150" y="32"/>
                      </a:lnTo>
                      <a:cubicBezTo>
                        <a:pt x="153" y="12"/>
                        <a:pt x="137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9" name="Google Shape;2659;p56"/>
                <p:cNvSpPr/>
                <p:nvPr/>
              </p:nvSpPr>
              <p:spPr>
                <a:xfrm>
                  <a:off x="4434142" y="4389514"/>
                  <a:ext cx="79295" cy="79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842" extrusionOk="0">
                      <a:moveTo>
                        <a:pt x="149" y="0"/>
                      </a:moveTo>
                      <a:cubicBezTo>
                        <a:pt x="138" y="0"/>
                        <a:pt x="128" y="7"/>
                        <a:pt x="124" y="21"/>
                      </a:cubicBezTo>
                      <a:lnTo>
                        <a:pt x="1" y="811"/>
                      </a:lnTo>
                      <a:cubicBezTo>
                        <a:pt x="1" y="819"/>
                        <a:pt x="2" y="826"/>
                        <a:pt x="8" y="832"/>
                      </a:cubicBezTo>
                      <a:cubicBezTo>
                        <a:pt x="12" y="838"/>
                        <a:pt x="20" y="841"/>
                        <a:pt x="27" y="841"/>
                      </a:cubicBezTo>
                      <a:lnTo>
                        <a:pt x="818" y="822"/>
                      </a:lnTo>
                      <a:cubicBezTo>
                        <a:pt x="833" y="822"/>
                        <a:pt x="845" y="810"/>
                        <a:pt x="843" y="795"/>
                      </a:cubicBezTo>
                      <a:cubicBezTo>
                        <a:pt x="843" y="780"/>
                        <a:pt x="831" y="770"/>
                        <a:pt x="816" y="770"/>
                      </a:cubicBezTo>
                      <a:lnTo>
                        <a:pt x="59" y="787"/>
                      </a:lnTo>
                      <a:lnTo>
                        <a:pt x="177" y="30"/>
                      </a:lnTo>
                      <a:cubicBezTo>
                        <a:pt x="178" y="11"/>
                        <a:pt x="164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0" name="Google Shape;2660;p56"/>
                <p:cNvSpPr/>
                <p:nvPr/>
              </p:nvSpPr>
              <p:spPr>
                <a:xfrm>
                  <a:off x="4392570" y="4401713"/>
                  <a:ext cx="103506" cy="105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123" extrusionOk="0">
                      <a:moveTo>
                        <a:pt x="132" y="0"/>
                      </a:moveTo>
                      <a:cubicBezTo>
                        <a:pt x="119" y="0"/>
                        <a:pt x="107" y="8"/>
                        <a:pt x="105" y="24"/>
                      </a:cubicBezTo>
                      <a:lnTo>
                        <a:pt x="2" y="1009"/>
                      </a:lnTo>
                      <a:cubicBezTo>
                        <a:pt x="1" y="1024"/>
                        <a:pt x="11" y="1038"/>
                        <a:pt x="26" y="1039"/>
                      </a:cubicBezTo>
                      <a:lnTo>
                        <a:pt x="1065" y="1123"/>
                      </a:lnTo>
                      <a:lnTo>
                        <a:pt x="1068" y="1123"/>
                      </a:lnTo>
                      <a:cubicBezTo>
                        <a:pt x="1101" y="1123"/>
                        <a:pt x="1103" y="1073"/>
                        <a:pt x="1070" y="1071"/>
                      </a:cubicBezTo>
                      <a:lnTo>
                        <a:pt x="57" y="989"/>
                      </a:lnTo>
                      <a:lnTo>
                        <a:pt x="159" y="30"/>
                      </a:lnTo>
                      <a:cubicBezTo>
                        <a:pt x="160" y="10"/>
                        <a:pt x="14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61" name="Google Shape;2661;p56"/>
              <p:cNvGrpSpPr/>
              <p:nvPr/>
            </p:nvGrpSpPr>
            <p:grpSpPr>
              <a:xfrm>
                <a:off x="1287129" y="754664"/>
                <a:ext cx="317682" cy="314784"/>
                <a:chOff x="1071629" y="754664"/>
                <a:chExt cx="317682" cy="314784"/>
              </a:xfrm>
            </p:grpSpPr>
            <p:sp>
              <p:nvSpPr>
                <p:cNvPr id="2662" name="Google Shape;2662;p56"/>
                <p:cNvSpPr/>
                <p:nvPr/>
              </p:nvSpPr>
              <p:spPr>
                <a:xfrm rot="520731">
                  <a:off x="1175282" y="761276"/>
                  <a:ext cx="110524" cy="301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" h="1989" extrusionOk="0">
                      <a:moveTo>
                        <a:pt x="596" y="0"/>
                      </a:moveTo>
                      <a:cubicBezTo>
                        <a:pt x="558" y="0"/>
                        <a:pt x="523" y="26"/>
                        <a:pt x="512" y="65"/>
                      </a:cubicBezTo>
                      <a:lnTo>
                        <a:pt x="13" y="1868"/>
                      </a:lnTo>
                      <a:cubicBezTo>
                        <a:pt x="1" y="1914"/>
                        <a:pt x="27" y="1963"/>
                        <a:pt x="74" y="1975"/>
                      </a:cubicBezTo>
                      <a:lnTo>
                        <a:pt x="108" y="1985"/>
                      </a:lnTo>
                      <a:cubicBezTo>
                        <a:pt x="115" y="1987"/>
                        <a:pt x="123" y="1988"/>
                        <a:pt x="130" y="1988"/>
                      </a:cubicBezTo>
                      <a:cubicBezTo>
                        <a:pt x="169" y="1988"/>
                        <a:pt x="204" y="1963"/>
                        <a:pt x="215" y="1924"/>
                      </a:cubicBezTo>
                      <a:lnTo>
                        <a:pt x="715" y="120"/>
                      </a:lnTo>
                      <a:cubicBezTo>
                        <a:pt x="728" y="74"/>
                        <a:pt x="702" y="26"/>
                        <a:pt x="655" y="13"/>
                      </a:cubicBezTo>
                      <a:lnTo>
                        <a:pt x="619" y="4"/>
                      </a:lnTo>
                      <a:cubicBezTo>
                        <a:pt x="612" y="1"/>
                        <a:pt x="604" y="0"/>
                        <a:pt x="59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3" name="Google Shape;2663;p56"/>
                <p:cNvSpPr/>
                <p:nvPr/>
              </p:nvSpPr>
              <p:spPr>
                <a:xfrm rot="520731">
                  <a:off x="1106160" y="804334"/>
                  <a:ext cx="248794" cy="215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1" h="1420" extrusionOk="0">
                      <a:moveTo>
                        <a:pt x="1520" y="1"/>
                      </a:moveTo>
                      <a:cubicBezTo>
                        <a:pt x="1500" y="1"/>
                        <a:pt x="1480" y="8"/>
                        <a:pt x="1463" y="22"/>
                      </a:cubicBezTo>
                      <a:lnTo>
                        <a:pt x="41" y="1239"/>
                      </a:lnTo>
                      <a:cubicBezTo>
                        <a:pt x="3" y="1271"/>
                        <a:pt x="0" y="1326"/>
                        <a:pt x="32" y="1361"/>
                      </a:cubicBezTo>
                      <a:lnTo>
                        <a:pt x="54" y="1390"/>
                      </a:lnTo>
                      <a:cubicBezTo>
                        <a:pt x="71" y="1409"/>
                        <a:pt x="96" y="1420"/>
                        <a:pt x="120" y="1420"/>
                      </a:cubicBezTo>
                      <a:cubicBezTo>
                        <a:pt x="140" y="1420"/>
                        <a:pt x="160" y="1413"/>
                        <a:pt x="176" y="1399"/>
                      </a:cubicBezTo>
                      <a:lnTo>
                        <a:pt x="1599" y="182"/>
                      </a:lnTo>
                      <a:cubicBezTo>
                        <a:pt x="1636" y="151"/>
                        <a:pt x="1641" y="95"/>
                        <a:pt x="1609" y="58"/>
                      </a:cubicBezTo>
                      <a:lnTo>
                        <a:pt x="1585" y="31"/>
                      </a:lnTo>
                      <a:cubicBezTo>
                        <a:pt x="1568" y="11"/>
                        <a:pt x="1544" y="1"/>
                        <a:pt x="15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4" name="Google Shape;2664;p56"/>
                <p:cNvSpPr/>
                <p:nvPr/>
              </p:nvSpPr>
              <p:spPr>
                <a:xfrm rot="520731">
                  <a:off x="1077646" y="860570"/>
                  <a:ext cx="305648" cy="102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679" extrusionOk="0">
                      <a:moveTo>
                        <a:pt x="1910" y="1"/>
                      </a:moveTo>
                      <a:cubicBezTo>
                        <a:pt x="1903" y="1"/>
                        <a:pt x="1896" y="1"/>
                        <a:pt x="1888" y="3"/>
                      </a:cubicBezTo>
                      <a:lnTo>
                        <a:pt x="75" y="472"/>
                      </a:lnTo>
                      <a:cubicBezTo>
                        <a:pt x="29" y="483"/>
                        <a:pt x="0" y="531"/>
                        <a:pt x="12" y="579"/>
                      </a:cubicBezTo>
                      <a:lnTo>
                        <a:pt x="23" y="613"/>
                      </a:lnTo>
                      <a:cubicBezTo>
                        <a:pt x="33" y="652"/>
                        <a:pt x="67" y="679"/>
                        <a:pt x="107" y="679"/>
                      </a:cubicBezTo>
                      <a:cubicBezTo>
                        <a:pt x="114" y="679"/>
                        <a:pt x="121" y="678"/>
                        <a:pt x="129" y="676"/>
                      </a:cubicBezTo>
                      <a:lnTo>
                        <a:pt x="1940" y="206"/>
                      </a:lnTo>
                      <a:cubicBezTo>
                        <a:pt x="1987" y="194"/>
                        <a:pt x="2015" y="146"/>
                        <a:pt x="2003" y="100"/>
                      </a:cubicBezTo>
                      <a:lnTo>
                        <a:pt x="1994" y="66"/>
                      </a:lnTo>
                      <a:cubicBezTo>
                        <a:pt x="1984" y="26"/>
                        <a:pt x="1949" y="1"/>
                        <a:pt x="191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5" name="Google Shape;2665;p56"/>
                <p:cNvSpPr/>
                <p:nvPr/>
              </p:nvSpPr>
              <p:spPr>
                <a:xfrm rot="520731">
                  <a:off x="1078263" y="858157"/>
                  <a:ext cx="304587" cy="107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710" extrusionOk="0">
                      <a:moveTo>
                        <a:pt x="106" y="1"/>
                      </a:moveTo>
                      <a:cubicBezTo>
                        <a:pt x="67" y="1"/>
                        <a:pt x="33" y="26"/>
                        <a:pt x="23" y="64"/>
                      </a:cubicBezTo>
                      <a:lnTo>
                        <a:pt x="13" y="100"/>
                      </a:lnTo>
                      <a:cubicBezTo>
                        <a:pt x="1" y="146"/>
                        <a:pt x="28" y="194"/>
                        <a:pt x="74" y="207"/>
                      </a:cubicBezTo>
                      <a:lnTo>
                        <a:pt x="1878" y="707"/>
                      </a:lnTo>
                      <a:cubicBezTo>
                        <a:pt x="1886" y="709"/>
                        <a:pt x="1893" y="710"/>
                        <a:pt x="1901" y="710"/>
                      </a:cubicBezTo>
                      <a:cubicBezTo>
                        <a:pt x="1939" y="710"/>
                        <a:pt x="1974" y="684"/>
                        <a:pt x="1986" y="646"/>
                      </a:cubicBezTo>
                      <a:lnTo>
                        <a:pt x="1995" y="611"/>
                      </a:lnTo>
                      <a:cubicBezTo>
                        <a:pt x="2008" y="565"/>
                        <a:pt x="1981" y="517"/>
                        <a:pt x="1934" y="504"/>
                      </a:cubicBezTo>
                      <a:lnTo>
                        <a:pt x="131" y="4"/>
                      </a:lnTo>
                      <a:cubicBezTo>
                        <a:pt x="122" y="2"/>
                        <a:pt x="114" y="1"/>
                        <a:pt x="10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6" name="Google Shape;2666;p56"/>
                <p:cNvSpPr/>
                <p:nvPr/>
              </p:nvSpPr>
              <p:spPr>
                <a:xfrm rot="520731">
                  <a:off x="1114487" y="795692"/>
                  <a:ext cx="232116" cy="23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" h="1535" extrusionOk="0">
                      <a:moveTo>
                        <a:pt x="122" y="0"/>
                      </a:moveTo>
                      <a:cubicBezTo>
                        <a:pt x="100" y="0"/>
                        <a:pt x="77" y="9"/>
                        <a:pt x="60" y="26"/>
                      </a:cubicBezTo>
                      <a:lnTo>
                        <a:pt x="35" y="51"/>
                      </a:lnTo>
                      <a:cubicBezTo>
                        <a:pt x="1" y="84"/>
                        <a:pt x="1" y="139"/>
                        <a:pt x="35" y="173"/>
                      </a:cubicBezTo>
                      <a:lnTo>
                        <a:pt x="1347" y="1509"/>
                      </a:lnTo>
                      <a:cubicBezTo>
                        <a:pt x="1364" y="1526"/>
                        <a:pt x="1387" y="1535"/>
                        <a:pt x="1410" y="1535"/>
                      </a:cubicBezTo>
                      <a:cubicBezTo>
                        <a:pt x="1432" y="1535"/>
                        <a:pt x="1454" y="1526"/>
                        <a:pt x="1471" y="1509"/>
                      </a:cubicBezTo>
                      <a:lnTo>
                        <a:pt x="1496" y="1484"/>
                      </a:lnTo>
                      <a:cubicBezTo>
                        <a:pt x="1530" y="1450"/>
                        <a:pt x="1530" y="1395"/>
                        <a:pt x="1496" y="1362"/>
                      </a:cubicBezTo>
                      <a:lnTo>
                        <a:pt x="184" y="26"/>
                      </a:lnTo>
                      <a:cubicBezTo>
                        <a:pt x="167" y="9"/>
                        <a:pt x="144" y="0"/>
                        <a:pt x="1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7" name="Google Shape;2667;p56"/>
                <p:cNvSpPr/>
                <p:nvPr/>
              </p:nvSpPr>
              <p:spPr>
                <a:xfrm rot="520731">
                  <a:off x="1171190" y="762315"/>
                  <a:ext cx="118408" cy="299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" h="1975" extrusionOk="0">
                      <a:moveTo>
                        <a:pt x="132" y="1"/>
                      </a:moveTo>
                      <a:cubicBezTo>
                        <a:pt x="123" y="1"/>
                        <a:pt x="115" y="2"/>
                        <a:pt x="107" y="4"/>
                      </a:cubicBezTo>
                      <a:lnTo>
                        <a:pt x="72" y="15"/>
                      </a:lnTo>
                      <a:cubicBezTo>
                        <a:pt x="26" y="30"/>
                        <a:pt x="1" y="79"/>
                        <a:pt x="14" y="123"/>
                      </a:cubicBezTo>
                      <a:lnTo>
                        <a:pt x="566" y="1913"/>
                      </a:lnTo>
                      <a:cubicBezTo>
                        <a:pt x="578" y="1951"/>
                        <a:pt x="613" y="1975"/>
                        <a:pt x="650" y="1975"/>
                      </a:cubicBezTo>
                      <a:cubicBezTo>
                        <a:pt x="659" y="1975"/>
                        <a:pt x="667" y="1973"/>
                        <a:pt x="675" y="1971"/>
                      </a:cubicBezTo>
                      <a:lnTo>
                        <a:pt x="711" y="1961"/>
                      </a:lnTo>
                      <a:cubicBezTo>
                        <a:pt x="755" y="1946"/>
                        <a:pt x="781" y="1898"/>
                        <a:pt x="767" y="1852"/>
                      </a:cubicBezTo>
                      <a:lnTo>
                        <a:pt x="216" y="62"/>
                      </a:lnTo>
                      <a:cubicBezTo>
                        <a:pt x="203" y="24"/>
                        <a:pt x="169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8" name="Google Shape;2668;p56"/>
                <p:cNvSpPr/>
                <p:nvPr/>
              </p:nvSpPr>
              <p:spPr>
                <a:xfrm rot="520731">
                  <a:off x="1188024" y="880448"/>
                  <a:ext cx="71257" cy="60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" h="396" extrusionOk="0">
                      <a:moveTo>
                        <a:pt x="249" y="1"/>
                      </a:moveTo>
                      <a:cubicBezTo>
                        <a:pt x="105" y="1"/>
                        <a:pt x="0" y="160"/>
                        <a:pt x="79" y="296"/>
                      </a:cubicBezTo>
                      <a:cubicBezTo>
                        <a:pt x="117" y="364"/>
                        <a:pt x="183" y="396"/>
                        <a:pt x="249" y="396"/>
                      </a:cubicBezTo>
                      <a:cubicBezTo>
                        <a:pt x="333" y="396"/>
                        <a:pt x="415" y="345"/>
                        <a:pt x="441" y="250"/>
                      </a:cubicBezTo>
                      <a:cubicBezTo>
                        <a:pt x="469" y="146"/>
                        <a:pt x="408" y="37"/>
                        <a:pt x="304" y="8"/>
                      </a:cubicBezTo>
                      <a:cubicBezTo>
                        <a:pt x="285" y="3"/>
                        <a:pt x="267" y="1"/>
                        <a:pt x="249" y="1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669" name="Google Shape;2669;p56"/>
            <p:cNvSpPr/>
            <p:nvPr/>
          </p:nvSpPr>
          <p:spPr>
            <a:xfrm>
              <a:off x="5263833" y="3550647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1" y="1"/>
                  </a:moveTo>
                  <a:lnTo>
                    <a:pt x="188" y="189"/>
                  </a:lnTo>
                  <a:lnTo>
                    <a:pt x="0" y="290"/>
                  </a:lnTo>
                  <a:lnTo>
                    <a:pt x="188" y="393"/>
                  </a:lnTo>
                  <a:lnTo>
                    <a:pt x="291" y="581"/>
                  </a:lnTo>
                  <a:lnTo>
                    <a:pt x="393" y="393"/>
                  </a:lnTo>
                  <a:lnTo>
                    <a:pt x="581" y="290"/>
                  </a:lnTo>
                  <a:lnTo>
                    <a:pt x="393" y="189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6"/>
            <p:cNvSpPr/>
            <p:nvPr/>
          </p:nvSpPr>
          <p:spPr>
            <a:xfrm>
              <a:off x="715092" y="1611448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0" y="1"/>
                  </a:moveTo>
                  <a:lnTo>
                    <a:pt x="188" y="189"/>
                  </a:lnTo>
                  <a:lnTo>
                    <a:pt x="0" y="290"/>
                  </a:lnTo>
                  <a:lnTo>
                    <a:pt x="188" y="393"/>
                  </a:lnTo>
                  <a:lnTo>
                    <a:pt x="290" y="581"/>
                  </a:lnTo>
                  <a:lnTo>
                    <a:pt x="393" y="393"/>
                  </a:lnTo>
                  <a:lnTo>
                    <a:pt x="580" y="290"/>
                  </a:lnTo>
                  <a:lnTo>
                    <a:pt x="393" y="189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6"/>
            <p:cNvSpPr/>
            <p:nvPr/>
          </p:nvSpPr>
          <p:spPr>
            <a:xfrm>
              <a:off x="2969119" y="883199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0" y="1"/>
                  </a:moveTo>
                  <a:lnTo>
                    <a:pt x="188" y="188"/>
                  </a:lnTo>
                  <a:lnTo>
                    <a:pt x="0" y="290"/>
                  </a:lnTo>
                  <a:lnTo>
                    <a:pt x="188" y="393"/>
                  </a:lnTo>
                  <a:lnTo>
                    <a:pt x="290" y="581"/>
                  </a:lnTo>
                  <a:lnTo>
                    <a:pt x="393" y="393"/>
                  </a:lnTo>
                  <a:lnTo>
                    <a:pt x="580" y="290"/>
                  </a:lnTo>
                  <a:lnTo>
                    <a:pt x="393" y="188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6"/>
            <p:cNvSpPr/>
            <p:nvPr/>
          </p:nvSpPr>
          <p:spPr>
            <a:xfrm>
              <a:off x="3181356" y="3530610"/>
              <a:ext cx="118607" cy="118607"/>
            </a:xfrm>
            <a:custGeom>
              <a:avLst/>
              <a:gdLst/>
              <a:ahLst/>
              <a:cxnLst/>
              <a:rect l="l" t="t" r="r" b="b"/>
              <a:pathLst>
                <a:path w="581" h="581" extrusionOk="0">
                  <a:moveTo>
                    <a:pt x="290" y="0"/>
                  </a:moveTo>
                  <a:lnTo>
                    <a:pt x="188" y="188"/>
                  </a:lnTo>
                  <a:lnTo>
                    <a:pt x="0" y="291"/>
                  </a:lnTo>
                  <a:lnTo>
                    <a:pt x="188" y="393"/>
                  </a:lnTo>
                  <a:lnTo>
                    <a:pt x="290" y="580"/>
                  </a:lnTo>
                  <a:lnTo>
                    <a:pt x="393" y="393"/>
                  </a:lnTo>
                  <a:lnTo>
                    <a:pt x="581" y="291"/>
                  </a:lnTo>
                  <a:lnTo>
                    <a:pt x="393" y="18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6"/>
            <p:cNvSpPr/>
            <p:nvPr/>
          </p:nvSpPr>
          <p:spPr>
            <a:xfrm>
              <a:off x="5453680" y="1051538"/>
              <a:ext cx="46137" cy="46137"/>
            </a:xfrm>
            <a:custGeom>
              <a:avLst/>
              <a:gdLst/>
              <a:ahLst/>
              <a:cxnLst/>
              <a:rect l="l" t="t" r="r" b="b"/>
              <a:pathLst>
                <a:path w="226" h="226" extrusionOk="0">
                  <a:moveTo>
                    <a:pt x="112" y="0"/>
                  </a:moveTo>
                  <a:cubicBezTo>
                    <a:pt x="51" y="0"/>
                    <a:pt x="0" y="51"/>
                    <a:pt x="0" y="113"/>
                  </a:cubicBezTo>
                  <a:cubicBezTo>
                    <a:pt x="0" y="175"/>
                    <a:pt x="51" y="225"/>
                    <a:pt x="112" y="225"/>
                  </a:cubicBezTo>
                  <a:cubicBezTo>
                    <a:pt x="175" y="225"/>
                    <a:pt x="225" y="175"/>
                    <a:pt x="225" y="113"/>
                  </a:cubicBezTo>
                  <a:cubicBezTo>
                    <a:pt x="225" y="51"/>
                    <a:pt x="175" y="0"/>
                    <a:pt x="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6"/>
            <p:cNvSpPr/>
            <p:nvPr/>
          </p:nvSpPr>
          <p:spPr>
            <a:xfrm>
              <a:off x="2255026" y="1063129"/>
              <a:ext cx="52669" cy="52669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1"/>
                  </a:moveTo>
                  <a:cubicBezTo>
                    <a:pt x="58" y="1"/>
                    <a:pt x="1" y="59"/>
                    <a:pt x="1" y="129"/>
                  </a:cubicBezTo>
                  <a:cubicBezTo>
                    <a:pt x="1" y="201"/>
                    <a:pt x="58" y="257"/>
                    <a:pt x="129" y="257"/>
                  </a:cubicBezTo>
                  <a:cubicBezTo>
                    <a:pt x="199" y="257"/>
                    <a:pt x="257" y="201"/>
                    <a:pt x="257" y="129"/>
                  </a:cubicBezTo>
                  <a:cubicBezTo>
                    <a:pt x="257" y="59"/>
                    <a:pt x="199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6"/>
            <p:cNvSpPr/>
            <p:nvPr/>
          </p:nvSpPr>
          <p:spPr>
            <a:xfrm>
              <a:off x="3891756" y="3929538"/>
              <a:ext cx="46137" cy="39604"/>
            </a:xfrm>
            <a:custGeom>
              <a:avLst/>
              <a:gdLst/>
              <a:ahLst/>
              <a:cxnLst/>
              <a:rect l="l" t="t" r="r" b="b"/>
              <a:pathLst>
                <a:path w="226" h="194" extrusionOk="0">
                  <a:moveTo>
                    <a:pt x="130" y="0"/>
                  </a:moveTo>
                  <a:cubicBezTo>
                    <a:pt x="43" y="0"/>
                    <a:pt x="0" y="105"/>
                    <a:pt x="61" y="166"/>
                  </a:cubicBezTo>
                  <a:cubicBezTo>
                    <a:pt x="81" y="185"/>
                    <a:pt x="105" y="194"/>
                    <a:pt x="129" y="194"/>
                  </a:cubicBezTo>
                  <a:cubicBezTo>
                    <a:pt x="178" y="194"/>
                    <a:pt x="225" y="156"/>
                    <a:pt x="225" y="97"/>
                  </a:cubicBezTo>
                  <a:cubicBezTo>
                    <a:pt x="225" y="44"/>
                    <a:pt x="182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6"/>
            <p:cNvSpPr/>
            <p:nvPr/>
          </p:nvSpPr>
          <p:spPr>
            <a:xfrm>
              <a:off x="2377071" y="3624435"/>
              <a:ext cx="69409" cy="59202"/>
            </a:xfrm>
            <a:custGeom>
              <a:avLst/>
              <a:gdLst/>
              <a:ahLst/>
              <a:cxnLst/>
              <a:rect l="l" t="t" r="r" b="b"/>
              <a:pathLst>
                <a:path w="340" h="290" extrusionOk="0">
                  <a:moveTo>
                    <a:pt x="195" y="0"/>
                  </a:moveTo>
                  <a:cubicBezTo>
                    <a:pt x="65" y="0"/>
                    <a:pt x="1" y="155"/>
                    <a:pt x="92" y="246"/>
                  </a:cubicBezTo>
                  <a:cubicBezTo>
                    <a:pt x="121" y="276"/>
                    <a:pt x="158" y="289"/>
                    <a:pt x="194" y="289"/>
                  </a:cubicBezTo>
                  <a:cubicBezTo>
                    <a:pt x="268" y="289"/>
                    <a:pt x="339" y="231"/>
                    <a:pt x="339" y="145"/>
                  </a:cubicBezTo>
                  <a:cubicBezTo>
                    <a:pt x="339" y="64"/>
                    <a:pt x="274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6"/>
            <p:cNvSpPr/>
            <p:nvPr/>
          </p:nvSpPr>
          <p:spPr>
            <a:xfrm>
              <a:off x="6280417" y="2685169"/>
              <a:ext cx="46137" cy="45933"/>
            </a:xfrm>
            <a:custGeom>
              <a:avLst/>
              <a:gdLst/>
              <a:ahLst/>
              <a:cxnLst/>
              <a:rect l="l" t="t" r="r" b="b"/>
              <a:pathLst>
                <a:path w="226" h="225" extrusionOk="0">
                  <a:moveTo>
                    <a:pt x="112" y="1"/>
                  </a:moveTo>
                  <a:cubicBezTo>
                    <a:pt x="51" y="1"/>
                    <a:pt x="1" y="50"/>
                    <a:pt x="1" y="113"/>
                  </a:cubicBezTo>
                  <a:cubicBezTo>
                    <a:pt x="1" y="175"/>
                    <a:pt x="51" y="224"/>
                    <a:pt x="112" y="224"/>
                  </a:cubicBezTo>
                  <a:cubicBezTo>
                    <a:pt x="175" y="224"/>
                    <a:pt x="226" y="175"/>
                    <a:pt x="226" y="113"/>
                  </a:cubicBezTo>
                  <a:cubicBezTo>
                    <a:pt x="226" y="50"/>
                    <a:pt x="175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5109E-5C1A-3CC6-DBC3-720AE230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AA13B-F32E-848A-BE29-6F7A59BA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1"/>
            <a:ext cx="8982635" cy="1084728"/>
          </a:xfrm>
        </p:spPr>
        <p:txBody>
          <a:bodyPr/>
          <a:lstStyle/>
          <a:p>
            <a:r>
              <a:rPr lang="fr-FR" sz="3200" dirty="0"/>
              <a:t>Index de l’égalité professionnelle et axes d’amélioration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F34DE1-D640-FA9D-30FF-46342BE1AE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723EAB5-91CB-7FD6-69BF-BC96FA6A0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1468766"/>
            <a:ext cx="7772400" cy="30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17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3" name="Google Shape;6923;p61"/>
          <p:cNvGrpSpPr/>
          <p:nvPr/>
        </p:nvGrpSpPr>
        <p:grpSpPr>
          <a:xfrm rot="10800000">
            <a:off x="4278831" y="2801774"/>
            <a:ext cx="1022771" cy="1106897"/>
            <a:chOff x="704533" y="2873821"/>
            <a:chExt cx="1327412" cy="1436595"/>
          </a:xfrm>
        </p:grpSpPr>
        <p:grpSp>
          <p:nvGrpSpPr>
            <p:cNvPr id="6924" name="Google Shape;6924;p61"/>
            <p:cNvGrpSpPr/>
            <p:nvPr/>
          </p:nvGrpSpPr>
          <p:grpSpPr>
            <a:xfrm rot="2444057" flipH="1">
              <a:off x="1077802" y="3083594"/>
              <a:ext cx="864287" cy="596260"/>
              <a:chOff x="9263640" y="2992633"/>
              <a:chExt cx="864224" cy="596216"/>
            </a:xfrm>
          </p:grpSpPr>
          <p:grpSp>
            <p:nvGrpSpPr>
              <p:cNvPr id="6925" name="Google Shape;6925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6926" name="Google Shape;6926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rgbClr val="A48EFD">
                    <a:alpha val="6535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927" name="Google Shape;6927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6928" name="Google Shape;6928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29" name="Google Shape;6929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0" name="Google Shape;6930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1" name="Google Shape;6931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2" name="Google Shape;6932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3" name="Google Shape;6933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4" name="Google Shape;6934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5" name="Google Shape;6935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36" name="Google Shape;6936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937" name="Google Shape;6937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6938" name="Google Shape;6938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6939" name="Google Shape;6939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0" name="Google Shape;6940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1" name="Google Shape;6941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2" name="Google Shape;6942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3" name="Google Shape;6943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4" name="Google Shape;6944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5" name="Google Shape;6945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rgbClr val="A48EFD">
                      <a:alpha val="6535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946" name="Google Shape;6946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6947" name="Google Shape;6947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8" name="Google Shape;6948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49" name="Google Shape;6949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50" name="Google Shape;6950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51" name="Google Shape;6951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6952" name="Google Shape;6952;p61"/>
            <p:cNvGrpSpPr/>
            <p:nvPr/>
          </p:nvGrpSpPr>
          <p:grpSpPr>
            <a:xfrm rot="335998" flipH="1">
              <a:off x="744183" y="3248063"/>
              <a:ext cx="958352" cy="859511"/>
              <a:chOff x="7997151" y="2856344"/>
              <a:chExt cx="489368" cy="438896"/>
            </a:xfrm>
          </p:grpSpPr>
          <p:sp>
            <p:nvSpPr>
              <p:cNvPr id="6953" name="Google Shape;6953;p61"/>
              <p:cNvSpPr/>
              <p:nvPr/>
            </p:nvSpPr>
            <p:spPr>
              <a:xfrm rot="786892">
                <a:off x="8171778" y="2886617"/>
                <a:ext cx="292870" cy="226446"/>
              </a:xfrm>
              <a:custGeom>
                <a:avLst/>
                <a:gdLst/>
                <a:ahLst/>
                <a:cxnLst/>
                <a:rect l="l" t="t" r="r" b="b"/>
                <a:pathLst>
                  <a:path w="11715" h="9058" extrusionOk="0">
                    <a:moveTo>
                      <a:pt x="9188" y="1"/>
                    </a:moveTo>
                    <a:cubicBezTo>
                      <a:pt x="8450" y="1"/>
                      <a:pt x="7618" y="244"/>
                      <a:pt x="7037" y="670"/>
                    </a:cubicBezTo>
                    <a:cubicBezTo>
                      <a:pt x="7481" y="935"/>
                      <a:pt x="7883" y="1268"/>
                      <a:pt x="8227" y="1654"/>
                    </a:cubicBezTo>
                    <a:cubicBezTo>
                      <a:pt x="7693" y="1433"/>
                      <a:pt x="7179" y="1172"/>
                      <a:pt x="6685" y="874"/>
                    </a:cubicBezTo>
                    <a:cubicBezTo>
                      <a:pt x="6036" y="1390"/>
                      <a:pt x="5215" y="1943"/>
                      <a:pt x="4502" y="2367"/>
                    </a:cubicBezTo>
                    <a:cubicBezTo>
                      <a:pt x="4244" y="3136"/>
                      <a:pt x="3856" y="3713"/>
                      <a:pt x="3640" y="4496"/>
                    </a:cubicBezTo>
                    <a:cubicBezTo>
                      <a:pt x="3579" y="4059"/>
                      <a:pt x="3594" y="3615"/>
                      <a:pt x="3685" y="3184"/>
                    </a:cubicBezTo>
                    <a:lnTo>
                      <a:pt x="3685" y="3184"/>
                    </a:lnTo>
                    <a:cubicBezTo>
                      <a:pt x="2716" y="4046"/>
                      <a:pt x="1873" y="5040"/>
                      <a:pt x="1181" y="6138"/>
                    </a:cubicBezTo>
                    <a:cubicBezTo>
                      <a:pt x="540" y="7156"/>
                      <a:pt x="0" y="9057"/>
                      <a:pt x="1552" y="9057"/>
                    </a:cubicBezTo>
                    <a:cubicBezTo>
                      <a:pt x="1679" y="9057"/>
                      <a:pt x="1821" y="9044"/>
                      <a:pt x="1977" y="9017"/>
                    </a:cubicBezTo>
                    <a:cubicBezTo>
                      <a:pt x="2572" y="8913"/>
                      <a:pt x="3130" y="8634"/>
                      <a:pt x="3700" y="8436"/>
                    </a:cubicBezTo>
                    <a:cubicBezTo>
                      <a:pt x="3846" y="8385"/>
                      <a:pt x="5971" y="7587"/>
                      <a:pt x="5911" y="7477"/>
                    </a:cubicBezTo>
                    <a:lnTo>
                      <a:pt x="5319" y="6427"/>
                    </a:lnTo>
                    <a:lnTo>
                      <a:pt x="5319" y="6427"/>
                    </a:lnTo>
                    <a:cubicBezTo>
                      <a:pt x="5716" y="6776"/>
                      <a:pt x="6223" y="7027"/>
                      <a:pt x="6713" y="7223"/>
                    </a:cubicBezTo>
                    <a:cubicBezTo>
                      <a:pt x="7895" y="6763"/>
                      <a:pt x="8980" y="5944"/>
                      <a:pt x="9760" y="4936"/>
                    </a:cubicBezTo>
                    <a:lnTo>
                      <a:pt x="9421" y="3133"/>
                    </a:lnTo>
                    <a:lnTo>
                      <a:pt x="9421" y="3133"/>
                    </a:lnTo>
                    <a:cubicBezTo>
                      <a:pt x="9741" y="3557"/>
                      <a:pt x="10019" y="4043"/>
                      <a:pt x="10337" y="4468"/>
                    </a:cubicBezTo>
                    <a:cubicBezTo>
                      <a:pt x="10905" y="3979"/>
                      <a:pt x="11405" y="3360"/>
                      <a:pt x="11558" y="2625"/>
                    </a:cubicBezTo>
                    <a:cubicBezTo>
                      <a:pt x="11715" y="1873"/>
                      <a:pt x="11376" y="1135"/>
                      <a:pt x="10823" y="635"/>
                    </a:cubicBezTo>
                    <a:cubicBezTo>
                      <a:pt x="10434" y="285"/>
                      <a:pt x="9940" y="51"/>
                      <a:pt x="9436" y="11"/>
                    </a:cubicBezTo>
                    <a:cubicBezTo>
                      <a:pt x="9355" y="4"/>
                      <a:pt x="9272" y="1"/>
                      <a:pt x="91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4" name="Google Shape;6954;p61"/>
              <p:cNvSpPr/>
              <p:nvPr/>
            </p:nvSpPr>
            <p:spPr>
              <a:xfrm rot="786892">
                <a:off x="8032533" y="2902948"/>
                <a:ext cx="372393" cy="354669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14187" extrusionOk="0">
                    <a:moveTo>
                      <a:pt x="14831" y="1"/>
                    </a:moveTo>
                    <a:cubicBezTo>
                      <a:pt x="14823" y="1"/>
                      <a:pt x="14815" y="3"/>
                      <a:pt x="14806" y="9"/>
                    </a:cubicBezTo>
                    <a:cubicBezTo>
                      <a:pt x="14773" y="28"/>
                      <a:pt x="11491" y="1941"/>
                      <a:pt x="8045" y="4626"/>
                    </a:cubicBezTo>
                    <a:cubicBezTo>
                      <a:pt x="6022" y="6202"/>
                      <a:pt x="4337" y="7732"/>
                      <a:pt x="3039" y="9172"/>
                    </a:cubicBezTo>
                    <a:cubicBezTo>
                      <a:pt x="1414" y="10975"/>
                      <a:pt x="394" y="12645"/>
                      <a:pt x="6" y="14133"/>
                    </a:cubicBezTo>
                    <a:cubicBezTo>
                      <a:pt x="0" y="14156"/>
                      <a:pt x="14" y="14180"/>
                      <a:pt x="37" y="14185"/>
                    </a:cubicBezTo>
                    <a:cubicBezTo>
                      <a:pt x="40" y="14187"/>
                      <a:pt x="45" y="14187"/>
                      <a:pt x="48" y="14187"/>
                    </a:cubicBezTo>
                    <a:cubicBezTo>
                      <a:pt x="67" y="14187"/>
                      <a:pt x="85" y="14174"/>
                      <a:pt x="90" y="14154"/>
                    </a:cubicBezTo>
                    <a:cubicBezTo>
                      <a:pt x="474" y="12681"/>
                      <a:pt x="1488" y="11024"/>
                      <a:pt x="3103" y="9230"/>
                    </a:cubicBezTo>
                    <a:cubicBezTo>
                      <a:pt x="4398" y="7794"/>
                      <a:pt x="6078" y="6269"/>
                      <a:pt x="8099" y="4696"/>
                    </a:cubicBezTo>
                    <a:cubicBezTo>
                      <a:pt x="11540" y="2016"/>
                      <a:pt x="14817" y="104"/>
                      <a:pt x="14849" y="85"/>
                    </a:cubicBezTo>
                    <a:cubicBezTo>
                      <a:pt x="14895" y="62"/>
                      <a:pt x="14870" y="1"/>
                      <a:pt x="148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5" name="Google Shape;6955;p61"/>
              <p:cNvSpPr/>
              <p:nvPr/>
            </p:nvSpPr>
            <p:spPr>
              <a:xfrm rot="786892">
                <a:off x="8400808" y="2905302"/>
                <a:ext cx="29374" cy="64199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2568" extrusionOk="0">
                    <a:moveTo>
                      <a:pt x="1115" y="0"/>
                    </a:moveTo>
                    <a:cubicBezTo>
                      <a:pt x="1099" y="0"/>
                      <a:pt x="1083" y="8"/>
                      <a:pt x="1076" y="28"/>
                    </a:cubicBezTo>
                    <a:lnTo>
                      <a:pt x="10" y="2507"/>
                    </a:lnTo>
                    <a:cubicBezTo>
                      <a:pt x="1" y="2529"/>
                      <a:pt x="11" y="2554"/>
                      <a:pt x="32" y="2565"/>
                    </a:cubicBezTo>
                    <a:cubicBezTo>
                      <a:pt x="38" y="2566"/>
                      <a:pt x="44" y="2568"/>
                      <a:pt x="50" y="2568"/>
                    </a:cubicBezTo>
                    <a:cubicBezTo>
                      <a:pt x="68" y="2568"/>
                      <a:pt x="83" y="2557"/>
                      <a:pt x="90" y="2541"/>
                    </a:cubicBezTo>
                    <a:lnTo>
                      <a:pt x="1157" y="64"/>
                    </a:lnTo>
                    <a:cubicBezTo>
                      <a:pt x="1174" y="28"/>
                      <a:pt x="1144" y="0"/>
                      <a:pt x="1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6" name="Google Shape;6956;p61"/>
              <p:cNvSpPr/>
              <p:nvPr/>
            </p:nvSpPr>
            <p:spPr>
              <a:xfrm rot="786892">
                <a:off x="8283194" y="3018686"/>
                <a:ext cx="102473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930" extrusionOk="0">
                    <a:moveTo>
                      <a:pt x="60" y="0"/>
                    </a:moveTo>
                    <a:cubicBezTo>
                      <a:pt x="12" y="0"/>
                      <a:pt x="0" y="76"/>
                      <a:pt x="53" y="87"/>
                    </a:cubicBezTo>
                    <a:lnTo>
                      <a:pt x="4028" y="928"/>
                    </a:lnTo>
                    <a:cubicBezTo>
                      <a:pt x="4031" y="929"/>
                      <a:pt x="4034" y="929"/>
                      <a:pt x="4037" y="929"/>
                    </a:cubicBezTo>
                    <a:lnTo>
                      <a:pt x="4039" y="929"/>
                    </a:lnTo>
                    <a:cubicBezTo>
                      <a:pt x="4090" y="928"/>
                      <a:pt x="4099" y="855"/>
                      <a:pt x="4048" y="843"/>
                    </a:cubicBezTo>
                    <a:lnTo>
                      <a:pt x="72" y="2"/>
                    </a:lnTo>
                    <a:cubicBezTo>
                      <a:pt x="68" y="1"/>
                      <a:pt x="64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57" name="Google Shape;6957;p61"/>
            <p:cNvGrpSpPr/>
            <p:nvPr/>
          </p:nvGrpSpPr>
          <p:grpSpPr>
            <a:xfrm rot="-5726876" flipH="1">
              <a:off x="1364480" y="4029185"/>
              <a:ext cx="272036" cy="266378"/>
              <a:chOff x="8504064" y="4345225"/>
              <a:chExt cx="172874" cy="169301"/>
            </a:xfrm>
          </p:grpSpPr>
          <p:grpSp>
            <p:nvGrpSpPr>
              <p:cNvPr id="6958" name="Google Shape;6958;p61"/>
              <p:cNvGrpSpPr/>
              <p:nvPr/>
            </p:nvGrpSpPr>
            <p:grpSpPr>
              <a:xfrm>
                <a:off x="8521693" y="4345225"/>
                <a:ext cx="155245" cy="145615"/>
                <a:chOff x="8521693" y="4345225"/>
                <a:chExt cx="155245" cy="145615"/>
              </a:xfrm>
            </p:grpSpPr>
            <p:sp>
              <p:nvSpPr>
                <p:cNvPr id="6959" name="Google Shape;6959;p61"/>
                <p:cNvSpPr/>
                <p:nvPr/>
              </p:nvSpPr>
              <p:spPr>
                <a:xfrm>
                  <a:off x="8521693" y="4378920"/>
                  <a:ext cx="38595" cy="7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1725" extrusionOk="0">
                      <a:moveTo>
                        <a:pt x="536" y="0"/>
                      </a:moveTo>
                      <a:cubicBezTo>
                        <a:pt x="408" y="0"/>
                        <a:pt x="279" y="59"/>
                        <a:pt x="202" y="160"/>
                      </a:cubicBezTo>
                      <a:cubicBezTo>
                        <a:pt x="0" y="421"/>
                        <a:pt x="281" y="931"/>
                        <a:pt x="358" y="1198"/>
                      </a:cubicBezTo>
                      <a:cubicBezTo>
                        <a:pt x="394" y="1320"/>
                        <a:pt x="378" y="1604"/>
                        <a:pt x="340" y="1724"/>
                      </a:cubicBezTo>
                      <a:lnTo>
                        <a:pt x="476" y="1532"/>
                      </a:lnTo>
                      <a:cubicBezTo>
                        <a:pt x="543" y="1159"/>
                        <a:pt x="798" y="873"/>
                        <a:pt x="891" y="515"/>
                      </a:cubicBezTo>
                      <a:cubicBezTo>
                        <a:pt x="937" y="338"/>
                        <a:pt x="894" y="145"/>
                        <a:pt x="724" y="48"/>
                      </a:cubicBezTo>
                      <a:cubicBezTo>
                        <a:pt x="666" y="16"/>
                        <a:pt x="601" y="0"/>
                        <a:pt x="5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0" name="Google Shape;6960;p61"/>
                <p:cNvSpPr/>
                <p:nvPr/>
              </p:nvSpPr>
              <p:spPr>
                <a:xfrm>
                  <a:off x="8560082" y="4349797"/>
                  <a:ext cx="47780" cy="85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2066" extrusionOk="0">
                      <a:moveTo>
                        <a:pt x="651" y="1"/>
                      </a:moveTo>
                      <a:cubicBezTo>
                        <a:pt x="523" y="1"/>
                        <a:pt x="393" y="47"/>
                        <a:pt x="299" y="133"/>
                      </a:cubicBezTo>
                      <a:cubicBezTo>
                        <a:pt x="0" y="408"/>
                        <a:pt x="237" y="1088"/>
                        <a:pt x="276" y="1429"/>
                      </a:cubicBezTo>
                      <a:cubicBezTo>
                        <a:pt x="294" y="1586"/>
                        <a:pt x="215" y="1926"/>
                        <a:pt x="144" y="2066"/>
                      </a:cubicBezTo>
                      <a:lnTo>
                        <a:pt x="188" y="2057"/>
                      </a:lnTo>
                      <a:cubicBezTo>
                        <a:pt x="346" y="1617"/>
                        <a:pt x="879" y="1125"/>
                        <a:pt x="1065" y="708"/>
                      </a:cubicBezTo>
                      <a:cubicBezTo>
                        <a:pt x="1159" y="502"/>
                        <a:pt x="1144" y="259"/>
                        <a:pt x="956" y="105"/>
                      </a:cubicBezTo>
                      <a:cubicBezTo>
                        <a:pt x="870" y="34"/>
                        <a:pt x="761" y="1"/>
                        <a:pt x="6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1" name="Google Shape;6961;p61"/>
                <p:cNvSpPr/>
                <p:nvPr/>
              </p:nvSpPr>
              <p:spPr>
                <a:xfrm>
                  <a:off x="8582819" y="4411009"/>
                  <a:ext cx="91524" cy="40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" h="992" extrusionOk="0">
                      <a:moveTo>
                        <a:pt x="1722" y="0"/>
                      </a:moveTo>
                      <a:cubicBezTo>
                        <a:pt x="1633" y="0"/>
                        <a:pt x="1542" y="23"/>
                        <a:pt x="1457" y="64"/>
                      </a:cubicBezTo>
                      <a:cubicBezTo>
                        <a:pt x="1047" y="265"/>
                        <a:pt x="764" y="646"/>
                        <a:pt x="330" y="819"/>
                      </a:cubicBezTo>
                      <a:lnTo>
                        <a:pt x="9" y="987"/>
                      </a:lnTo>
                      <a:lnTo>
                        <a:pt x="9" y="987"/>
                      </a:lnTo>
                      <a:cubicBezTo>
                        <a:pt x="141" y="921"/>
                        <a:pt x="519" y="876"/>
                        <a:pt x="706" y="876"/>
                      </a:cubicBezTo>
                      <a:cubicBezTo>
                        <a:pt x="728" y="876"/>
                        <a:pt x="746" y="877"/>
                        <a:pt x="762" y="878"/>
                      </a:cubicBezTo>
                      <a:cubicBezTo>
                        <a:pt x="965" y="894"/>
                        <a:pt x="1289" y="976"/>
                        <a:pt x="1574" y="976"/>
                      </a:cubicBezTo>
                      <a:cubicBezTo>
                        <a:pt x="1771" y="976"/>
                        <a:pt x="1950" y="937"/>
                        <a:pt x="2058" y="811"/>
                      </a:cubicBezTo>
                      <a:cubicBezTo>
                        <a:pt x="2213" y="631"/>
                        <a:pt x="2222" y="335"/>
                        <a:pt x="2064" y="154"/>
                      </a:cubicBezTo>
                      <a:cubicBezTo>
                        <a:pt x="1971" y="46"/>
                        <a:pt x="1849" y="0"/>
                        <a:pt x="1722" y="0"/>
                      </a:cubicBezTo>
                      <a:close/>
                      <a:moveTo>
                        <a:pt x="9" y="987"/>
                      </a:moveTo>
                      <a:cubicBezTo>
                        <a:pt x="6" y="988"/>
                        <a:pt x="3" y="990"/>
                        <a:pt x="0" y="992"/>
                      </a:cubicBezTo>
                      <a:lnTo>
                        <a:pt x="9" y="9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2" name="Google Shape;6962;p61"/>
                <p:cNvSpPr/>
                <p:nvPr/>
              </p:nvSpPr>
              <p:spPr>
                <a:xfrm>
                  <a:off x="8572357" y="4458751"/>
                  <a:ext cx="73153" cy="32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" h="779" extrusionOk="0">
                      <a:moveTo>
                        <a:pt x="1341" y="1"/>
                      </a:moveTo>
                      <a:cubicBezTo>
                        <a:pt x="1299" y="1"/>
                        <a:pt x="1256" y="6"/>
                        <a:pt x="1214" y="16"/>
                      </a:cubicBezTo>
                      <a:cubicBezTo>
                        <a:pt x="855" y="105"/>
                        <a:pt x="567" y="357"/>
                        <a:pt x="194" y="422"/>
                      </a:cubicBezTo>
                      <a:lnTo>
                        <a:pt x="1" y="557"/>
                      </a:lnTo>
                      <a:cubicBezTo>
                        <a:pt x="74" y="535"/>
                        <a:pt x="203" y="521"/>
                        <a:pt x="322" y="521"/>
                      </a:cubicBezTo>
                      <a:cubicBezTo>
                        <a:pt x="402" y="521"/>
                        <a:pt x="478" y="527"/>
                        <a:pt x="527" y="542"/>
                      </a:cubicBezTo>
                      <a:cubicBezTo>
                        <a:pt x="728" y="602"/>
                        <a:pt x="1064" y="778"/>
                        <a:pt x="1330" y="778"/>
                      </a:cubicBezTo>
                      <a:cubicBezTo>
                        <a:pt x="1418" y="778"/>
                        <a:pt x="1498" y="759"/>
                        <a:pt x="1563" y="709"/>
                      </a:cubicBezTo>
                      <a:cubicBezTo>
                        <a:pt x="1717" y="593"/>
                        <a:pt x="1775" y="360"/>
                        <a:pt x="1680" y="189"/>
                      </a:cubicBezTo>
                      <a:cubicBezTo>
                        <a:pt x="1607" y="58"/>
                        <a:pt x="1477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3" name="Google Shape;6963;p61"/>
                <p:cNvSpPr/>
                <p:nvPr/>
              </p:nvSpPr>
              <p:spPr>
                <a:xfrm>
                  <a:off x="8595011" y="4345225"/>
                  <a:ext cx="76201" cy="81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967" extrusionOk="0">
                      <a:moveTo>
                        <a:pt x="1488" y="1"/>
                      </a:moveTo>
                      <a:cubicBezTo>
                        <a:pt x="1448" y="1"/>
                        <a:pt x="1408" y="5"/>
                        <a:pt x="1370" y="12"/>
                      </a:cubicBezTo>
                      <a:cubicBezTo>
                        <a:pt x="1183" y="48"/>
                        <a:pt x="1027" y="173"/>
                        <a:pt x="900" y="315"/>
                      </a:cubicBezTo>
                      <a:cubicBezTo>
                        <a:pt x="730" y="504"/>
                        <a:pt x="602" y="726"/>
                        <a:pt x="521" y="968"/>
                      </a:cubicBezTo>
                      <a:cubicBezTo>
                        <a:pt x="454" y="1167"/>
                        <a:pt x="421" y="1381"/>
                        <a:pt x="314" y="1564"/>
                      </a:cubicBezTo>
                      <a:cubicBezTo>
                        <a:pt x="248" y="1677"/>
                        <a:pt x="174" y="1786"/>
                        <a:pt x="86" y="1882"/>
                      </a:cubicBezTo>
                      <a:lnTo>
                        <a:pt x="86" y="1882"/>
                      </a:lnTo>
                      <a:lnTo>
                        <a:pt x="1850" y="136"/>
                      </a:lnTo>
                      <a:cubicBezTo>
                        <a:pt x="1757" y="43"/>
                        <a:pt x="1622" y="1"/>
                        <a:pt x="1488" y="1"/>
                      </a:cubicBezTo>
                      <a:close/>
                      <a:moveTo>
                        <a:pt x="86" y="1882"/>
                      </a:moveTo>
                      <a:lnTo>
                        <a:pt x="1" y="1967"/>
                      </a:lnTo>
                      <a:cubicBezTo>
                        <a:pt x="31" y="1940"/>
                        <a:pt x="59" y="1912"/>
                        <a:pt x="86" y="188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4" name="Google Shape;6964;p61"/>
                <p:cNvSpPr/>
                <p:nvPr/>
              </p:nvSpPr>
              <p:spPr>
                <a:xfrm>
                  <a:off x="8594476" y="4350250"/>
                  <a:ext cx="82462" cy="75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" h="1833" extrusionOk="0">
                      <a:moveTo>
                        <a:pt x="1850" y="0"/>
                      </a:moveTo>
                      <a:lnTo>
                        <a:pt x="91" y="1743"/>
                      </a:lnTo>
                      <a:lnTo>
                        <a:pt x="91" y="1743"/>
                      </a:lnTo>
                      <a:cubicBezTo>
                        <a:pt x="187" y="1657"/>
                        <a:pt x="294" y="1587"/>
                        <a:pt x="408" y="1523"/>
                      </a:cubicBezTo>
                      <a:cubicBezTo>
                        <a:pt x="591" y="1417"/>
                        <a:pt x="804" y="1385"/>
                        <a:pt x="1006" y="1321"/>
                      </a:cubicBezTo>
                      <a:cubicBezTo>
                        <a:pt x="1247" y="1244"/>
                        <a:pt x="1471" y="1117"/>
                        <a:pt x="1662" y="949"/>
                      </a:cubicBezTo>
                      <a:cubicBezTo>
                        <a:pt x="1803" y="823"/>
                        <a:pt x="1932" y="667"/>
                        <a:pt x="1969" y="480"/>
                      </a:cubicBezTo>
                      <a:cubicBezTo>
                        <a:pt x="2002" y="313"/>
                        <a:pt x="1970" y="121"/>
                        <a:pt x="1850" y="0"/>
                      </a:cubicBezTo>
                      <a:close/>
                      <a:moveTo>
                        <a:pt x="91" y="1743"/>
                      </a:moveTo>
                      <a:cubicBezTo>
                        <a:pt x="60" y="1771"/>
                        <a:pt x="29" y="1801"/>
                        <a:pt x="0" y="1833"/>
                      </a:cubicBezTo>
                      <a:lnTo>
                        <a:pt x="91" y="174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65" name="Google Shape;6965;p61"/>
              <p:cNvGrpSpPr/>
              <p:nvPr/>
            </p:nvGrpSpPr>
            <p:grpSpPr>
              <a:xfrm>
                <a:off x="8504064" y="4362279"/>
                <a:ext cx="158170" cy="152247"/>
                <a:chOff x="8504064" y="4362279"/>
                <a:chExt cx="158170" cy="152247"/>
              </a:xfrm>
            </p:grpSpPr>
            <p:sp>
              <p:nvSpPr>
                <p:cNvPr id="6966" name="Google Shape;6966;p61"/>
                <p:cNvSpPr/>
                <p:nvPr/>
              </p:nvSpPr>
              <p:spPr>
                <a:xfrm>
                  <a:off x="8504064" y="4362279"/>
                  <a:ext cx="158170" cy="152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0" h="3696" extrusionOk="0">
                      <a:moveTo>
                        <a:pt x="3760" y="0"/>
                      </a:moveTo>
                      <a:cubicBezTo>
                        <a:pt x="3748" y="0"/>
                        <a:pt x="3735" y="5"/>
                        <a:pt x="3724" y="17"/>
                      </a:cubicBezTo>
                      <a:cubicBezTo>
                        <a:pt x="3517" y="221"/>
                        <a:pt x="3309" y="424"/>
                        <a:pt x="3101" y="627"/>
                      </a:cubicBezTo>
                      <a:cubicBezTo>
                        <a:pt x="2847" y="874"/>
                        <a:pt x="2592" y="1120"/>
                        <a:pt x="2337" y="1368"/>
                      </a:cubicBezTo>
                      <a:lnTo>
                        <a:pt x="1523" y="2157"/>
                      </a:lnTo>
                      <a:cubicBezTo>
                        <a:pt x="1263" y="2407"/>
                        <a:pt x="1005" y="2658"/>
                        <a:pt x="748" y="2908"/>
                      </a:cubicBezTo>
                      <a:cubicBezTo>
                        <a:pt x="533" y="3117"/>
                        <a:pt x="318" y="3327"/>
                        <a:pt x="103" y="3539"/>
                      </a:cubicBezTo>
                      <a:lnTo>
                        <a:pt x="39" y="3602"/>
                      </a:lnTo>
                      <a:cubicBezTo>
                        <a:pt x="0" y="3641"/>
                        <a:pt x="37" y="3696"/>
                        <a:pt x="79" y="3696"/>
                      </a:cubicBezTo>
                      <a:cubicBezTo>
                        <a:pt x="92" y="3696"/>
                        <a:pt x="105" y="3691"/>
                        <a:pt x="117" y="3679"/>
                      </a:cubicBezTo>
                      <a:cubicBezTo>
                        <a:pt x="323" y="3475"/>
                        <a:pt x="530" y="3272"/>
                        <a:pt x="739" y="3069"/>
                      </a:cubicBezTo>
                      <a:cubicBezTo>
                        <a:pt x="994" y="2822"/>
                        <a:pt x="1247" y="2576"/>
                        <a:pt x="1504" y="2328"/>
                      </a:cubicBezTo>
                      <a:lnTo>
                        <a:pt x="2318" y="1539"/>
                      </a:lnTo>
                      <a:cubicBezTo>
                        <a:pt x="2576" y="1289"/>
                        <a:pt x="2835" y="1038"/>
                        <a:pt x="3092" y="788"/>
                      </a:cubicBezTo>
                      <a:cubicBezTo>
                        <a:pt x="3308" y="577"/>
                        <a:pt x="3523" y="369"/>
                        <a:pt x="3736" y="157"/>
                      </a:cubicBezTo>
                      <a:lnTo>
                        <a:pt x="3800" y="94"/>
                      </a:lnTo>
                      <a:cubicBezTo>
                        <a:pt x="3839" y="55"/>
                        <a:pt x="3802" y="0"/>
                        <a:pt x="3760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7" name="Google Shape;6967;p61"/>
                <p:cNvSpPr/>
                <p:nvPr/>
              </p:nvSpPr>
              <p:spPr>
                <a:xfrm>
                  <a:off x="8514815" y="4412575"/>
                  <a:ext cx="28709" cy="9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" h="2201" extrusionOk="0">
                      <a:moveTo>
                        <a:pt x="642" y="0"/>
                      </a:moveTo>
                      <a:cubicBezTo>
                        <a:pt x="614" y="0"/>
                        <a:pt x="586" y="18"/>
                        <a:pt x="586" y="53"/>
                      </a:cubicBezTo>
                      <a:cubicBezTo>
                        <a:pt x="585" y="618"/>
                        <a:pt x="467" y="1176"/>
                        <a:pt x="242" y="1693"/>
                      </a:cubicBezTo>
                      <a:cubicBezTo>
                        <a:pt x="178" y="1839"/>
                        <a:pt x="106" y="1981"/>
                        <a:pt x="26" y="2118"/>
                      </a:cubicBezTo>
                      <a:cubicBezTo>
                        <a:pt x="1" y="2161"/>
                        <a:pt x="40" y="2200"/>
                        <a:pt x="77" y="2200"/>
                      </a:cubicBezTo>
                      <a:cubicBezTo>
                        <a:pt x="93" y="2200"/>
                        <a:pt x="109" y="2193"/>
                        <a:pt x="120" y="2175"/>
                      </a:cubicBezTo>
                      <a:lnTo>
                        <a:pt x="120" y="2173"/>
                      </a:lnTo>
                      <a:cubicBezTo>
                        <a:pt x="412" y="1671"/>
                        <a:pt x="598" y="1115"/>
                        <a:pt x="667" y="538"/>
                      </a:cubicBezTo>
                      <a:cubicBezTo>
                        <a:pt x="686" y="376"/>
                        <a:pt x="695" y="215"/>
                        <a:pt x="697" y="53"/>
                      </a:cubicBezTo>
                      <a:cubicBezTo>
                        <a:pt x="697" y="18"/>
                        <a:pt x="669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8" name="Google Shape;6968;p61"/>
                <p:cNvSpPr/>
                <p:nvPr/>
              </p:nvSpPr>
              <p:spPr>
                <a:xfrm>
                  <a:off x="8546119" y="4363556"/>
                  <a:ext cx="45144" cy="11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2677" extrusionOk="0">
                      <a:moveTo>
                        <a:pt x="1038" y="0"/>
                      </a:moveTo>
                      <a:cubicBezTo>
                        <a:pt x="1014" y="0"/>
                        <a:pt x="987" y="16"/>
                        <a:pt x="984" y="39"/>
                      </a:cubicBezTo>
                      <a:cubicBezTo>
                        <a:pt x="934" y="382"/>
                        <a:pt x="834" y="719"/>
                        <a:pt x="724" y="1046"/>
                      </a:cubicBezTo>
                      <a:cubicBezTo>
                        <a:pt x="603" y="1419"/>
                        <a:pt x="456" y="1783"/>
                        <a:pt x="284" y="2135"/>
                      </a:cubicBezTo>
                      <a:cubicBezTo>
                        <a:pt x="207" y="2294"/>
                        <a:pt x="117" y="2449"/>
                        <a:pt x="16" y="2595"/>
                      </a:cubicBezTo>
                      <a:cubicBezTo>
                        <a:pt x="1" y="2621"/>
                        <a:pt x="8" y="2654"/>
                        <a:pt x="34" y="2670"/>
                      </a:cubicBezTo>
                      <a:cubicBezTo>
                        <a:pt x="43" y="2674"/>
                        <a:pt x="52" y="2677"/>
                        <a:pt x="61" y="2677"/>
                      </a:cubicBezTo>
                      <a:cubicBezTo>
                        <a:pt x="80" y="2677"/>
                        <a:pt x="98" y="2668"/>
                        <a:pt x="108" y="2651"/>
                      </a:cubicBezTo>
                      <a:lnTo>
                        <a:pt x="110" y="2651"/>
                      </a:lnTo>
                      <a:cubicBezTo>
                        <a:pt x="201" y="2521"/>
                        <a:pt x="281" y="2385"/>
                        <a:pt x="351" y="2243"/>
                      </a:cubicBezTo>
                      <a:cubicBezTo>
                        <a:pt x="439" y="2072"/>
                        <a:pt x="518" y="1896"/>
                        <a:pt x="591" y="1719"/>
                      </a:cubicBezTo>
                      <a:cubicBezTo>
                        <a:pt x="744" y="1353"/>
                        <a:pt x="872" y="979"/>
                        <a:pt x="975" y="596"/>
                      </a:cubicBezTo>
                      <a:cubicBezTo>
                        <a:pt x="1022" y="423"/>
                        <a:pt x="1061" y="247"/>
                        <a:pt x="1089" y="69"/>
                      </a:cubicBezTo>
                      <a:cubicBezTo>
                        <a:pt x="1095" y="39"/>
                        <a:pt x="1079" y="10"/>
                        <a:pt x="1051" y="2"/>
                      </a:cubicBezTo>
                      <a:cubicBezTo>
                        <a:pt x="1047" y="1"/>
                        <a:pt x="1042" y="0"/>
                        <a:pt x="1038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9" name="Google Shape;6969;p61"/>
                <p:cNvSpPr/>
                <p:nvPr/>
              </p:nvSpPr>
              <p:spPr>
                <a:xfrm>
                  <a:off x="8517945" y="4474199"/>
                  <a:ext cx="92677" cy="27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0" h="659" extrusionOk="0">
                      <a:moveTo>
                        <a:pt x="2154" y="0"/>
                      </a:moveTo>
                      <a:cubicBezTo>
                        <a:pt x="1417" y="0"/>
                        <a:pt x="692" y="192"/>
                        <a:pt x="53" y="557"/>
                      </a:cubicBezTo>
                      <a:cubicBezTo>
                        <a:pt x="1" y="586"/>
                        <a:pt x="32" y="658"/>
                        <a:pt x="80" y="658"/>
                      </a:cubicBezTo>
                      <a:cubicBezTo>
                        <a:pt x="89" y="658"/>
                        <a:pt x="98" y="656"/>
                        <a:pt x="108" y="651"/>
                      </a:cubicBezTo>
                      <a:cubicBezTo>
                        <a:pt x="598" y="372"/>
                        <a:pt x="1140" y="197"/>
                        <a:pt x="1699" y="135"/>
                      </a:cubicBezTo>
                      <a:cubicBezTo>
                        <a:pt x="1858" y="117"/>
                        <a:pt x="2018" y="109"/>
                        <a:pt x="2179" y="109"/>
                      </a:cubicBezTo>
                      <a:cubicBezTo>
                        <a:pt x="2249" y="109"/>
                        <a:pt x="2249" y="0"/>
                        <a:pt x="2179" y="0"/>
                      </a:cubicBezTo>
                      <a:cubicBezTo>
                        <a:pt x="2171" y="0"/>
                        <a:pt x="2162" y="0"/>
                        <a:pt x="2154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0" name="Google Shape;6970;p61"/>
                <p:cNvSpPr/>
                <p:nvPr/>
              </p:nvSpPr>
              <p:spPr>
                <a:xfrm>
                  <a:off x="8548343" y="4431606"/>
                  <a:ext cx="103840" cy="39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950" extrusionOk="0">
                      <a:moveTo>
                        <a:pt x="2469" y="1"/>
                      </a:moveTo>
                      <a:cubicBezTo>
                        <a:pt x="2468" y="1"/>
                        <a:pt x="2467" y="1"/>
                        <a:pt x="2466" y="1"/>
                      </a:cubicBezTo>
                      <a:cubicBezTo>
                        <a:pt x="2137" y="49"/>
                        <a:pt x="1815" y="120"/>
                        <a:pt x="1498" y="216"/>
                      </a:cubicBezTo>
                      <a:cubicBezTo>
                        <a:pt x="1149" y="316"/>
                        <a:pt x="809" y="442"/>
                        <a:pt x="479" y="594"/>
                      </a:cubicBezTo>
                      <a:cubicBezTo>
                        <a:pt x="324" y="666"/>
                        <a:pt x="175" y="751"/>
                        <a:pt x="33" y="848"/>
                      </a:cubicBezTo>
                      <a:cubicBezTo>
                        <a:pt x="10" y="863"/>
                        <a:pt x="1" y="896"/>
                        <a:pt x="15" y="923"/>
                      </a:cubicBezTo>
                      <a:cubicBezTo>
                        <a:pt x="25" y="940"/>
                        <a:pt x="44" y="949"/>
                        <a:pt x="62" y="949"/>
                      </a:cubicBezTo>
                      <a:cubicBezTo>
                        <a:pt x="72" y="949"/>
                        <a:pt x="81" y="947"/>
                        <a:pt x="90" y="942"/>
                      </a:cubicBezTo>
                      <a:cubicBezTo>
                        <a:pt x="351" y="758"/>
                        <a:pt x="649" y="629"/>
                        <a:pt x="943" y="517"/>
                      </a:cubicBezTo>
                      <a:cubicBezTo>
                        <a:pt x="1279" y="390"/>
                        <a:pt x="1620" y="286"/>
                        <a:pt x="1969" y="205"/>
                      </a:cubicBezTo>
                      <a:cubicBezTo>
                        <a:pt x="2055" y="186"/>
                        <a:pt x="2143" y="166"/>
                        <a:pt x="2231" y="150"/>
                      </a:cubicBezTo>
                      <a:cubicBezTo>
                        <a:pt x="2273" y="141"/>
                        <a:pt x="2315" y="134"/>
                        <a:pt x="2357" y="128"/>
                      </a:cubicBezTo>
                      <a:lnTo>
                        <a:pt x="2418" y="119"/>
                      </a:lnTo>
                      <a:lnTo>
                        <a:pt x="2443" y="114"/>
                      </a:lnTo>
                      <a:lnTo>
                        <a:pt x="2457" y="113"/>
                      </a:lnTo>
                      <a:cubicBezTo>
                        <a:pt x="2459" y="113"/>
                        <a:pt x="2468" y="111"/>
                        <a:pt x="2469" y="111"/>
                      </a:cubicBezTo>
                      <a:lnTo>
                        <a:pt x="2469" y="111"/>
                      </a:lnTo>
                      <a:cubicBezTo>
                        <a:pt x="2497" y="108"/>
                        <a:pt x="2519" y="85"/>
                        <a:pt x="2521" y="56"/>
                      </a:cubicBezTo>
                      <a:cubicBezTo>
                        <a:pt x="2521" y="30"/>
                        <a:pt x="2498" y="1"/>
                        <a:pt x="2469" y="1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971" name="Google Shape;6971;p61"/>
            <p:cNvGrpSpPr/>
            <p:nvPr/>
          </p:nvGrpSpPr>
          <p:grpSpPr>
            <a:xfrm flipH="1">
              <a:off x="781777" y="3457733"/>
              <a:ext cx="864224" cy="596216"/>
              <a:chOff x="9263640" y="2992633"/>
              <a:chExt cx="864224" cy="596216"/>
            </a:xfrm>
          </p:grpSpPr>
          <p:grpSp>
            <p:nvGrpSpPr>
              <p:cNvPr id="6972" name="Google Shape;6972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6973" name="Google Shape;6973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974" name="Google Shape;6974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6975" name="Google Shape;6975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6" name="Google Shape;6976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7" name="Google Shape;6977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8" name="Google Shape;6978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79" name="Google Shape;6979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0" name="Google Shape;6980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1" name="Google Shape;6981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2" name="Google Shape;6982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3" name="Google Shape;6983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984" name="Google Shape;6984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6985" name="Google Shape;6985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6986" name="Google Shape;6986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7" name="Google Shape;6987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8" name="Google Shape;6988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9" name="Google Shape;6989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0" name="Google Shape;6990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1" name="Google Shape;6991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2" name="Google Shape;6992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993" name="Google Shape;6993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6994" name="Google Shape;6994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5" name="Google Shape;6995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6" name="Google Shape;6996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7" name="Google Shape;6997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98" name="Google Shape;6998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6999" name="Google Shape;6999;p61"/>
          <p:cNvGrpSpPr/>
          <p:nvPr/>
        </p:nvGrpSpPr>
        <p:grpSpPr>
          <a:xfrm flipH="1">
            <a:off x="3737141" y="1398504"/>
            <a:ext cx="1226027" cy="1429036"/>
            <a:chOff x="7032791" y="2919079"/>
            <a:chExt cx="1226027" cy="1429036"/>
          </a:xfrm>
        </p:grpSpPr>
        <p:grpSp>
          <p:nvGrpSpPr>
            <p:cNvPr id="7000" name="Google Shape;7000;p61"/>
            <p:cNvGrpSpPr/>
            <p:nvPr/>
          </p:nvGrpSpPr>
          <p:grpSpPr>
            <a:xfrm rot="282999">
              <a:off x="7424820" y="3247151"/>
              <a:ext cx="803762" cy="768487"/>
              <a:chOff x="8059125" y="2818475"/>
              <a:chExt cx="411275" cy="393225"/>
            </a:xfrm>
          </p:grpSpPr>
          <p:sp>
            <p:nvSpPr>
              <p:cNvPr id="7001" name="Google Shape;7001;p61"/>
              <p:cNvSpPr/>
              <p:nvPr/>
            </p:nvSpPr>
            <p:spPr>
              <a:xfrm>
                <a:off x="8177525" y="2820225"/>
                <a:ext cx="292875" cy="226450"/>
              </a:xfrm>
              <a:custGeom>
                <a:avLst/>
                <a:gdLst/>
                <a:ahLst/>
                <a:cxnLst/>
                <a:rect l="l" t="t" r="r" b="b"/>
                <a:pathLst>
                  <a:path w="11715" h="9058" extrusionOk="0">
                    <a:moveTo>
                      <a:pt x="9188" y="1"/>
                    </a:moveTo>
                    <a:cubicBezTo>
                      <a:pt x="8450" y="1"/>
                      <a:pt x="7618" y="244"/>
                      <a:pt x="7037" y="670"/>
                    </a:cubicBezTo>
                    <a:cubicBezTo>
                      <a:pt x="7481" y="935"/>
                      <a:pt x="7883" y="1268"/>
                      <a:pt x="8227" y="1654"/>
                    </a:cubicBezTo>
                    <a:cubicBezTo>
                      <a:pt x="7693" y="1433"/>
                      <a:pt x="7179" y="1172"/>
                      <a:pt x="6685" y="874"/>
                    </a:cubicBezTo>
                    <a:cubicBezTo>
                      <a:pt x="6036" y="1390"/>
                      <a:pt x="5215" y="1943"/>
                      <a:pt x="4502" y="2367"/>
                    </a:cubicBezTo>
                    <a:cubicBezTo>
                      <a:pt x="4244" y="3136"/>
                      <a:pt x="3856" y="3713"/>
                      <a:pt x="3640" y="4496"/>
                    </a:cubicBezTo>
                    <a:cubicBezTo>
                      <a:pt x="3579" y="4059"/>
                      <a:pt x="3594" y="3615"/>
                      <a:pt x="3685" y="3184"/>
                    </a:cubicBezTo>
                    <a:lnTo>
                      <a:pt x="3685" y="3184"/>
                    </a:lnTo>
                    <a:cubicBezTo>
                      <a:pt x="2716" y="4046"/>
                      <a:pt x="1873" y="5040"/>
                      <a:pt x="1181" y="6138"/>
                    </a:cubicBezTo>
                    <a:cubicBezTo>
                      <a:pt x="540" y="7156"/>
                      <a:pt x="0" y="9057"/>
                      <a:pt x="1552" y="9057"/>
                    </a:cubicBezTo>
                    <a:cubicBezTo>
                      <a:pt x="1679" y="9057"/>
                      <a:pt x="1821" y="9044"/>
                      <a:pt x="1977" y="9017"/>
                    </a:cubicBezTo>
                    <a:cubicBezTo>
                      <a:pt x="2572" y="8913"/>
                      <a:pt x="3130" y="8634"/>
                      <a:pt x="3700" y="8436"/>
                    </a:cubicBezTo>
                    <a:cubicBezTo>
                      <a:pt x="3846" y="8385"/>
                      <a:pt x="5971" y="7587"/>
                      <a:pt x="5911" y="7477"/>
                    </a:cubicBezTo>
                    <a:lnTo>
                      <a:pt x="5319" y="6427"/>
                    </a:lnTo>
                    <a:lnTo>
                      <a:pt x="5319" y="6427"/>
                    </a:lnTo>
                    <a:cubicBezTo>
                      <a:pt x="5716" y="6776"/>
                      <a:pt x="6223" y="7027"/>
                      <a:pt x="6713" y="7223"/>
                    </a:cubicBezTo>
                    <a:cubicBezTo>
                      <a:pt x="7895" y="6763"/>
                      <a:pt x="8980" y="5944"/>
                      <a:pt x="9760" y="4936"/>
                    </a:cubicBezTo>
                    <a:lnTo>
                      <a:pt x="9421" y="3133"/>
                    </a:lnTo>
                    <a:lnTo>
                      <a:pt x="9421" y="3133"/>
                    </a:lnTo>
                    <a:cubicBezTo>
                      <a:pt x="9741" y="3557"/>
                      <a:pt x="10019" y="4043"/>
                      <a:pt x="10337" y="4468"/>
                    </a:cubicBezTo>
                    <a:cubicBezTo>
                      <a:pt x="10905" y="3979"/>
                      <a:pt x="11405" y="3360"/>
                      <a:pt x="11558" y="2625"/>
                    </a:cubicBezTo>
                    <a:cubicBezTo>
                      <a:pt x="11715" y="1873"/>
                      <a:pt x="11376" y="1135"/>
                      <a:pt x="10823" y="635"/>
                    </a:cubicBezTo>
                    <a:cubicBezTo>
                      <a:pt x="10434" y="285"/>
                      <a:pt x="9940" y="51"/>
                      <a:pt x="9436" y="11"/>
                    </a:cubicBezTo>
                    <a:cubicBezTo>
                      <a:pt x="9355" y="4"/>
                      <a:pt x="9272" y="1"/>
                      <a:pt x="91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2" name="Google Shape;7002;p61"/>
              <p:cNvSpPr/>
              <p:nvPr/>
            </p:nvSpPr>
            <p:spPr>
              <a:xfrm>
                <a:off x="8059125" y="2857025"/>
                <a:ext cx="372400" cy="354675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14187" extrusionOk="0">
                    <a:moveTo>
                      <a:pt x="14831" y="1"/>
                    </a:moveTo>
                    <a:cubicBezTo>
                      <a:pt x="14823" y="1"/>
                      <a:pt x="14815" y="3"/>
                      <a:pt x="14806" y="9"/>
                    </a:cubicBezTo>
                    <a:cubicBezTo>
                      <a:pt x="14773" y="28"/>
                      <a:pt x="11491" y="1941"/>
                      <a:pt x="8045" y="4626"/>
                    </a:cubicBezTo>
                    <a:cubicBezTo>
                      <a:pt x="6022" y="6202"/>
                      <a:pt x="4337" y="7732"/>
                      <a:pt x="3039" y="9172"/>
                    </a:cubicBezTo>
                    <a:cubicBezTo>
                      <a:pt x="1414" y="10975"/>
                      <a:pt x="394" y="12645"/>
                      <a:pt x="6" y="14133"/>
                    </a:cubicBezTo>
                    <a:cubicBezTo>
                      <a:pt x="0" y="14156"/>
                      <a:pt x="14" y="14180"/>
                      <a:pt x="37" y="14185"/>
                    </a:cubicBezTo>
                    <a:cubicBezTo>
                      <a:pt x="40" y="14187"/>
                      <a:pt x="45" y="14187"/>
                      <a:pt x="48" y="14187"/>
                    </a:cubicBezTo>
                    <a:cubicBezTo>
                      <a:pt x="67" y="14187"/>
                      <a:pt x="85" y="14174"/>
                      <a:pt x="90" y="14154"/>
                    </a:cubicBezTo>
                    <a:cubicBezTo>
                      <a:pt x="474" y="12681"/>
                      <a:pt x="1488" y="11024"/>
                      <a:pt x="3103" y="9230"/>
                    </a:cubicBezTo>
                    <a:cubicBezTo>
                      <a:pt x="4398" y="7794"/>
                      <a:pt x="6078" y="6269"/>
                      <a:pt x="8099" y="4696"/>
                    </a:cubicBezTo>
                    <a:cubicBezTo>
                      <a:pt x="11540" y="2016"/>
                      <a:pt x="14817" y="104"/>
                      <a:pt x="14849" y="85"/>
                    </a:cubicBezTo>
                    <a:cubicBezTo>
                      <a:pt x="14895" y="62"/>
                      <a:pt x="14870" y="1"/>
                      <a:pt x="148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3" name="Google Shape;7003;p61"/>
              <p:cNvSpPr/>
              <p:nvPr/>
            </p:nvSpPr>
            <p:spPr>
              <a:xfrm>
                <a:off x="8389850" y="2818475"/>
                <a:ext cx="2937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2568" extrusionOk="0">
                    <a:moveTo>
                      <a:pt x="1115" y="0"/>
                    </a:moveTo>
                    <a:cubicBezTo>
                      <a:pt x="1099" y="0"/>
                      <a:pt x="1083" y="8"/>
                      <a:pt x="1076" y="28"/>
                    </a:cubicBezTo>
                    <a:lnTo>
                      <a:pt x="10" y="2507"/>
                    </a:lnTo>
                    <a:cubicBezTo>
                      <a:pt x="1" y="2529"/>
                      <a:pt x="11" y="2554"/>
                      <a:pt x="32" y="2565"/>
                    </a:cubicBezTo>
                    <a:cubicBezTo>
                      <a:pt x="38" y="2566"/>
                      <a:pt x="44" y="2568"/>
                      <a:pt x="50" y="2568"/>
                    </a:cubicBezTo>
                    <a:cubicBezTo>
                      <a:pt x="68" y="2568"/>
                      <a:pt x="83" y="2557"/>
                      <a:pt x="90" y="2541"/>
                    </a:cubicBezTo>
                    <a:lnTo>
                      <a:pt x="1157" y="64"/>
                    </a:lnTo>
                    <a:cubicBezTo>
                      <a:pt x="1174" y="28"/>
                      <a:pt x="1144" y="0"/>
                      <a:pt x="1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4" name="Google Shape;7004;p61"/>
              <p:cNvSpPr/>
              <p:nvPr/>
            </p:nvSpPr>
            <p:spPr>
              <a:xfrm>
                <a:off x="8295425" y="2947825"/>
                <a:ext cx="102475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930" extrusionOk="0">
                    <a:moveTo>
                      <a:pt x="60" y="0"/>
                    </a:moveTo>
                    <a:cubicBezTo>
                      <a:pt x="12" y="0"/>
                      <a:pt x="0" y="76"/>
                      <a:pt x="53" y="87"/>
                    </a:cubicBezTo>
                    <a:lnTo>
                      <a:pt x="4028" y="928"/>
                    </a:lnTo>
                    <a:cubicBezTo>
                      <a:pt x="4031" y="929"/>
                      <a:pt x="4034" y="929"/>
                      <a:pt x="4037" y="929"/>
                    </a:cubicBezTo>
                    <a:lnTo>
                      <a:pt x="4039" y="929"/>
                    </a:lnTo>
                    <a:cubicBezTo>
                      <a:pt x="4090" y="928"/>
                      <a:pt x="4099" y="855"/>
                      <a:pt x="4048" y="843"/>
                    </a:cubicBezTo>
                    <a:lnTo>
                      <a:pt x="72" y="2"/>
                    </a:lnTo>
                    <a:cubicBezTo>
                      <a:pt x="68" y="1"/>
                      <a:pt x="64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05" name="Google Shape;7005;p61"/>
            <p:cNvGrpSpPr/>
            <p:nvPr/>
          </p:nvGrpSpPr>
          <p:grpSpPr>
            <a:xfrm rot="-2226426">
              <a:off x="7125142" y="3119409"/>
              <a:ext cx="864214" cy="596209"/>
              <a:chOff x="9263640" y="2992633"/>
              <a:chExt cx="864224" cy="596216"/>
            </a:xfrm>
          </p:grpSpPr>
          <p:grpSp>
            <p:nvGrpSpPr>
              <p:cNvPr id="7006" name="Google Shape;7006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7007" name="Google Shape;7007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008" name="Google Shape;7008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7009" name="Google Shape;7009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0" name="Google Shape;7010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1" name="Google Shape;7011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2" name="Google Shape;7012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3" name="Google Shape;7013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4" name="Google Shape;7014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5" name="Google Shape;7015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6" name="Google Shape;7016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17" name="Google Shape;7017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7018" name="Google Shape;7018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7019" name="Google Shape;7019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7020" name="Google Shape;7020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1" name="Google Shape;7021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2" name="Google Shape;7022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3" name="Google Shape;7023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4" name="Google Shape;7024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5" name="Google Shape;7025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6" name="Google Shape;7026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027" name="Google Shape;7027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7028" name="Google Shape;7028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29" name="Google Shape;7029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0" name="Google Shape;7030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1" name="Google Shape;7031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2" name="Google Shape;7032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033" name="Google Shape;7033;p61"/>
            <p:cNvGrpSpPr/>
            <p:nvPr/>
          </p:nvGrpSpPr>
          <p:grpSpPr>
            <a:xfrm>
              <a:off x="7371440" y="3500583"/>
              <a:ext cx="864224" cy="596216"/>
              <a:chOff x="9263640" y="2992633"/>
              <a:chExt cx="864224" cy="596216"/>
            </a:xfrm>
          </p:grpSpPr>
          <p:grpSp>
            <p:nvGrpSpPr>
              <p:cNvPr id="7034" name="Google Shape;7034;p61"/>
              <p:cNvGrpSpPr/>
              <p:nvPr/>
            </p:nvGrpSpPr>
            <p:grpSpPr>
              <a:xfrm rot="1637932">
                <a:off x="9661151" y="3054891"/>
                <a:ext cx="382865" cy="458614"/>
                <a:chOff x="8141325" y="2477925"/>
                <a:chExt cx="183350" cy="219625"/>
              </a:xfrm>
            </p:grpSpPr>
            <p:sp>
              <p:nvSpPr>
                <p:cNvPr id="7035" name="Google Shape;7035;p61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036" name="Google Shape;7036;p61"/>
                <p:cNvGrpSpPr/>
                <p:nvPr/>
              </p:nvGrpSpPr>
              <p:grpSpPr>
                <a:xfrm>
                  <a:off x="8141325" y="2480300"/>
                  <a:ext cx="183275" cy="217250"/>
                  <a:chOff x="8141325" y="2480300"/>
                  <a:chExt cx="183275" cy="217250"/>
                </a:xfrm>
              </p:grpSpPr>
              <p:sp>
                <p:nvSpPr>
                  <p:cNvPr id="7037" name="Google Shape;7037;p61"/>
                  <p:cNvSpPr/>
                  <p:nvPr/>
                </p:nvSpPr>
                <p:spPr>
                  <a:xfrm>
                    <a:off x="8223550" y="2545925"/>
                    <a:ext cx="65375" cy="4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" h="1694" extrusionOk="0">
                        <a:moveTo>
                          <a:pt x="1478" y="0"/>
                        </a:moveTo>
                        <a:cubicBezTo>
                          <a:pt x="1469" y="0"/>
                          <a:pt x="1460" y="4"/>
                          <a:pt x="1452" y="12"/>
                        </a:cubicBezTo>
                        <a:lnTo>
                          <a:pt x="16" y="1264"/>
                        </a:lnTo>
                        <a:cubicBezTo>
                          <a:pt x="5" y="1273"/>
                          <a:pt x="1" y="1287"/>
                          <a:pt x="2" y="1299"/>
                        </a:cubicBezTo>
                        <a:cubicBezTo>
                          <a:pt x="4" y="1312"/>
                          <a:pt x="11" y="1324"/>
                          <a:pt x="23" y="1330"/>
                        </a:cubicBezTo>
                        <a:cubicBezTo>
                          <a:pt x="483" y="1569"/>
                          <a:pt x="992" y="1694"/>
                          <a:pt x="1511" y="1694"/>
                        </a:cubicBezTo>
                        <a:cubicBezTo>
                          <a:pt x="1514" y="1694"/>
                          <a:pt x="1517" y="1694"/>
                          <a:pt x="1520" y="1694"/>
                        </a:cubicBezTo>
                        <a:cubicBezTo>
                          <a:pt x="1525" y="1694"/>
                          <a:pt x="1529" y="1694"/>
                          <a:pt x="1533" y="1694"/>
                        </a:cubicBezTo>
                        <a:cubicBezTo>
                          <a:pt x="1884" y="1694"/>
                          <a:pt x="2233" y="1634"/>
                          <a:pt x="2564" y="1519"/>
                        </a:cubicBezTo>
                        <a:cubicBezTo>
                          <a:pt x="2615" y="1506"/>
                          <a:pt x="2598" y="1440"/>
                          <a:pt x="2558" y="1440"/>
                        </a:cubicBezTo>
                        <a:cubicBezTo>
                          <a:pt x="2552" y="1440"/>
                          <a:pt x="2545" y="1442"/>
                          <a:pt x="2539" y="1445"/>
                        </a:cubicBezTo>
                        <a:cubicBezTo>
                          <a:pt x="2213" y="1559"/>
                          <a:pt x="1867" y="1615"/>
                          <a:pt x="1520" y="1615"/>
                        </a:cubicBezTo>
                        <a:cubicBezTo>
                          <a:pt x="1033" y="1615"/>
                          <a:pt x="545" y="1505"/>
                          <a:pt x="113" y="1287"/>
                        </a:cubicBezTo>
                        <a:lnTo>
                          <a:pt x="1504" y="72"/>
                        </a:lnTo>
                        <a:cubicBezTo>
                          <a:pt x="1537" y="45"/>
                          <a:pt x="1510" y="0"/>
                          <a:pt x="14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8" name="Google Shape;7038;p61"/>
                  <p:cNvSpPr/>
                  <p:nvPr/>
                </p:nvSpPr>
                <p:spPr>
                  <a:xfrm>
                    <a:off x="8216075" y="2514325"/>
                    <a:ext cx="45800" cy="6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2" h="2593" extrusionOk="0">
                        <a:moveTo>
                          <a:pt x="488" y="0"/>
                        </a:moveTo>
                        <a:cubicBezTo>
                          <a:pt x="475" y="0"/>
                          <a:pt x="461" y="7"/>
                          <a:pt x="453" y="23"/>
                        </a:cubicBezTo>
                        <a:cubicBezTo>
                          <a:pt x="58" y="799"/>
                          <a:pt x="0" y="1749"/>
                          <a:pt x="298" y="2567"/>
                        </a:cubicBezTo>
                        <a:cubicBezTo>
                          <a:pt x="303" y="2579"/>
                          <a:pt x="313" y="2588"/>
                          <a:pt x="327" y="2591"/>
                        </a:cubicBezTo>
                        <a:cubicBezTo>
                          <a:pt x="330" y="2593"/>
                          <a:pt x="333" y="2593"/>
                          <a:pt x="336" y="2593"/>
                        </a:cubicBezTo>
                        <a:cubicBezTo>
                          <a:pt x="346" y="2593"/>
                          <a:pt x="355" y="2590"/>
                          <a:pt x="362" y="2584"/>
                        </a:cubicBezTo>
                        <a:lnTo>
                          <a:pt x="1797" y="1330"/>
                        </a:lnTo>
                        <a:cubicBezTo>
                          <a:pt x="1832" y="1303"/>
                          <a:pt x="1805" y="1258"/>
                          <a:pt x="1772" y="1258"/>
                        </a:cubicBezTo>
                        <a:cubicBezTo>
                          <a:pt x="1763" y="1258"/>
                          <a:pt x="1754" y="1261"/>
                          <a:pt x="1745" y="1270"/>
                        </a:cubicBezTo>
                        <a:lnTo>
                          <a:pt x="353" y="2485"/>
                        </a:lnTo>
                        <a:cubicBezTo>
                          <a:pt x="84" y="1699"/>
                          <a:pt x="148" y="797"/>
                          <a:pt x="525" y="59"/>
                        </a:cubicBezTo>
                        <a:cubicBezTo>
                          <a:pt x="542" y="27"/>
                          <a:pt x="515" y="0"/>
                          <a:pt x="4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39" name="Google Shape;7039;p61"/>
                  <p:cNvSpPr/>
                  <p:nvPr/>
                </p:nvSpPr>
                <p:spPr>
                  <a:xfrm>
                    <a:off x="8242550" y="2511025"/>
                    <a:ext cx="50075" cy="5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3" h="2009" extrusionOk="0">
                        <a:moveTo>
                          <a:pt x="201" y="1"/>
                        </a:moveTo>
                        <a:cubicBezTo>
                          <a:pt x="151" y="1"/>
                          <a:pt x="100" y="3"/>
                          <a:pt x="50" y="8"/>
                        </a:cubicBezTo>
                        <a:cubicBezTo>
                          <a:pt x="1" y="14"/>
                          <a:pt x="7" y="87"/>
                          <a:pt x="55" y="87"/>
                        </a:cubicBezTo>
                        <a:cubicBezTo>
                          <a:pt x="56" y="87"/>
                          <a:pt x="57" y="87"/>
                          <a:pt x="58" y="87"/>
                        </a:cubicBezTo>
                        <a:cubicBezTo>
                          <a:pt x="111" y="82"/>
                          <a:pt x="163" y="79"/>
                          <a:pt x="214" y="79"/>
                        </a:cubicBezTo>
                        <a:cubicBezTo>
                          <a:pt x="1206" y="79"/>
                          <a:pt x="1992" y="959"/>
                          <a:pt x="1853" y="1964"/>
                        </a:cubicBezTo>
                        <a:cubicBezTo>
                          <a:pt x="1850" y="1986"/>
                          <a:pt x="1865" y="2006"/>
                          <a:pt x="1886" y="2009"/>
                        </a:cubicBezTo>
                        <a:lnTo>
                          <a:pt x="1892" y="2009"/>
                        </a:lnTo>
                        <a:cubicBezTo>
                          <a:pt x="1911" y="2009"/>
                          <a:pt x="1928" y="1995"/>
                          <a:pt x="1931" y="1976"/>
                        </a:cubicBezTo>
                        <a:cubicBezTo>
                          <a:pt x="2002" y="1463"/>
                          <a:pt x="1825" y="911"/>
                          <a:pt x="1467" y="537"/>
                        </a:cubicBezTo>
                        <a:cubicBezTo>
                          <a:pt x="1144" y="199"/>
                          <a:pt x="670" y="1"/>
                          <a:pt x="2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0" name="Google Shape;7040;p61"/>
                  <p:cNvSpPr/>
                  <p:nvPr/>
                </p:nvSpPr>
                <p:spPr>
                  <a:xfrm>
                    <a:off x="8279675" y="2501175"/>
                    <a:ext cx="32925" cy="2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" h="1133" extrusionOk="0">
                        <a:moveTo>
                          <a:pt x="1257" y="0"/>
                        </a:moveTo>
                        <a:cubicBezTo>
                          <a:pt x="1248" y="0"/>
                          <a:pt x="1238" y="4"/>
                          <a:pt x="1229" y="12"/>
                        </a:cubicBezTo>
                        <a:lnTo>
                          <a:pt x="28" y="1061"/>
                        </a:lnTo>
                        <a:cubicBezTo>
                          <a:pt x="0" y="1085"/>
                          <a:pt x="16" y="1132"/>
                          <a:pt x="55" y="1132"/>
                        </a:cubicBezTo>
                        <a:cubicBezTo>
                          <a:pt x="64" y="1131"/>
                          <a:pt x="75" y="1128"/>
                          <a:pt x="82" y="1122"/>
                        </a:cubicBezTo>
                        <a:lnTo>
                          <a:pt x="1282" y="74"/>
                        </a:lnTo>
                        <a:cubicBezTo>
                          <a:pt x="1316" y="46"/>
                          <a:pt x="1290" y="0"/>
                          <a:pt x="12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1" name="Google Shape;7041;p61"/>
                  <p:cNvSpPr/>
                  <p:nvPr/>
                </p:nvSpPr>
                <p:spPr>
                  <a:xfrm>
                    <a:off x="8306400" y="2493900"/>
                    <a:ext cx="15200" cy="11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460" extrusionOk="0">
                        <a:moveTo>
                          <a:pt x="304" y="1"/>
                        </a:moveTo>
                        <a:cubicBezTo>
                          <a:pt x="251" y="1"/>
                          <a:pt x="197" y="19"/>
                          <a:pt x="154" y="57"/>
                        </a:cubicBezTo>
                        <a:cubicBezTo>
                          <a:pt x="0" y="192"/>
                          <a:pt x="85" y="445"/>
                          <a:pt x="289" y="459"/>
                        </a:cubicBezTo>
                        <a:cubicBezTo>
                          <a:pt x="296" y="459"/>
                          <a:pt x="302" y="459"/>
                          <a:pt x="307" y="459"/>
                        </a:cubicBezTo>
                        <a:cubicBezTo>
                          <a:pt x="499" y="459"/>
                          <a:pt x="608" y="229"/>
                          <a:pt x="477" y="80"/>
                        </a:cubicBezTo>
                        <a:cubicBezTo>
                          <a:pt x="432" y="28"/>
                          <a:pt x="368" y="1"/>
                          <a:pt x="30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2" name="Google Shape;7042;p61"/>
                  <p:cNvSpPr/>
                  <p:nvPr/>
                </p:nvSpPr>
                <p:spPr>
                  <a:xfrm>
                    <a:off x="8285475" y="2480300"/>
                    <a:ext cx="15250" cy="1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459" extrusionOk="0">
                        <a:moveTo>
                          <a:pt x="305" y="1"/>
                        </a:moveTo>
                        <a:cubicBezTo>
                          <a:pt x="252" y="1"/>
                          <a:pt x="198" y="19"/>
                          <a:pt x="156" y="57"/>
                        </a:cubicBezTo>
                        <a:cubicBezTo>
                          <a:pt x="1" y="191"/>
                          <a:pt x="87" y="445"/>
                          <a:pt x="290" y="458"/>
                        </a:cubicBezTo>
                        <a:cubicBezTo>
                          <a:pt x="296" y="459"/>
                          <a:pt x="302" y="459"/>
                          <a:pt x="308" y="459"/>
                        </a:cubicBezTo>
                        <a:cubicBezTo>
                          <a:pt x="501" y="459"/>
                          <a:pt x="609" y="229"/>
                          <a:pt x="478" y="80"/>
                        </a:cubicBezTo>
                        <a:cubicBezTo>
                          <a:pt x="433" y="27"/>
                          <a:pt x="369" y="1"/>
                          <a:pt x="3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3" name="Google Shape;7043;p61"/>
                  <p:cNvSpPr/>
                  <p:nvPr/>
                </p:nvSpPr>
                <p:spPr>
                  <a:xfrm>
                    <a:off x="8274825" y="2485000"/>
                    <a:ext cx="1952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1" h="1517" extrusionOk="0">
                        <a:moveTo>
                          <a:pt x="731" y="0"/>
                        </a:moveTo>
                        <a:cubicBezTo>
                          <a:pt x="714" y="0"/>
                          <a:pt x="698" y="10"/>
                          <a:pt x="694" y="33"/>
                        </a:cubicBezTo>
                        <a:cubicBezTo>
                          <a:pt x="561" y="545"/>
                          <a:pt x="333" y="1028"/>
                          <a:pt x="20" y="1454"/>
                        </a:cubicBezTo>
                        <a:cubicBezTo>
                          <a:pt x="0" y="1481"/>
                          <a:pt x="20" y="1517"/>
                          <a:pt x="51" y="1517"/>
                        </a:cubicBezTo>
                        <a:cubicBezTo>
                          <a:pt x="64" y="1517"/>
                          <a:pt x="76" y="1511"/>
                          <a:pt x="84" y="1502"/>
                        </a:cubicBezTo>
                        <a:cubicBezTo>
                          <a:pt x="403" y="1067"/>
                          <a:pt x="635" y="574"/>
                          <a:pt x="770" y="53"/>
                        </a:cubicBezTo>
                        <a:cubicBezTo>
                          <a:pt x="780" y="21"/>
                          <a:pt x="75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4" name="Google Shape;7044;p61"/>
                  <p:cNvSpPr/>
                  <p:nvPr/>
                </p:nvSpPr>
                <p:spPr>
                  <a:xfrm>
                    <a:off x="8283975" y="2520700"/>
                    <a:ext cx="40625" cy="14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5" h="561" extrusionOk="0">
                        <a:moveTo>
                          <a:pt x="1570" y="1"/>
                        </a:moveTo>
                        <a:cubicBezTo>
                          <a:pt x="1568" y="1"/>
                          <a:pt x="1567" y="1"/>
                          <a:pt x="1565" y="1"/>
                        </a:cubicBezTo>
                        <a:cubicBezTo>
                          <a:pt x="1030" y="64"/>
                          <a:pt x="511" y="229"/>
                          <a:pt x="37" y="486"/>
                        </a:cubicBezTo>
                        <a:cubicBezTo>
                          <a:pt x="1" y="505"/>
                          <a:pt x="14" y="560"/>
                          <a:pt x="56" y="560"/>
                        </a:cubicBezTo>
                        <a:cubicBezTo>
                          <a:pt x="62" y="560"/>
                          <a:pt x="70" y="559"/>
                          <a:pt x="76" y="556"/>
                        </a:cubicBezTo>
                        <a:cubicBezTo>
                          <a:pt x="541" y="304"/>
                          <a:pt x="1049" y="143"/>
                          <a:pt x="1576" y="80"/>
                        </a:cubicBezTo>
                        <a:cubicBezTo>
                          <a:pt x="1625" y="73"/>
                          <a:pt x="1618" y="1"/>
                          <a:pt x="1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5" name="Google Shape;7045;p61"/>
                  <p:cNvSpPr/>
                  <p:nvPr/>
                </p:nvSpPr>
                <p:spPr>
                  <a:xfrm>
                    <a:off x="8141325" y="2566025"/>
                    <a:ext cx="122000" cy="1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0" h="5261" extrusionOk="0">
                        <a:moveTo>
                          <a:pt x="4818" y="1"/>
                        </a:moveTo>
                        <a:cubicBezTo>
                          <a:pt x="4815" y="1"/>
                          <a:pt x="4812" y="1"/>
                          <a:pt x="4809" y="1"/>
                        </a:cubicBezTo>
                        <a:cubicBezTo>
                          <a:pt x="4196" y="117"/>
                          <a:pt x="3494" y="378"/>
                          <a:pt x="2833" y="738"/>
                        </a:cubicBezTo>
                        <a:cubicBezTo>
                          <a:pt x="2164" y="1102"/>
                          <a:pt x="1609" y="1527"/>
                          <a:pt x="1274" y="1934"/>
                        </a:cubicBezTo>
                        <a:cubicBezTo>
                          <a:pt x="589" y="2763"/>
                          <a:pt x="79" y="4081"/>
                          <a:pt x="3" y="5213"/>
                        </a:cubicBezTo>
                        <a:cubicBezTo>
                          <a:pt x="0" y="5238"/>
                          <a:pt x="20" y="5259"/>
                          <a:pt x="45" y="5261"/>
                        </a:cubicBezTo>
                        <a:lnTo>
                          <a:pt x="48" y="5261"/>
                        </a:lnTo>
                        <a:cubicBezTo>
                          <a:pt x="72" y="5261"/>
                          <a:pt x="91" y="5243"/>
                          <a:pt x="93" y="5219"/>
                        </a:cubicBezTo>
                        <a:cubicBezTo>
                          <a:pt x="167" y="4105"/>
                          <a:pt x="670" y="2808"/>
                          <a:pt x="1344" y="1992"/>
                        </a:cubicBezTo>
                        <a:cubicBezTo>
                          <a:pt x="1673" y="1592"/>
                          <a:pt x="2218" y="1176"/>
                          <a:pt x="2877" y="817"/>
                        </a:cubicBezTo>
                        <a:cubicBezTo>
                          <a:pt x="3530" y="462"/>
                          <a:pt x="4222" y="204"/>
                          <a:pt x="4826" y="89"/>
                        </a:cubicBezTo>
                        <a:cubicBezTo>
                          <a:pt x="4879" y="76"/>
                          <a:pt x="4867" y="1"/>
                          <a:pt x="48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7046" name="Google Shape;7046;p61"/>
              <p:cNvGrpSpPr/>
              <p:nvPr/>
            </p:nvGrpSpPr>
            <p:grpSpPr>
              <a:xfrm>
                <a:off x="9263640" y="3114553"/>
                <a:ext cx="507608" cy="474296"/>
                <a:chOff x="7997600" y="3999000"/>
                <a:chExt cx="275425" cy="257350"/>
              </a:xfrm>
            </p:grpSpPr>
            <p:grpSp>
              <p:nvGrpSpPr>
                <p:cNvPr id="7047" name="Google Shape;7047;p61"/>
                <p:cNvGrpSpPr/>
                <p:nvPr/>
              </p:nvGrpSpPr>
              <p:grpSpPr>
                <a:xfrm>
                  <a:off x="8032500" y="3999000"/>
                  <a:ext cx="240525" cy="257350"/>
                  <a:chOff x="8032500" y="3999000"/>
                  <a:chExt cx="240525" cy="257350"/>
                </a:xfrm>
              </p:grpSpPr>
              <p:sp>
                <p:nvSpPr>
                  <p:cNvPr id="7048" name="Google Shape;7048;p61"/>
                  <p:cNvSpPr/>
                  <p:nvPr/>
                </p:nvSpPr>
                <p:spPr>
                  <a:xfrm>
                    <a:off x="8195675" y="3999000"/>
                    <a:ext cx="39875" cy="10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5" h="4167" extrusionOk="0">
                        <a:moveTo>
                          <a:pt x="1594" y="0"/>
                        </a:moveTo>
                        <a:cubicBezTo>
                          <a:pt x="1280" y="385"/>
                          <a:pt x="935" y="780"/>
                          <a:pt x="694" y="1214"/>
                        </a:cubicBezTo>
                        <a:cubicBezTo>
                          <a:pt x="314" y="1899"/>
                          <a:pt x="60" y="2488"/>
                          <a:pt x="12" y="3269"/>
                        </a:cubicBezTo>
                        <a:cubicBezTo>
                          <a:pt x="0" y="3454"/>
                          <a:pt x="138" y="4000"/>
                          <a:pt x="220" y="4167"/>
                        </a:cubicBezTo>
                        <a:cubicBezTo>
                          <a:pt x="750" y="3950"/>
                          <a:pt x="1120" y="3442"/>
                          <a:pt x="1305" y="2901"/>
                        </a:cubicBezTo>
                        <a:cubicBezTo>
                          <a:pt x="1490" y="2358"/>
                          <a:pt x="1517" y="1775"/>
                          <a:pt x="1542" y="1202"/>
                        </a:cubicBezTo>
                        <a:lnTo>
                          <a:pt x="1594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49" name="Google Shape;7049;p61"/>
                  <p:cNvSpPr/>
                  <p:nvPr/>
                </p:nvSpPr>
                <p:spPr>
                  <a:xfrm>
                    <a:off x="8178925" y="4096850"/>
                    <a:ext cx="94100" cy="5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4" h="2341" extrusionOk="0">
                        <a:moveTo>
                          <a:pt x="3763" y="1"/>
                        </a:moveTo>
                        <a:lnTo>
                          <a:pt x="3763" y="1"/>
                        </a:lnTo>
                        <a:cubicBezTo>
                          <a:pt x="3272" y="87"/>
                          <a:pt x="2754" y="160"/>
                          <a:pt x="2288" y="332"/>
                        </a:cubicBezTo>
                        <a:cubicBezTo>
                          <a:pt x="1353" y="675"/>
                          <a:pt x="271" y="1207"/>
                          <a:pt x="1" y="2258"/>
                        </a:cubicBezTo>
                        <a:cubicBezTo>
                          <a:pt x="168" y="2314"/>
                          <a:pt x="341" y="2340"/>
                          <a:pt x="515" y="2340"/>
                        </a:cubicBezTo>
                        <a:cubicBezTo>
                          <a:pt x="908" y="2340"/>
                          <a:pt x="1307" y="2209"/>
                          <a:pt x="1650" y="2008"/>
                        </a:cubicBezTo>
                        <a:cubicBezTo>
                          <a:pt x="2145" y="1718"/>
                          <a:pt x="2545" y="1295"/>
                          <a:pt x="2938" y="877"/>
                        </a:cubicBezTo>
                        <a:lnTo>
                          <a:pt x="3763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0" name="Google Shape;7050;p61"/>
                  <p:cNvSpPr/>
                  <p:nvPr/>
                </p:nvSpPr>
                <p:spPr>
                  <a:xfrm>
                    <a:off x="8132300" y="4170350"/>
                    <a:ext cx="104675" cy="4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87" h="1615" extrusionOk="0">
                        <a:moveTo>
                          <a:pt x="3172" y="0"/>
                        </a:moveTo>
                        <a:cubicBezTo>
                          <a:pt x="3005" y="0"/>
                          <a:pt x="2839" y="7"/>
                          <a:pt x="2676" y="27"/>
                        </a:cubicBezTo>
                        <a:cubicBezTo>
                          <a:pt x="1687" y="140"/>
                          <a:pt x="509" y="402"/>
                          <a:pt x="0" y="1360"/>
                        </a:cubicBezTo>
                        <a:cubicBezTo>
                          <a:pt x="282" y="1538"/>
                          <a:pt x="613" y="1615"/>
                          <a:pt x="948" y="1615"/>
                        </a:cubicBezTo>
                        <a:cubicBezTo>
                          <a:pt x="1189" y="1615"/>
                          <a:pt x="1433" y="1575"/>
                          <a:pt x="1662" y="1506"/>
                        </a:cubicBezTo>
                        <a:cubicBezTo>
                          <a:pt x="2210" y="1339"/>
                          <a:pt x="2699" y="1023"/>
                          <a:pt x="3180" y="708"/>
                        </a:cubicBezTo>
                        <a:cubicBezTo>
                          <a:pt x="3515" y="489"/>
                          <a:pt x="3851" y="271"/>
                          <a:pt x="4186" y="52"/>
                        </a:cubicBezTo>
                        <a:cubicBezTo>
                          <a:pt x="3854" y="30"/>
                          <a:pt x="3511" y="0"/>
                          <a:pt x="317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1" name="Google Shape;7051;p61"/>
                  <p:cNvSpPr/>
                  <p:nvPr/>
                </p:nvSpPr>
                <p:spPr>
                  <a:xfrm>
                    <a:off x="8058975" y="4224825"/>
                    <a:ext cx="109500" cy="31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0" h="1261" extrusionOk="0">
                        <a:moveTo>
                          <a:pt x="1962" y="0"/>
                        </a:moveTo>
                        <a:cubicBezTo>
                          <a:pt x="1233" y="0"/>
                          <a:pt x="503" y="156"/>
                          <a:pt x="0" y="712"/>
                        </a:cubicBezTo>
                        <a:cubicBezTo>
                          <a:pt x="368" y="1098"/>
                          <a:pt x="917" y="1261"/>
                          <a:pt x="1452" y="1261"/>
                        </a:cubicBezTo>
                        <a:cubicBezTo>
                          <a:pt x="1494" y="1261"/>
                          <a:pt x="1535" y="1260"/>
                          <a:pt x="1576" y="1258"/>
                        </a:cubicBezTo>
                        <a:cubicBezTo>
                          <a:pt x="2149" y="1233"/>
                          <a:pt x="2701" y="1043"/>
                          <a:pt x="3242" y="857"/>
                        </a:cubicBezTo>
                        <a:lnTo>
                          <a:pt x="4380" y="466"/>
                        </a:lnTo>
                        <a:cubicBezTo>
                          <a:pt x="3906" y="314"/>
                          <a:pt x="3414" y="138"/>
                          <a:pt x="2921" y="72"/>
                        </a:cubicBezTo>
                        <a:cubicBezTo>
                          <a:pt x="2616" y="32"/>
                          <a:pt x="2289" y="0"/>
                          <a:pt x="196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2" name="Google Shape;7052;p61"/>
                  <p:cNvSpPr/>
                  <p:nvPr/>
                </p:nvSpPr>
                <p:spPr>
                  <a:xfrm>
                    <a:off x="8148950" y="4035075"/>
                    <a:ext cx="36300" cy="109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2" h="4384" extrusionOk="0">
                        <a:moveTo>
                          <a:pt x="557" y="1"/>
                        </a:moveTo>
                        <a:lnTo>
                          <a:pt x="272" y="1168"/>
                        </a:lnTo>
                        <a:cubicBezTo>
                          <a:pt x="137" y="1726"/>
                          <a:pt x="1" y="2293"/>
                          <a:pt x="28" y="2865"/>
                        </a:cubicBezTo>
                        <a:cubicBezTo>
                          <a:pt x="53" y="3438"/>
                          <a:pt x="266" y="4028"/>
                          <a:pt x="717" y="4383"/>
                        </a:cubicBezTo>
                        <a:cubicBezTo>
                          <a:pt x="1452" y="3584"/>
                          <a:pt x="1306" y="2387"/>
                          <a:pt x="1085" y="1417"/>
                        </a:cubicBezTo>
                        <a:cubicBezTo>
                          <a:pt x="973" y="933"/>
                          <a:pt x="752" y="457"/>
                          <a:pt x="5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3" name="Google Shape;7053;p61"/>
                  <p:cNvSpPr/>
                  <p:nvPr/>
                </p:nvSpPr>
                <p:spPr>
                  <a:xfrm>
                    <a:off x="8103100" y="4089125"/>
                    <a:ext cx="39125" cy="106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4263" extrusionOk="0">
                        <a:moveTo>
                          <a:pt x="1417" y="1"/>
                        </a:moveTo>
                        <a:lnTo>
                          <a:pt x="827" y="1048"/>
                        </a:lnTo>
                        <a:cubicBezTo>
                          <a:pt x="545" y="1547"/>
                          <a:pt x="260" y="2054"/>
                          <a:pt x="130" y="2613"/>
                        </a:cubicBezTo>
                        <a:cubicBezTo>
                          <a:pt x="1" y="3173"/>
                          <a:pt x="45" y="3799"/>
                          <a:pt x="382" y="4263"/>
                        </a:cubicBezTo>
                        <a:cubicBezTo>
                          <a:pt x="1306" y="3693"/>
                          <a:pt x="1490" y="2500"/>
                          <a:pt x="1541" y="1507"/>
                        </a:cubicBezTo>
                        <a:cubicBezTo>
                          <a:pt x="1565" y="1010"/>
                          <a:pt x="1481" y="493"/>
                          <a:pt x="141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4" name="Google Shape;7054;p61"/>
                  <p:cNvSpPr/>
                  <p:nvPr/>
                </p:nvSpPr>
                <p:spPr>
                  <a:xfrm>
                    <a:off x="8032500" y="4133350"/>
                    <a:ext cx="68125" cy="8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5" h="3541" extrusionOk="0">
                        <a:moveTo>
                          <a:pt x="2725" y="0"/>
                        </a:moveTo>
                        <a:lnTo>
                          <a:pt x="1776" y="742"/>
                        </a:lnTo>
                        <a:cubicBezTo>
                          <a:pt x="1326" y="1096"/>
                          <a:pt x="867" y="1456"/>
                          <a:pt x="533" y="1921"/>
                        </a:cubicBezTo>
                        <a:cubicBezTo>
                          <a:pt x="199" y="2388"/>
                          <a:pt x="0" y="2983"/>
                          <a:pt x="135" y="3541"/>
                        </a:cubicBezTo>
                        <a:cubicBezTo>
                          <a:pt x="1205" y="3369"/>
                          <a:pt x="1833" y="2339"/>
                          <a:pt x="2261" y="1439"/>
                        </a:cubicBezTo>
                        <a:cubicBezTo>
                          <a:pt x="2474" y="991"/>
                          <a:pt x="2594" y="481"/>
                          <a:pt x="272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055" name="Google Shape;7055;p61"/>
                <p:cNvGrpSpPr/>
                <p:nvPr/>
              </p:nvGrpSpPr>
              <p:grpSpPr>
                <a:xfrm>
                  <a:off x="7997600" y="4031700"/>
                  <a:ext cx="242300" cy="215375"/>
                  <a:chOff x="7997600" y="4031700"/>
                  <a:chExt cx="242300" cy="215375"/>
                </a:xfrm>
              </p:grpSpPr>
              <p:sp>
                <p:nvSpPr>
                  <p:cNvPr id="7056" name="Google Shape;7056;p61"/>
                  <p:cNvSpPr/>
                  <p:nvPr/>
                </p:nvSpPr>
                <p:spPr>
                  <a:xfrm>
                    <a:off x="7997600" y="4031700"/>
                    <a:ext cx="227850" cy="2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4" h="8366" extrusionOk="0">
                        <a:moveTo>
                          <a:pt x="9025" y="1"/>
                        </a:moveTo>
                        <a:cubicBezTo>
                          <a:pt x="8992" y="1"/>
                          <a:pt x="8959" y="21"/>
                          <a:pt x="8951" y="64"/>
                        </a:cubicBezTo>
                        <a:cubicBezTo>
                          <a:pt x="8752" y="1105"/>
                          <a:pt x="8305" y="2296"/>
                          <a:pt x="7692" y="3422"/>
                        </a:cubicBezTo>
                        <a:cubicBezTo>
                          <a:pt x="7073" y="4557"/>
                          <a:pt x="6353" y="5494"/>
                          <a:pt x="5667" y="6060"/>
                        </a:cubicBezTo>
                        <a:cubicBezTo>
                          <a:pt x="4260" y="7219"/>
                          <a:pt x="2023" y="8084"/>
                          <a:pt x="102" y="8210"/>
                        </a:cubicBezTo>
                        <a:cubicBezTo>
                          <a:pt x="0" y="8213"/>
                          <a:pt x="4" y="8366"/>
                          <a:pt x="105" y="8366"/>
                        </a:cubicBezTo>
                        <a:cubicBezTo>
                          <a:pt x="106" y="8366"/>
                          <a:pt x="107" y="8366"/>
                          <a:pt x="108" y="8366"/>
                        </a:cubicBezTo>
                        <a:lnTo>
                          <a:pt x="113" y="8366"/>
                        </a:lnTo>
                        <a:cubicBezTo>
                          <a:pt x="2063" y="8236"/>
                          <a:pt x="4334" y="7358"/>
                          <a:pt x="5766" y="6179"/>
                        </a:cubicBezTo>
                        <a:cubicBezTo>
                          <a:pt x="6468" y="5602"/>
                          <a:pt x="7200" y="4648"/>
                          <a:pt x="7828" y="3495"/>
                        </a:cubicBezTo>
                        <a:cubicBezTo>
                          <a:pt x="8448" y="2358"/>
                          <a:pt x="8902" y="1148"/>
                          <a:pt x="9103" y="94"/>
                        </a:cubicBezTo>
                        <a:cubicBezTo>
                          <a:pt x="9114" y="35"/>
                          <a:pt x="9069" y="1"/>
                          <a:pt x="9025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7" name="Google Shape;7057;p61"/>
                  <p:cNvSpPr/>
                  <p:nvPr/>
                </p:nvSpPr>
                <p:spPr>
                  <a:xfrm>
                    <a:off x="8159500" y="4074225"/>
                    <a:ext cx="80400" cy="8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6" h="3529" extrusionOk="0">
                        <a:moveTo>
                          <a:pt x="295" y="0"/>
                        </a:moveTo>
                        <a:cubicBezTo>
                          <a:pt x="251" y="0"/>
                          <a:pt x="217" y="36"/>
                          <a:pt x="217" y="79"/>
                        </a:cubicBezTo>
                        <a:cubicBezTo>
                          <a:pt x="229" y="1144"/>
                          <a:pt x="132" y="2142"/>
                          <a:pt x="29" y="3196"/>
                        </a:cubicBezTo>
                        <a:lnTo>
                          <a:pt x="5" y="3444"/>
                        </a:lnTo>
                        <a:cubicBezTo>
                          <a:pt x="1" y="3490"/>
                          <a:pt x="37" y="3529"/>
                          <a:pt x="83" y="3529"/>
                        </a:cubicBezTo>
                        <a:cubicBezTo>
                          <a:pt x="92" y="3529"/>
                          <a:pt x="99" y="3527"/>
                          <a:pt x="108" y="3524"/>
                        </a:cubicBezTo>
                        <a:cubicBezTo>
                          <a:pt x="1240" y="3120"/>
                          <a:pt x="2275" y="2486"/>
                          <a:pt x="3149" y="1662"/>
                        </a:cubicBezTo>
                        <a:cubicBezTo>
                          <a:pt x="3216" y="1607"/>
                          <a:pt x="3162" y="1521"/>
                          <a:pt x="3099" y="1521"/>
                        </a:cubicBezTo>
                        <a:cubicBezTo>
                          <a:pt x="3079" y="1521"/>
                          <a:pt x="3059" y="1530"/>
                          <a:pt x="3041" y="1550"/>
                        </a:cubicBezTo>
                        <a:cubicBezTo>
                          <a:pt x="2214" y="2331"/>
                          <a:pt x="1239" y="2938"/>
                          <a:pt x="171" y="3336"/>
                        </a:cubicBezTo>
                        <a:lnTo>
                          <a:pt x="183" y="3211"/>
                        </a:lnTo>
                        <a:cubicBezTo>
                          <a:pt x="286" y="2152"/>
                          <a:pt x="383" y="1152"/>
                          <a:pt x="372" y="78"/>
                        </a:cubicBezTo>
                        <a:cubicBezTo>
                          <a:pt x="372" y="35"/>
                          <a:pt x="336" y="0"/>
                          <a:pt x="295" y="0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8" name="Google Shape;7058;p61"/>
                  <p:cNvSpPr/>
                  <p:nvPr/>
                </p:nvSpPr>
                <p:spPr>
                  <a:xfrm>
                    <a:off x="8105575" y="4136125"/>
                    <a:ext cx="98300" cy="7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2" h="2932" extrusionOk="0">
                        <a:moveTo>
                          <a:pt x="969" y="1"/>
                        </a:moveTo>
                        <a:cubicBezTo>
                          <a:pt x="937" y="1"/>
                          <a:pt x="906" y="19"/>
                          <a:pt x="895" y="59"/>
                        </a:cubicBezTo>
                        <a:lnTo>
                          <a:pt x="881" y="116"/>
                        </a:lnTo>
                        <a:cubicBezTo>
                          <a:pt x="680" y="1036"/>
                          <a:pt x="473" y="1986"/>
                          <a:pt x="29" y="2815"/>
                        </a:cubicBezTo>
                        <a:cubicBezTo>
                          <a:pt x="0" y="2866"/>
                          <a:pt x="37" y="2929"/>
                          <a:pt x="96" y="2930"/>
                        </a:cubicBezTo>
                        <a:cubicBezTo>
                          <a:pt x="140" y="2931"/>
                          <a:pt x="184" y="2931"/>
                          <a:pt x="228" y="2931"/>
                        </a:cubicBezTo>
                        <a:cubicBezTo>
                          <a:pt x="1505" y="2931"/>
                          <a:pt x="2757" y="2591"/>
                          <a:pt x="3859" y="1949"/>
                        </a:cubicBezTo>
                        <a:cubicBezTo>
                          <a:pt x="3931" y="1903"/>
                          <a:pt x="3889" y="1804"/>
                          <a:pt x="3821" y="1804"/>
                        </a:cubicBezTo>
                        <a:cubicBezTo>
                          <a:pt x="3808" y="1804"/>
                          <a:pt x="3795" y="1807"/>
                          <a:pt x="3782" y="1815"/>
                        </a:cubicBezTo>
                        <a:cubicBezTo>
                          <a:pt x="2704" y="2444"/>
                          <a:pt x="1476" y="2776"/>
                          <a:pt x="228" y="2776"/>
                        </a:cubicBezTo>
                        <a:lnTo>
                          <a:pt x="224" y="2776"/>
                        </a:lnTo>
                        <a:cubicBezTo>
                          <a:pt x="638" y="1956"/>
                          <a:pt x="840" y="1038"/>
                          <a:pt x="1034" y="149"/>
                        </a:cubicBezTo>
                        <a:lnTo>
                          <a:pt x="1047" y="92"/>
                        </a:lnTo>
                        <a:cubicBezTo>
                          <a:pt x="1056" y="35"/>
                          <a:pt x="1012" y="1"/>
                          <a:pt x="969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59" name="Google Shape;7059;p61"/>
                  <p:cNvSpPr/>
                  <p:nvPr/>
                </p:nvSpPr>
                <p:spPr>
                  <a:xfrm>
                    <a:off x="8032275" y="4161900"/>
                    <a:ext cx="50225" cy="72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9" h="2897" extrusionOk="0">
                        <a:moveTo>
                          <a:pt x="1897" y="1"/>
                        </a:moveTo>
                        <a:cubicBezTo>
                          <a:pt x="1878" y="1"/>
                          <a:pt x="1858" y="9"/>
                          <a:pt x="1841" y="28"/>
                        </a:cubicBezTo>
                        <a:cubicBezTo>
                          <a:pt x="1137" y="813"/>
                          <a:pt x="339" y="1702"/>
                          <a:pt x="12" y="2797"/>
                        </a:cubicBezTo>
                        <a:cubicBezTo>
                          <a:pt x="0" y="2838"/>
                          <a:pt x="23" y="2882"/>
                          <a:pt x="65" y="2894"/>
                        </a:cubicBezTo>
                        <a:cubicBezTo>
                          <a:pt x="72" y="2895"/>
                          <a:pt x="80" y="2897"/>
                          <a:pt x="87" y="2897"/>
                        </a:cubicBezTo>
                        <a:cubicBezTo>
                          <a:pt x="121" y="2897"/>
                          <a:pt x="151" y="2874"/>
                          <a:pt x="162" y="2841"/>
                        </a:cubicBezTo>
                        <a:cubicBezTo>
                          <a:pt x="478" y="1780"/>
                          <a:pt x="1264" y="904"/>
                          <a:pt x="1957" y="132"/>
                        </a:cubicBezTo>
                        <a:cubicBezTo>
                          <a:pt x="2009" y="74"/>
                          <a:pt x="1956" y="1"/>
                          <a:pt x="1897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60" name="Google Shape;7060;p61"/>
                  <p:cNvSpPr/>
                  <p:nvPr/>
                </p:nvSpPr>
                <p:spPr>
                  <a:xfrm>
                    <a:off x="8038575" y="4230025"/>
                    <a:ext cx="83350" cy="17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4" h="682" extrusionOk="0">
                        <a:moveTo>
                          <a:pt x="110" y="1"/>
                        </a:moveTo>
                        <a:cubicBezTo>
                          <a:pt x="44" y="1"/>
                          <a:pt x="0" y="92"/>
                          <a:pt x="65" y="140"/>
                        </a:cubicBezTo>
                        <a:cubicBezTo>
                          <a:pt x="370" y="334"/>
                          <a:pt x="828" y="561"/>
                          <a:pt x="1193" y="619"/>
                        </a:cubicBezTo>
                        <a:cubicBezTo>
                          <a:pt x="1429" y="661"/>
                          <a:pt x="1668" y="682"/>
                          <a:pt x="1906" y="682"/>
                        </a:cubicBezTo>
                        <a:cubicBezTo>
                          <a:pt x="2233" y="682"/>
                          <a:pt x="2662" y="644"/>
                          <a:pt x="3239" y="525"/>
                        </a:cubicBezTo>
                        <a:cubicBezTo>
                          <a:pt x="3334" y="504"/>
                          <a:pt x="3313" y="371"/>
                          <a:pt x="3228" y="371"/>
                        </a:cubicBezTo>
                        <a:cubicBezTo>
                          <a:pt x="3222" y="371"/>
                          <a:pt x="3215" y="371"/>
                          <a:pt x="3208" y="373"/>
                        </a:cubicBezTo>
                        <a:cubicBezTo>
                          <a:pt x="2642" y="492"/>
                          <a:pt x="2227" y="528"/>
                          <a:pt x="1911" y="528"/>
                        </a:cubicBezTo>
                        <a:cubicBezTo>
                          <a:pt x="1604" y="528"/>
                          <a:pt x="1390" y="494"/>
                          <a:pt x="1219" y="467"/>
                        </a:cubicBezTo>
                        <a:cubicBezTo>
                          <a:pt x="874" y="412"/>
                          <a:pt x="440" y="195"/>
                          <a:pt x="148" y="11"/>
                        </a:cubicBezTo>
                        <a:cubicBezTo>
                          <a:pt x="135" y="4"/>
                          <a:pt x="122" y="1"/>
                          <a:pt x="110" y="1"/>
                        </a:cubicBezTo>
                        <a:close/>
                      </a:path>
                    </a:pathLst>
                  </a:custGeom>
                  <a:solidFill>
                    <a:srgbClr val="322C2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061" name="Google Shape;7061;p61"/>
            <p:cNvGrpSpPr/>
            <p:nvPr/>
          </p:nvGrpSpPr>
          <p:grpSpPr>
            <a:xfrm rot="5400000">
              <a:off x="7388214" y="4078899"/>
              <a:ext cx="272052" cy="266378"/>
              <a:chOff x="8504064" y="4345225"/>
              <a:chExt cx="172874" cy="169301"/>
            </a:xfrm>
          </p:grpSpPr>
          <p:grpSp>
            <p:nvGrpSpPr>
              <p:cNvPr id="7062" name="Google Shape;7062;p61"/>
              <p:cNvGrpSpPr/>
              <p:nvPr/>
            </p:nvGrpSpPr>
            <p:grpSpPr>
              <a:xfrm>
                <a:off x="8521693" y="4345225"/>
                <a:ext cx="155245" cy="145615"/>
                <a:chOff x="8521693" y="4345225"/>
                <a:chExt cx="155245" cy="145615"/>
              </a:xfrm>
            </p:grpSpPr>
            <p:sp>
              <p:nvSpPr>
                <p:cNvPr id="7063" name="Google Shape;7063;p61"/>
                <p:cNvSpPr/>
                <p:nvPr/>
              </p:nvSpPr>
              <p:spPr>
                <a:xfrm>
                  <a:off x="8521693" y="4378920"/>
                  <a:ext cx="38595" cy="7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1725" extrusionOk="0">
                      <a:moveTo>
                        <a:pt x="536" y="0"/>
                      </a:moveTo>
                      <a:cubicBezTo>
                        <a:pt x="408" y="0"/>
                        <a:pt x="279" y="59"/>
                        <a:pt x="202" y="160"/>
                      </a:cubicBezTo>
                      <a:cubicBezTo>
                        <a:pt x="0" y="421"/>
                        <a:pt x="281" y="931"/>
                        <a:pt x="358" y="1198"/>
                      </a:cubicBezTo>
                      <a:cubicBezTo>
                        <a:pt x="394" y="1320"/>
                        <a:pt x="378" y="1604"/>
                        <a:pt x="340" y="1724"/>
                      </a:cubicBezTo>
                      <a:lnTo>
                        <a:pt x="476" y="1532"/>
                      </a:lnTo>
                      <a:cubicBezTo>
                        <a:pt x="543" y="1159"/>
                        <a:pt x="798" y="873"/>
                        <a:pt x="891" y="515"/>
                      </a:cubicBezTo>
                      <a:cubicBezTo>
                        <a:pt x="937" y="338"/>
                        <a:pt x="894" y="145"/>
                        <a:pt x="724" y="48"/>
                      </a:cubicBezTo>
                      <a:cubicBezTo>
                        <a:pt x="666" y="16"/>
                        <a:pt x="601" y="0"/>
                        <a:pt x="5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4" name="Google Shape;7064;p61"/>
                <p:cNvSpPr/>
                <p:nvPr/>
              </p:nvSpPr>
              <p:spPr>
                <a:xfrm>
                  <a:off x="8560082" y="4349797"/>
                  <a:ext cx="47780" cy="85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2066" extrusionOk="0">
                      <a:moveTo>
                        <a:pt x="651" y="1"/>
                      </a:moveTo>
                      <a:cubicBezTo>
                        <a:pt x="523" y="1"/>
                        <a:pt x="393" y="47"/>
                        <a:pt x="299" y="133"/>
                      </a:cubicBezTo>
                      <a:cubicBezTo>
                        <a:pt x="0" y="408"/>
                        <a:pt x="237" y="1088"/>
                        <a:pt x="276" y="1429"/>
                      </a:cubicBezTo>
                      <a:cubicBezTo>
                        <a:pt x="294" y="1586"/>
                        <a:pt x="215" y="1926"/>
                        <a:pt x="144" y="2066"/>
                      </a:cubicBezTo>
                      <a:lnTo>
                        <a:pt x="188" y="2057"/>
                      </a:lnTo>
                      <a:cubicBezTo>
                        <a:pt x="346" y="1617"/>
                        <a:pt x="879" y="1125"/>
                        <a:pt x="1065" y="708"/>
                      </a:cubicBezTo>
                      <a:cubicBezTo>
                        <a:pt x="1159" y="502"/>
                        <a:pt x="1144" y="259"/>
                        <a:pt x="956" y="105"/>
                      </a:cubicBezTo>
                      <a:cubicBezTo>
                        <a:pt x="870" y="34"/>
                        <a:pt x="761" y="1"/>
                        <a:pt x="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5" name="Google Shape;7065;p61"/>
                <p:cNvSpPr/>
                <p:nvPr/>
              </p:nvSpPr>
              <p:spPr>
                <a:xfrm>
                  <a:off x="8582819" y="4411009"/>
                  <a:ext cx="91524" cy="40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" h="992" extrusionOk="0">
                      <a:moveTo>
                        <a:pt x="1722" y="0"/>
                      </a:moveTo>
                      <a:cubicBezTo>
                        <a:pt x="1633" y="0"/>
                        <a:pt x="1542" y="23"/>
                        <a:pt x="1457" y="64"/>
                      </a:cubicBezTo>
                      <a:cubicBezTo>
                        <a:pt x="1047" y="265"/>
                        <a:pt x="764" y="646"/>
                        <a:pt x="330" y="819"/>
                      </a:cubicBezTo>
                      <a:lnTo>
                        <a:pt x="9" y="987"/>
                      </a:lnTo>
                      <a:lnTo>
                        <a:pt x="9" y="987"/>
                      </a:lnTo>
                      <a:cubicBezTo>
                        <a:pt x="141" y="921"/>
                        <a:pt x="519" y="876"/>
                        <a:pt x="706" y="876"/>
                      </a:cubicBezTo>
                      <a:cubicBezTo>
                        <a:pt x="728" y="876"/>
                        <a:pt x="746" y="877"/>
                        <a:pt x="762" y="878"/>
                      </a:cubicBezTo>
                      <a:cubicBezTo>
                        <a:pt x="965" y="894"/>
                        <a:pt x="1289" y="976"/>
                        <a:pt x="1574" y="976"/>
                      </a:cubicBezTo>
                      <a:cubicBezTo>
                        <a:pt x="1771" y="976"/>
                        <a:pt x="1950" y="937"/>
                        <a:pt x="2058" y="811"/>
                      </a:cubicBezTo>
                      <a:cubicBezTo>
                        <a:pt x="2213" y="631"/>
                        <a:pt x="2222" y="335"/>
                        <a:pt x="2064" y="154"/>
                      </a:cubicBezTo>
                      <a:cubicBezTo>
                        <a:pt x="1971" y="46"/>
                        <a:pt x="1849" y="0"/>
                        <a:pt x="1722" y="0"/>
                      </a:cubicBezTo>
                      <a:close/>
                      <a:moveTo>
                        <a:pt x="9" y="987"/>
                      </a:moveTo>
                      <a:cubicBezTo>
                        <a:pt x="6" y="988"/>
                        <a:pt x="3" y="990"/>
                        <a:pt x="0" y="992"/>
                      </a:cubicBezTo>
                      <a:lnTo>
                        <a:pt x="9" y="98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6" name="Google Shape;7066;p61"/>
                <p:cNvSpPr/>
                <p:nvPr/>
              </p:nvSpPr>
              <p:spPr>
                <a:xfrm>
                  <a:off x="8572357" y="4458751"/>
                  <a:ext cx="73153" cy="32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" h="779" extrusionOk="0">
                      <a:moveTo>
                        <a:pt x="1341" y="1"/>
                      </a:moveTo>
                      <a:cubicBezTo>
                        <a:pt x="1299" y="1"/>
                        <a:pt x="1256" y="6"/>
                        <a:pt x="1214" y="16"/>
                      </a:cubicBezTo>
                      <a:cubicBezTo>
                        <a:pt x="855" y="105"/>
                        <a:pt x="567" y="357"/>
                        <a:pt x="194" y="422"/>
                      </a:cubicBezTo>
                      <a:lnTo>
                        <a:pt x="1" y="557"/>
                      </a:lnTo>
                      <a:cubicBezTo>
                        <a:pt x="74" y="535"/>
                        <a:pt x="203" y="521"/>
                        <a:pt x="322" y="521"/>
                      </a:cubicBezTo>
                      <a:cubicBezTo>
                        <a:pt x="402" y="521"/>
                        <a:pt x="478" y="527"/>
                        <a:pt x="527" y="542"/>
                      </a:cubicBezTo>
                      <a:cubicBezTo>
                        <a:pt x="728" y="602"/>
                        <a:pt x="1064" y="778"/>
                        <a:pt x="1330" y="778"/>
                      </a:cubicBezTo>
                      <a:cubicBezTo>
                        <a:pt x="1418" y="778"/>
                        <a:pt x="1498" y="759"/>
                        <a:pt x="1563" y="709"/>
                      </a:cubicBezTo>
                      <a:cubicBezTo>
                        <a:pt x="1717" y="593"/>
                        <a:pt x="1775" y="360"/>
                        <a:pt x="1680" y="189"/>
                      </a:cubicBezTo>
                      <a:cubicBezTo>
                        <a:pt x="1607" y="58"/>
                        <a:pt x="1477" y="1"/>
                        <a:pt x="13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7" name="Google Shape;7067;p61"/>
                <p:cNvSpPr/>
                <p:nvPr/>
              </p:nvSpPr>
              <p:spPr>
                <a:xfrm>
                  <a:off x="8595011" y="4345225"/>
                  <a:ext cx="76201" cy="81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1967" extrusionOk="0">
                      <a:moveTo>
                        <a:pt x="1488" y="1"/>
                      </a:moveTo>
                      <a:cubicBezTo>
                        <a:pt x="1448" y="1"/>
                        <a:pt x="1408" y="5"/>
                        <a:pt x="1370" y="12"/>
                      </a:cubicBezTo>
                      <a:cubicBezTo>
                        <a:pt x="1183" y="48"/>
                        <a:pt x="1027" y="173"/>
                        <a:pt x="900" y="315"/>
                      </a:cubicBezTo>
                      <a:cubicBezTo>
                        <a:pt x="730" y="504"/>
                        <a:pt x="602" y="726"/>
                        <a:pt x="521" y="968"/>
                      </a:cubicBezTo>
                      <a:cubicBezTo>
                        <a:pt x="454" y="1167"/>
                        <a:pt x="421" y="1381"/>
                        <a:pt x="314" y="1564"/>
                      </a:cubicBezTo>
                      <a:cubicBezTo>
                        <a:pt x="248" y="1677"/>
                        <a:pt x="174" y="1786"/>
                        <a:pt x="86" y="1882"/>
                      </a:cubicBezTo>
                      <a:lnTo>
                        <a:pt x="86" y="1882"/>
                      </a:lnTo>
                      <a:lnTo>
                        <a:pt x="1850" y="136"/>
                      </a:lnTo>
                      <a:cubicBezTo>
                        <a:pt x="1757" y="43"/>
                        <a:pt x="1622" y="1"/>
                        <a:pt x="1488" y="1"/>
                      </a:cubicBezTo>
                      <a:close/>
                      <a:moveTo>
                        <a:pt x="86" y="1882"/>
                      </a:moveTo>
                      <a:lnTo>
                        <a:pt x="1" y="1967"/>
                      </a:lnTo>
                      <a:cubicBezTo>
                        <a:pt x="31" y="1940"/>
                        <a:pt x="59" y="1912"/>
                        <a:pt x="86" y="18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8" name="Google Shape;7068;p61"/>
                <p:cNvSpPr/>
                <p:nvPr/>
              </p:nvSpPr>
              <p:spPr>
                <a:xfrm>
                  <a:off x="8594476" y="4350250"/>
                  <a:ext cx="82462" cy="75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" h="1833" extrusionOk="0">
                      <a:moveTo>
                        <a:pt x="1850" y="0"/>
                      </a:moveTo>
                      <a:lnTo>
                        <a:pt x="91" y="1743"/>
                      </a:lnTo>
                      <a:lnTo>
                        <a:pt x="91" y="1743"/>
                      </a:lnTo>
                      <a:cubicBezTo>
                        <a:pt x="187" y="1657"/>
                        <a:pt x="294" y="1587"/>
                        <a:pt x="408" y="1523"/>
                      </a:cubicBezTo>
                      <a:cubicBezTo>
                        <a:pt x="591" y="1417"/>
                        <a:pt x="804" y="1385"/>
                        <a:pt x="1006" y="1321"/>
                      </a:cubicBezTo>
                      <a:cubicBezTo>
                        <a:pt x="1247" y="1244"/>
                        <a:pt x="1471" y="1117"/>
                        <a:pt x="1662" y="949"/>
                      </a:cubicBezTo>
                      <a:cubicBezTo>
                        <a:pt x="1803" y="823"/>
                        <a:pt x="1932" y="667"/>
                        <a:pt x="1969" y="480"/>
                      </a:cubicBezTo>
                      <a:cubicBezTo>
                        <a:pt x="2002" y="313"/>
                        <a:pt x="1970" y="121"/>
                        <a:pt x="1850" y="0"/>
                      </a:cubicBezTo>
                      <a:close/>
                      <a:moveTo>
                        <a:pt x="91" y="1743"/>
                      </a:moveTo>
                      <a:cubicBezTo>
                        <a:pt x="60" y="1771"/>
                        <a:pt x="29" y="1801"/>
                        <a:pt x="0" y="1833"/>
                      </a:cubicBezTo>
                      <a:lnTo>
                        <a:pt x="91" y="174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69" name="Google Shape;7069;p61"/>
              <p:cNvGrpSpPr/>
              <p:nvPr/>
            </p:nvGrpSpPr>
            <p:grpSpPr>
              <a:xfrm>
                <a:off x="8504064" y="4362279"/>
                <a:ext cx="158170" cy="152247"/>
                <a:chOff x="8504064" y="4362279"/>
                <a:chExt cx="158170" cy="152247"/>
              </a:xfrm>
            </p:grpSpPr>
            <p:sp>
              <p:nvSpPr>
                <p:cNvPr id="7070" name="Google Shape;7070;p61"/>
                <p:cNvSpPr/>
                <p:nvPr/>
              </p:nvSpPr>
              <p:spPr>
                <a:xfrm>
                  <a:off x="8504064" y="4362279"/>
                  <a:ext cx="158170" cy="152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0" h="3696" extrusionOk="0">
                      <a:moveTo>
                        <a:pt x="3760" y="0"/>
                      </a:moveTo>
                      <a:cubicBezTo>
                        <a:pt x="3748" y="0"/>
                        <a:pt x="3735" y="5"/>
                        <a:pt x="3724" y="17"/>
                      </a:cubicBezTo>
                      <a:cubicBezTo>
                        <a:pt x="3517" y="221"/>
                        <a:pt x="3309" y="424"/>
                        <a:pt x="3101" y="627"/>
                      </a:cubicBezTo>
                      <a:cubicBezTo>
                        <a:pt x="2847" y="874"/>
                        <a:pt x="2592" y="1120"/>
                        <a:pt x="2337" y="1368"/>
                      </a:cubicBezTo>
                      <a:lnTo>
                        <a:pt x="1523" y="2157"/>
                      </a:lnTo>
                      <a:cubicBezTo>
                        <a:pt x="1263" y="2407"/>
                        <a:pt x="1005" y="2658"/>
                        <a:pt x="748" y="2908"/>
                      </a:cubicBezTo>
                      <a:cubicBezTo>
                        <a:pt x="533" y="3117"/>
                        <a:pt x="318" y="3327"/>
                        <a:pt x="103" y="3539"/>
                      </a:cubicBezTo>
                      <a:lnTo>
                        <a:pt x="39" y="3602"/>
                      </a:lnTo>
                      <a:cubicBezTo>
                        <a:pt x="0" y="3641"/>
                        <a:pt x="37" y="3696"/>
                        <a:pt x="79" y="3696"/>
                      </a:cubicBezTo>
                      <a:cubicBezTo>
                        <a:pt x="92" y="3696"/>
                        <a:pt x="105" y="3691"/>
                        <a:pt x="117" y="3679"/>
                      </a:cubicBezTo>
                      <a:cubicBezTo>
                        <a:pt x="323" y="3475"/>
                        <a:pt x="530" y="3272"/>
                        <a:pt x="739" y="3069"/>
                      </a:cubicBezTo>
                      <a:cubicBezTo>
                        <a:pt x="994" y="2822"/>
                        <a:pt x="1247" y="2576"/>
                        <a:pt x="1504" y="2328"/>
                      </a:cubicBezTo>
                      <a:lnTo>
                        <a:pt x="2318" y="1539"/>
                      </a:lnTo>
                      <a:cubicBezTo>
                        <a:pt x="2576" y="1289"/>
                        <a:pt x="2835" y="1038"/>
                        <a:pt x="3092" y="788"/>
                      </a:cubicBezTo>
                      <a:cubicBezTo>
                        <a:pt x="3308" y="577"/>
                        <a:pt x="3523" y="369"/>
                        <a:pt x="3736" y="157"/>
                      </a:cubicBezTo>
                      <a:lnTo>
                        <a:pt x="3800" y="94"/>
                      </a:lnTo>
                      <a:cubicBezTo>
                        <a:pt x="3839" y="55"/>
                        <a:pt x="3802" y="0"/>
                        <a:pt x="3760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1" name="Google Shape;7071;p61"/>
                <p:cNvSpPr/>
                <p:nvPr/>
              </p:nvSpPr>
              <p:spPr>
                <a:xfrm>
                  <a:off x="8514815" y="4412575"/>
                  <a:ext cx="28709" cy="9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" h="2201" extrusionOk="0">
                      <a:moveTo>
                        <a:pt x="642" y="0"/>
                      </a:moveTo>
                      <a:cubicBezTo>
                        <a:pt x="614" y="0"/>
                        <a:pt x="586" y="18"/>
                        <a:pt x="586" y="53"/>
                      </a:cubicBezTo>
                      <a:cubicBezTo>
                        <a:pt x="585" y="618"/>
                        <a:pt x="467" y="1176"/>
                        <a:pt x="242" y="1693"/>
                      </a:cubicBezTo>
                      <a:cubicBezTo>
                        <a:pt x="178" y="1839"/>
                        <a:pt x="106" y="1981"/>
                        <a:pt x="26" y="2118"/>
                      </a:cubicBezTo>
                      <a:cubicBezTo>
                        <a:pt x="1" y="2161"/>
                        <a:pt x="40" y="2200"/>
                        <a:pt x="77" y="2200"/>
                      </a:cubicBezTo>
                      <a:cubicBezTo>
                        <a:pt x="93" y="2200"/>
                        <a:pt x="109" y="2193"/>
                        <a:pt x="120" y="2175"/>
                      </a:cubicBezTo>
                      <a:lnTo>
                        <a:pt x="120" y="2173"/>
                      </a:lnTo>
                      <a:cubicBezTo>
                        <a:pt x="412" y="1671"/>
                        <a:pt x="598" y="1115"/>
                        <a:pt x="667" y="538"/>
                      </a:cubicBezTo>
                      <a:cubicBezTo>
                        <a:pt x="686" y="376"/>
                        <a:pt x="695" y="215"/>
                        <a:pt x="697" y="53"/>
                      </a:cubicBezTo>
                      <a:cubicBezTo>
                        <a:pt x="697" y="18"/>
                        <a:pt x="669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2" name="Google Shape;7072;p61"/>
                <p:cNvSpPr/>
                <p:nvPr/>
              </p:nvSpPr>
              <p:spPr>
                <a:xfrm>
                  <a:off x="8546119" y="4363556"/>
                  <a:ext cx="45144" cy="11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2677" extrusionOk="0">
                      <a:moveTo>
                        <a:pt x="1038" y="0"/>
                      </a:moveTo>
                      <a:cubicBezTo>
                        <a:pt x="1014" y="0"/>
                        <a:pt x="987" y="16"/>
                        <a:pt x="984" y="39"/>
                      </a:cubicBezTo>
                      <a:cubicBezTo>
                        <a:pt x="934" y="382"/>
                        <a:pt x="834" y="719"/>
                        <a:pt x="724" y="1046"/>
                      </a:cubicBezTo>
                      <a:cubicBezTo>
                        <a:pt x="603" y="1419"/>
                        <a:pt x="456" y="1783"/>
                        <a:pt x="284" y="2135"/>
                      </a:cubicBezTo>
                      <a:cubicBezTo>
                        <a:pt x="207" y="2294"/>
                        <a:pt x="117" y="2449"/>
                        <a:pt x="16" y="2595"/>
                      </a:cubicBezTo>
                      <a:cubicBezTo>
                        <a:pt x="1" y="2621"/>
                        <a:pt x="8" y="2654"/>
                        <a:pt x="34" y="2670"/>
                      </a:cubicBezTo>
                      <a:cubicBezTo>
                        <a:pt x="43" y="2674"/>
                        <a:pt x="52" y="2677"/>
                        <a:pt x="61" y="2677"/>
                      </a:cubicBezTo>
                      <a:cubicBezTo>
                        <a:pt x="80" y="2677"/>
                        <a:pt x="98" y="2668"/>
                        <a:pt x="108" y="2651"/>
                      </a:cubicBezTo>
                      <a:lnTo>
                        <a:pt x="110" y="2651"/>
                      </a:lnTo>
                      <a:cubicBezTo>
                        <a:pt x="201" y="2521"/>
                        <a:pt x="281" y="2385"/>
                        <a:pt x="351" y="2243"/>
                      </a:cubicBezTo>
                      <a:cubicBezTo>
                        <a:pt x="439" y="2072"/>
                        <a:pt x="518" y="1896"/>
                        <a:pt x="591" y="1719"/>
                      </a:cubicBezTo>
                      <a:cubicBezTo>
                        <a:pt x="744" y="1353"/>
                        <a:pt x="872" y="979"/>
                        <a:pt x="975" y="596"/>
                      </a:cubicBezTo>
                      <a:cubicBezTo>
                        <a:pt x="1022" y="423"/>
                        <a:pt x="1061" y="247"/>
                        <a:pt x="1089" y="69"/>
                      </a:cubicBezTo>
                      <a:cubicBezTo>
                        <a:pt x="1095" y="39"/>
                        <a:pt x="1079" y="10"/>
                        <a:pt x="1051" y="2"/>
                      </a:cubicBezTo>
                      <a:cubicBezTo>
                        <a:pt x="1047" y="1"/>
                        <a:pt x="1042" y="0"/>
                        <a:pt x="1038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3" name="Google Shape;7073;p61"/>
                <p:cNvSpPr/>
                <p:nvPr/>
              </p:nvSpPr>
              <p:spPr>
                <a:xfrm>
                  <a:off x="8517945" y="4474199"/>
                  <a:ext cx="92677" cy="27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0" h="659" extrusionOk="0">
                      <a:moveTo>
                        <a:pt x="2154" y="0"/>
                      </a:moveTo>
                      <a:cubicBezTo>
                        <a:pt x="1417" y="0"/>
                        <a:pt x="692" y="192"/>
                        <a:pt x="53" y="557"/>
                      </a:cubicBezTo>
                      <a:cubicBezTo>
                        <a:pt x="1" y="586"/>
                        <a:pt x="32" y="658"/>
                        <a:pt x="80" y="658"/>
                      </a:cubicBezTo>
                      <a:cubicBezTo>
                        <a:pt x="89" y="658"/>
                        <a:pt x="98" y="656"/>
                        <a:pt x="108" y="651"/>
                      </a:cubicBezTo>
                      <a:cubicBezTo>
                        <a:pt x="598" y="372"/>
                        <a:pt x="1140" y="197"/>
                        <a:pt x="1699" y="135"/>
                      </a:cubicBezTo>
                      <a:cubicBezTo>
                        <a:pt x="1858" y="117"/>
                        <a:pt x="2018" y="109"/>
                        <a:pt x="2179" y="109"/>
                      </a:cubicBezTo>
                      <a:cubicBezTo>
                        <a:pt x="2249" y="109"/>
                        <a:pt x="2249" y="0"/>
                        <a:pt x="2179" y="0"/>
                      </a:cubicBezTo>
                      <a:cubicBezTo>
                        <a:pt x="2171" y="0"/>
                        <a:pt x="2162" y="0"/>
                        <a:pt x="2154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4" name="Google Shape;7074;p61"/>
                <p:cNvSpPr/>
                <p:nvPr/>
              </p:nvSpPr>
              <p:spPr>
                <a:xfrm>
                  <a:off x="8548343" y="4431606"/>
                  <a:ext cx="103840" cy="39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950" extrusionOk="0">
                      <a:moveTo>
                        <a:pt x="2469" y="1"/>
                      </a:moveTo>
                      <a:cubicBezTo>
                        <a:pt x="2468" y="1"/>
                        <a:pt x="2467" y="1"/>
                        <a:pt x="2466" y="1"/>
                      </a:cubicBezTo>
                      <a:cubicBezTo>
                        <a:pt x="2137" y="49"/>
                        <a:pt x="1815" y="120"/>
                        <a:pt x="1498" y="216"/>
                      </a:cubicBezTo>
                      <a:cubicBezTo>
                        <a:pt x="1149" y="316"/>
                        <a:pt x="809" y="442"/>
                        <a:pt x="479" y="594"/>
                      </a:cubicBezTo>
                      <a:cubicBezTo>
                        <a:pt x="324" y="666"/>
                        <a:pt x="175" y="751"/>
                        <a:pt x="33" y="848"/>
                      </a:cubicBezTo>
                      <a:cubicBezTo>
                        <a:pt x="10" y="863"/>
                        <a:pt x="1" y="896"/>
                        <a:pt x="15" y="923"/>
                      </a:cubicBezTo>
                      <a:cubicBezTo>
                        <a:pt x="25" y="940"/>
                        <a:pt x="44" y="949"/>
                        <a:pt x="62" y="949"/>
                      </a:cubicBezTo>
                      <a:cubicBezTo>
                        <a:pt x="72" y="949"/>
                        <a:pt x="81" y="947"/>
                        <a:pt x="90" y="942"/>
                      </a:cubicBezTo>
                      <a:cubicBezTo>
                        <a:pt x="351" y="758"/>
                        <a:pt x="649" y="629"/>
                        <a:pt x="943" y="517"/>
                      </a:cubicBezTo>
                      <a:cubicBezTo>
                        <a:pt x="1279" y="390"/>
                        <a:pt x="1620" y="286"/>
                        <a:pt x="1969" y="205"/>
                      </a:cubicBezTo>
                      <a:cubicBezTo>
                        <a:pt x="2055" y="186"/>
                        <a:pt x="2143" y="166"/>
                        <a:pt x="2231" y="150"/>
                      </a:cubicBezTo>
                      <a:cubicBezTo>
                        <a:pt x="2273" y="141"/>
                        <a:pt x="2315" y="134"/>
                        <a:pt x="2357" y="128"/>
                      </a:cubicBezTo>
                      <a:lnTo>
                        <a:pt x="2418" y="119"/>
                      </a:lnTo>
                      <a:lnTo>
                        <a:pt x="2443" y="114"/>
                      </a:lnTo>
                      <a:lnTo>
                        <a:pt x="2457" y="113"/>
                      </a:lnTo>
                      <a:cubicBezTo>
                        <a:pt x="2459" y="113"/>
                        <a:pt x="2468" y="111"/>
                        <a:pt x="2469" y="111"/>
                      </a:cubicBezTo>
                      <a:lnTo>
                        <a:pt x="2469" y="111"/>
                      </a:lnTo>
                      <a:cubicBezTo>
                        <a:pt x="2497" y="108"/>
                        <a:pt x="2519" y="85"/>
                        <a:pt x="2521" y="56"/>
                      </a:cubicBezTo>
                      <a:cubicBezTo>
                        <a:pt x="2521" y="30"/>
                        <a:pt x="2498" y="1"/>
                        <a:pt x="2469" y="1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075" name="Google Shape;7075;p61"/>
          <p:cNvSpPr txBox="1">
            <a:spLocks noGrp="1"/>
          </p:cNvSpPr>
          <p:nvPr>
            <p:ph type="title"/>
          </p:nvPr>
        </p:nvSpPr>
        <p:spPr>
          <a:xfrm>
            <a:off x="254585" y="2378007"/>
            <a:ext cx="4317415" cy="10333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Axe d’amélioration</a:t>
            </a:r>
            <a:endParaRPr sz="3200" dirty="0"/>
          </a:p>
        </p:txBody>
      </p:sp>
      <p:sp>
        <p:nvSpPr>
          <p:cNvPr id="7077" name="Google Shape;7077;p61"/>
          <p:cNvSpPr txBox="1">
            <a:spLocks noGrp="1"/>
          </p:cNvSpPr>
          <p:nvPr>
            <p:ph type="title" idx="2"/>
          </p:nvPr>
        </p:nvSpPr>
        <p:spPr>
          <a:xfrm>
            <a:off x="4572000" y="989175"/>
            <a:ext cx="3206100" cy="18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2" name="Google Shape;7382;p67"/>
          <p:cNvSpPr txBox="1">
            <a:spLocks noGrp="1"/>
          </p:cNvSpPr>
          <p:nvPr>
            <p:ph type="title"/>
          </p:nvPr>
        </p:nvSpPr>
        <p:spPr>
          <a:xfrm>
            <a:off x="89210" y="219070"/>
            <a:ext cx="8374566" cy="7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Leviers d’action pour améliorer l’index</a:t>
            </a:r>
            <a:endParaRPr dirty="0"/>
          </a:p>
        </p:txBody>
      </p:sp>
      <p:grpSp>
        <p:nvGrpSpPr>
          <p:cNvPr id="7383" name="Google Shape;7383;p67"/>
          <p:cNvGrpSpPr/>
          <p:nvPr/>
        </p:nvGrpSpPr>
        <p:grpSpPr>
          <a:xfrm>
            <a:off x="719998" y="3488440"/>
            <a:ext cx="2148241" cy="1096306"/>
            <a:chOff x="9601725" y="2179213"/>
            <a:chExt cx="1128100" cy="575700"/>
          </a:xfrm>
        </p:grpSpPr>
        <p:sp>
          <p:nvSpPr>
            <p:cNvPr id="7384" name="Google Shape;7384;p67"/>
            <p:cNvSpPr/>
            <p:nvPr/>
          </p:nvSpPr>
          <p:spPr>
            <a:xfrm>
              <a:off x="10117725" y="2546838"/>
              <a:ext cx="49825" cy="48575"/>
            </a:xfrm>
            <a:custGeom>
              <a:avLst/>
              <a:gdLst/>
              <a:ahLst/>
              <a:cxnLst/>
              <a:rect l="l" t="t" r="r" b="b"/>
              <a:pathLst>
                <a:path w="1993" h="1943" extrusionOk="0">
                  <a:moveTo>
                    <a:pt x="1019" y="0"/>
                  </a:moveTo>
                  <a:cubicBezTo>
                    <a:pt x="682" y="279"/>
                    <a:pt x="342" y="555"/>
                    <a:pt x="0" y="830"/>
                  </a:cubicBezTo>
                  <a:cubicBezTo>
                    <a:pt x="184" y="1222"/>
                    <a:pt x="406" y="1595"/>
                    <a:pt x="664" y="1942"/>
                  </a:cubicBezTo>
                  <a:cubicBezTo>
                    <a:pt x="1108" y="1829"/>
                    <a:pt x="1548" y="1694"/>
                    <a:pt x="1992" y="1577"/>
                  </a:cubicBezTo>
                  <a:cubicBezTo>
                    <a:pt x="1576" y="1113"/>
                    <a:pt x="1247" y="579"/>
                    <a:pt x="10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5" name="Google Shape;7385;p67"/>
            <p:cNvSpPr/>
            <p:nvPr/>
          </p:nvSpPr>
          <p:spPr>
            <a:xfrm>
              <a:off x="10122150" y="2351838"/>
              <a:ext cx="34075" cy="61125"/>
            </a:xfrm>
            <a:custGeom>
              <a:avLst/>
              <a:gdLst/>
              <a:ahLst/>
              <a:cxnLst/>
              <a:rect l="l" t="t" r="r" b="b"/>
              <a:pathLst>
                <a:path w="1363" h="2445" extrusionOk="0">
                  <a:moveTo>
                    <a:pt x="1294" y="0"/>
                  </a:moveTo>
                  <a:cubicBezTo>
                    <a:pt x="792" y="418"/>
                    <a:pt x="357" y="908"/>
                    <a:pt x="1" y="1455"/>
                  </a:cubicBezTo>
                  <a:cubicBezTo>
                    <a:pt x="309" y="1772"/>
                    <a:pt x="599" y="2103"/>
                    <a:pt x="879" y="2444"/>
                  </a:cubicBezTo>
                  <a:cubicBezTo>
                    <a:pt x="1019" y="2191"/>
                    <a:pt x="1182" y="1951"/>
                    <a:pt x="1362" y="1725"/>
                  </a:cubicBezTo>
                  <a:cubicBezTo>
                    <a:pt x="1347" y="1150"/>
                    <a:pt x="1331" y="574"/>
                    <a:pt x="1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6" name="Google Shape;7386;p67"/>
            <p:cNvSpPr/>
            <p:nvPr/>
          </p:nvSpPr>
          <p:spPr>
            <a:xfrm>
              <a:off x="10086100" y="2405663"/>
              <a:ext cx="40900" cy="50800"/>
            </a:xfrm>
            <a:custGeom>
              <a:avLst/>
              <a:gdLst/>
              <a:ahLst/>
              <a:cxnLst/>
              <a:rect l="l" t="t" r="r" b="b"/>
              <a:pathLst>
                <a:path w="1636" h="2032" extrusionOk="0">
                  <a:moveTo>
                    <a:pt x="743" y="0"/>
                  </a:moveTo>
                  <a:cubicBezTo>
                    <a:pt x="390" y="609"/>
                    <a:pt x="139" y="1272"/>
                    <a:pt x="1" y="1963"/>
                  </a:cubicBezTo>
                  <a:cubicBezTo>
                    <a:pt x="427" y="1985"/>
                    <a:pt x="854" y="2000"/>
                    <a:pt x="1279" y="2031"/>
                  </a:cubicBezTo>
                  <a:cubicBezTo>
                    <a:pt x="1362" y="1682"/>
                    <a:pt x="1481" y="1342"/>
                    <a:pt x="1635" y="1019"/>
                  </a:cubicBezTo>
                  <a:cubicBezTo>
                    <a:pt x="1350" y="667"/>
                    <a:pt x="1056" y="325"/>
                    <a:pt x="7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7" name="Google Shape;7387;p67"/>
            <p:cNvSpPr/>
            <p:nvPr/>
          </p:nvSpPr>
          <p:spPr>
            <a:xfrm>
              <a:off x="10114100" y="2450963"/>
              <a:ext cx="52625" cy="35425"/>
            </a:xfrm>
            <a:custGeom>
              <a:avLst/>
              <a:gdLst/>
              <a:ahLst/>
              <a:cxnLst/>
              <a:rect l="l" t="t" r="r" b="b"/>
              <a:pathLst>
                <a:path w="2105" h="1417" extrusionOk="0">
                  <a:moveTo>
                    <a:pt x="1217" y="0"/>
                  </a:moveTo>
                  <a:cubicBezTo>
                    <a:pt x="754" y="376"/>
                    <a:pt x="344" y="813"/>
                    <a:pt x="1" y="1300"/>
                  </a:cubicBezTo>
                  <a:cubicBezTo>
                    <a:pt x="514" y="1336"/>
                    <a:pt x="1028" y="1368"/>
                    <a:pt x="1539" y="1417"/>
                  </a:cubicBezTo>
                  <a:cubicBezTo>
                    <a:pt x="1715" y="1235"/>
                    <a:pt x="1903" y="1065"/>
                    <a:pt x="2105" y="908"/>
                  </a:cubicBezTo>
                  <a:cubicBezTo>
                    <a:pt x="1815" y="601"/>
                    <a:pt x="1513" y="304"/>
                    <a:pt x="12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8" name="Google Shape;7388;p67"/>
            <p:cNvSpPr/>
            <p:nvPr/>
          </p:nvSpPr>
          <p:spPr>
            <a:xfrm>
              <a:off x="10094425" y="2489088"/>
              <a:ext cx="32050" cy="52975"/>
            </a:xfrm>
            <a:custGeom>
              <a:avLst/>
              <a:gdLst/>
              <a:ahLst/>
              <a:cxnLst/>
              <a:rect l="l" t="t" r="r" b="b"/>
              <a:pathLst>
                <a:path w="1282" h="2119" extrusionOk="0">
                  <a:moveTo>
                    <a:pt x="222" y="1"/>
                  </a:moveTo>
                  <a:cubicBezTo>
                    <a:pt x="142" y="488"/>
                    <a:pt x="75" y="977"/>
                    <a:pt x="0" y="1465"/>
                  </a:cubicBezTo>
                  <a:cubicBezTo>
                    <a:pt x="343" y="1718"/>
                    <a:pt x="712" y="1938"/>
                    <a:pt x="1098" y="2118"/>
                  </a:cubicBezTo>
                  <a:cubicBezTo>
                    <a:pt x="1163" y="1677"/>
                    <a:pt x="1224" y="1234"/>
                    <a:pt x="1281" y="792"/>
                  </a:cubicBezTo>
                  <a:cubicBezTo>
                    <a:pt x="896" y="575"/>
                    <a:pt x="540" y="309"/>
                    <a:pt x="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9" name="Google Shape;7389;p67"/>
            <p:cNvSpPr/>
            <p:nvPr/>
          </p:nvSpPr>
          <p:spPr>
            <a:xfrm>
              <a:off x="10143400" y="2614138"/>
              <a:ext cx="48275" cy="35650"/>
            </a:xfrm>
            <a:custGeom>
              <a:avLst/>
              <a:gdLst/>
              <a:ahLst/>
              <a:cxnLst/>
              <a:rect l="l" t="t" r="r" b="b"/>
              <a:pathLst>
                <a:path w="1931" h="1426" extrusionOk="0">
                  <a:moveTo>
                    <a:pt x="937" y="0"/>
                  </a:moveTo>
                  <a:cubicBezTo>
                    <a:pt x="792" y="39"/>
                    <a:pt x="646" y="72"/>
                    <a:pt x="499" y="97"/>
                  </a:cubicBezTo>
                  <a:cubicBezTo>
                    <a:pt x="326" y="537"/>
                    <a:pt x="171" y="984"/>
                    <a:pt x="1" y="1426"/>
                  </a:cubicBezTo>
                  <a:cubicBezTo>
                    <a:pt x="661" y="1384"/>
                    <a:pt x="1311" y="1242"/>
                    <a:pt x="1930" y="1005"/>
                  </a:cubicBezTo>
                  <a:cubicBezTo>
                    <a:pt x="1593" y="677"/>
                    <a:pt x="1264" y="340"/>
                    <a:pt x="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0" name="Google Shape;7390;p67"/>
            <p:cNvSpPr/>
            <p:nvPr/>
          </p:nvSpPr>
          <p:spPr>
            <a:xfrm>
              <a:off x="10162425" y="2359288"/>
              <a:ext cx="58500" cy="46175"/>
            </a:xfrm>
            <a:custGeom>
              <a:avLst/>
              <a:gdLst/>
              <a:ahLst/>
              <a:cxnLst/>
              <a:rect l="l" t="t" r="r" b="b"/>
              <a:pathLst>
                <a:path w="2340" h="1847" extrusionOk="0">
                  <a:moveTo>
                    <a:pt x="84" y="0"/>
                  </a:moveTo>
                  <a:cubicBezTo>
                    <a:pt x="42" y="421"/>
                    <a:pt x="12" y="843"/>
                    <a:pt x="0" y="1265"/>
                  </a:cubicBezTo>
                  <a:cubicBezTo>
                    <a:pt x="591" y="1362"/>
                    <a:pt x="1159" y="1559"/>
                    <a:pt x="1682" y="1846"/>
                  </a:cubicBezTo>
                  <a:cubicBezTo>
                    <a:pt x="1900" y="1486"/>
                    <a:pt x="2118" y="1125"/>
                    <a:pt x="2340" y="767"/>
                  </a:cubicBezTo>
                  <a:cubicBezTo>
                    <a:pt x="1640" y="375"/>
                    <a:pt x="877" y="115"/>
                    <a:pt x="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1" name="Google Shape;7391;p67"/>
            <p:cNvSpPr/>
            <p:nvPr/>
          </p:nvSpPr>
          <p:spPr>
            <a:xfrm>
              <a:off x="9601725" y="2367038"/>
              <a:ext cx="439675" cy="241300"/>
            </a:xfrm>
            <a:custGeom>
              <a:avLst/>
              <a:gdLst/>
              <a:ahLst/>
              <a:cxnLst/>
              <a:rect l="l" t="t" r="r" b="b"/>
              <a:pathLst>
                <a:path w="17587" h="9652" extrusionOk="0">
                  <a:moveTo>
                    <a:pt x="9815" y="1"/>
                  </a:moveTo>
                  <a:cubicBezTo>
                    <a:pt x="8807" y="1"/>
                    <a:pt x="7711" y="131"/>
                    <a:pt x="6944" y="710"/>
                  </a:cubicBezTo>
                  <a:cubicBezTo>
                    <a:pt x="6944" y="710"/>
                    <a:pt x="6752" y="740"/>
                    <a:pt x="6254" y="740"/>
                  </a:cubicBezTo>
                  <a:cubicBezTo>
                    <a:pt x="5559" y="740"/>
                    <a:pt x="4267" y="682"/>
                    <a:pt x="2069" y="408"/>
                  </a:cubicBezTo>
                  <a:cubicBezTo>
                    <a:pt x="1889" y="385"/>
                    <a:pt x="1095" y="279"/>
                    <a:pt x="1" y="130"/>
                  </a:cubicBezTo>
                  <a:lnTo>
                    <a:pt x="1" y="6493"/>
                  </a:lnTo>
                  <a:cubicBezTo>
                    <a:pt x="769" y="6433"/>
                    <a:pt x="1349" y="6386"/>
                    <a:pt x="1452" y="6381"/>
                  </a:cubicBezTo>
                  <a:cubicBezTo>
                    <a:pt x="2297" y="6344"/>
                    <a:pt x="3089" y="6298"/>
                    <a:pt x="3812" y="6260"/>
                  </a:cubicBezTo>
                  <a:cubicBezTo>
                    <a:pt x="4181" y="6242"/>
                    <a:pt x="4525" y="6230"/>
                    <a:pt x="4840" y="6230"/>
                  </a:cubicBezTo>
                  <a:cubicBezTo>
                    <a:pt x="5651" y="6230"/>
                    <a:pt x="6268" y="6309"/>
                    <a:pt x="6604" y="6559"/>
                  </a:cubicBezTo>
                  <a:cubicBezTo>
                    <a:pt x="7070" y="6905"/>
                    <a:pt x="9741" y="9465"/>
                    <a:pt x="11881" y="9587"/>
                  </a:cubicBezTo>
                  <a:cubicBezTo>
                    <a:pt x="11911" y="9590"/>
                    <a:pt x="12851" y="9652"/>
                    <a:pt x="13849" y="9652"/>
                  </a:cubicBezTo>
                  <a:cubicBezTo>
                    <a:pt x="14176" y="9652"/>
                    <a:pt x="14509" y="9645"/>
                    <a:pt x="14819" y="9628"/>
                  </a:cubicBezTo>
                  <a:cubicBezTo>
                    <a:pt x="16073" y="9558"/>
                    <a:pt x="17586" y="9434"/>
                    <a:pt x="17477" y="8054"/>
                  </a:cubicBezTo>
                  <a:cubicBezTo>
                    <a:pt x="17439" y="7549"/>
                    <a:pt x="17298" y="7184"/>
                    <a:pt x="16108" y="6905"/>
                  </a:cubicBezTo>
                  <a:cubicBezTo>
                    <a:pt x="16108" y="6905"/>
                    <a:pt x="16615" y="6583"/>
                    <a:pt x="16781" y="6296"/>
                  </a:cubicBezTo>
                  <a:cubicBezTo>
                    <a:pt x="16947" y="6010"/>
                    <a:pt x="16918" y="5792"/>
                    <a:pt x="16839" y="5343"/>
                  </a:cubicBezTo>
                  <a:cubicBezTo>
                    <a:pt x="16762" y="4896"/>
                    <a:pt x="16246" y="4659"/>
                    <a:pt x="15852" y="4537"/>
                  </a:cubicBezTo>
                  <a:cubicBezTo>
                    <a:pt x="15852" y="4537"/>
                    <a:pt x="16262" y="4315"/>
                    <a:pt x="16340" y="4065"/>
                  </a:cubicBezTo>
                  <a:cubicBezTo>
                    <a:pt x="16417" y="3815"/>
                    <a:pt x="16264" y="3241"/>
                    <a:pt x="15998" y="2843"/>
                  </a:cubicBezTo>
                  <a:cubicBezTo>
                    <a:pt x="15848" y="2613"/>
                    <a:pt x="15293" y="2589"/>
                    <a:pt x="15293" y="2589"/>
                  </a:cubicBezTo>
                  <a:cubicBezTo>
                    <a:pt x="15293" y="2589"/>
                    <a:pt x="15476" y="2364"/>
                    <a:pt x="15557" y="2102"/>
                  </a:cubicBezTo>
                  <a:cubicBezTo>
                    <a:pt x="15636" y="1839"/>
                    <a:pt x="15528" y="1522"/>
                    <a:pt x="15361" y="1137"/>
                  </a:cubicBezTo>
                  <a:cubicBezTo>
                    <a:pt x="15194" y="752"/>
                    <a:pt x="14720" y="485"/>
                    <a:pt x="14285" y="336"/>
                  </a:cubicBezTo>
                  <a:cubicBezTo>
                    <a:pt x="13884" y="198"/>
                    <a:pt x="13101" y="84"/>
                    <a:pt x="12189" y="84"/>
                  </a:cubicBezTo>
                  <a:cubicBezTo>
                    <a:pt x="12109" y="84"/>
                    <a:pt x="12028" y="85"/>
                    <a:pt x="11947" y="87"/>
                  </a:cubicBezTo>
                  <a:cubicBezTo>
                    <a:pt x="11924" y="87"/>
                    <a:pt x="11901" y="88"/>
                    <a:pt x="11877" y="88"/>
                  </a:cubicBezTo>
                  <a:cubicBezTo>
                    <a:pt x="11402" y="88"/>
                    <a:pt x="10638" y="1"/>
                    <a:pt x="9815" y="1"/>
                  </a:cubicBezTo>
                  <a:close/>
                </a:path>
              </a:pathLst>
            </a:custGeom>
            <a:solidFill>
              <a:srgbClr val="C379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2" name="Google Shape;7392;p67"/>
            <p:cNvSpPr/>
            <p:nvPr/>
          </p:nvSpPr>
          <p:spPr>
            <a:xfrm>
              <a:off x="9954400" y="2523513"/>
              <a:ext cx="14625" cy="42925"/>
            </a:xfrm>
            <a:custGeom>
              <a:avLst/>
              <a:gdLst/>
              <a:ahLst/>
              <a:cxnLst/>
              <a:rect l="l" t="t" r="r" b="b"/>
              <a:pathLst>
                <a:path w="585" h="1717" extrusionOk="0">
                  <a:moveTo>
                    <a:pt x="18" y="0"/>
                  </a:moveTo>
                  <a:cubicBezTo>
                    <a:pt x="14" y="30"/>
                    <a:pt x="11" y="61"/>
                    <a:pt x="9" y="92"/>
                  </a:cubicBezTo>
                  <a:cubicBezTo>
                    <a:pt x="3" y="170"/>
                    <a:pt x="0" y="249"/>
                    <a:pt x="2" y="327"/>
                  </a:cubicBezTo>
                  <a:cubicBezTo>
                    <a:pt x="2" y="407"/>
                    <a:pt x="8" y="488"/>
                    <a:pt x="15" y="568"/>
                  </a:cubicBezTo>
                  <a:cubicBezTo>
                    <a:pt x="21" y="610"/>
                    <a:pt x="27" y="650"/>
                    <a:pt x="32" y="690"/>
                  </a:cubicBezTo>
                  <a:cubicBezTo>
                    <a:pt x="38" y="731"/>
                    <a:pt x="48" y="771"/>
                    <a:pt x="55" y="810"/>
                  </a:cubicBezTo>
                  <a:cubicBezTo>
                    <a:pt x="63" y="848"/>
                    <a:pt x="73" y="889"/>
                    <a:pt x="85" y="926"/>
                  </a:cubicBezTo>
                  <a:cubicBezTo>
                    <a:pt x="94" y="965"/>
                    <a:pt x="106" y="1002"/>
                    <a:pt x="120" y="1038"/>
                  </a:cubicBezTo>
                  <a:cubicBezTo>
                    <a:pt x="133" y="1075"/>
                    <a:pt x="146" y="1111"/>
                    <a:pt x="160" y="1145"/>
                  </a:cubicBezTo>
                  <a:cubicBezTo>
                    <a:pt x="173" y="1180"/>
                    <a:pt x="191" y="1212"/>
                    <a:pt x="206" y="1245"/>
                  </a:cubicBezTo>
                  <a:cubicBezTo>
                    <a:pt x="236" y="1305"/>
                    <a:pt x="269" y="1361"/>
                    <a:pt x="306" y="1418"/>
                  </a:cubicBezTo>
                  <a:cubicBezTo>
                    <a:pt x="337" y="1464"/>
                    <a:pt x="372" y="1509"/>
                    <a:pt x="409" y="1551"/>
                  </a:cubicBezTo>
                  <a:cubicBezTo>
                    <a:pt x="437" y="1584"/>
                    <a:pt x="467" y="1615"/>
                    <a:pt x="498" y="1645"/>
                  </a:cubicBezTo>
                  <a:cubicBezTo>
                    <a:pt x="552" y="1693"/>
                    <a:pt x="585" y="1716"/>
                    <a:pt x="585" y="1716"/>
                  </a:cubicBezTo>
                  <a:lnTo>
                    <a:pt x="580" y="1701"/>
                  </a:lnTo>
                  <a:cubicBezTo>
                    <a:pt x="422" y="1488"/>
                    <a:pt x="360" y="1221"/>
                    <a:pt x="282" y="971"/>
                  </a:cubicBezTo>
                  <a:cubicBezTo>
                    <a:pt x="194" y="687"/>
                    <a:pt x="100" y="406"/>
                    <a:pt x="41" y="113"/>
                  </a:cubicBezTo>
                  <a:cubicBezTo>
                    <a:pt x="32" y="76"/>
                    <a:pt x="24" y="37"/>
                    <a:pt x="18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3" name="Google Shape;7393;p67"/>
            <p:cNvSpPr/>
            <p:nvPr/>
          </p:nvSpPr>
          <p:spPr>
            <a:xfrm>
              <a:off x="9838575" y="2368263"/>
              <a:ext cx="186900" cy="176075"/>
            </a:xfrm>
            <a:custGeom>
              <a:avLst/>
              <a:gdLst/>
              <a:ahLst/>
              <a:cxnLst/>
              <a:rect l="l" t="t" r="r" b="b"/>
              <a:pathLst>
                <a:path w="7476" h="7043" extrusionOk="0">
                  <a:moveTo>
                    <a:pt x="4179" y="564"/>
                  </a:moveTo>
                  <a:cubicBezTo>
                    <a:pt x="4319" y="678"/>
                    <a:pt x="4414" y="831"/>
                    <a:pt x="4413" y="980"/>
                  </a:cubicBezTo>
                  <a:cubicBezTo>
                    <a:pt x="4377" y="1004"/>
                    <a:pt x="4344" y="1027"/>
                    <a:pt x="4317" y="1049"/>
                  </a:cubicBezTo>
                  <a:cubicBezTo>
                    <a:pt x="4252" y="1101"/>
                    <a:pt x="4086" y="1176"/>
                    <a:pt x="3886" y="1258"/>
                  </a:cubicBezTo>
                  <a:cubicBezTo>
                    <a:pt x="3889" y="1231"/>
                    <a:pt x="3895" y="1203"/>
                    <a:pt x="3898" y="1173"/>
                  </a:cubicBezTo>
                  <a:lnTo>
                    <a:pt x="3900" y="1173"/>
                  </a:lnTo>
                  <a:cubicBezTo>
                    <a:pt x="3906" y="1143"/>
                    <a:pt x="3913" y="1113"/>
                    <a:pt x="3918" y="1082"/>
                  </a:cubicBezTo>
                  <a:cubicBezTo>
                    <a:pt x="3926" y="1051"/>
                    <a:pt x="3935" y="1021"/>
                    <a:pt x="3944" y="989"/>
                  </a:cubicBezTo>
                  <a:cubicBezTo>
                    <a:pt x="3955" y="961"/>
                    <a:pt x="3962" y="930"/>
                    <a:pt x="3977" y="901"/>
                  </a:cubicBezTo>
                  <a:cubicBezTo>
                    <a:pt x="3983" y="888"/>
                    <a:pt x="3989" y="873"/>
                    <a:pt x="3995" y="858"/>
                  </a:cubicBezTo>
                  <a:cubicBezTo>
                    <a:pt x="4001" y="843"/>
                    <a:pt x="4009" y="831"/>
                    <a:pt x="4016" y="818"/>
                  </a:cubicBezTo>
                  <a:cubicBezTo>
                    <a:pt x="4028" y="790"/>
                    <a:pt x="4044" y="766"/>
                    <a:pt x="4056" y="740"/>
                  </a:cubicBezTo>
                  <a:cubicBezTo>
                    <a:pt x="4070" y="715"/>
                    <a:pt x="4085" y="693"/>
                    <a:pt x="4099" y="672"/>
                  </a:cubicBezTo>
                  <a:cubicBezTo>
                    <a:pt x="4128" y="630"/>
                    <a:pt x="4155" y="596"/>
                    <a:pt x="4174" y="570"/>
                  </a:cubicBezTo>
                  <a:cubicBezTo>
                    <a:pt x="4176" y="567"/>
                    <a:pt x="4177" y="566"/>
                    <a:pt x="4179" y="564"/>
                  </a:cubicBezTo>
                  <a:close/>
                  <a:moveTo>
                    <a:pt x="3534" y="6628"/>
                  </a:moveTo>
                  <a:cubicBezTo>
                    <a:pt x="3524" y="6635"/>
                    <a:pt x="3507" y="6647"/>
                    <a:pt x="3484" y="6660"/>
                  </a:cubicBezTo>
                  <a:cubicBezTo>
                    <a:pt x="3475" y="6665"/>
                    <a:pt x="3464" y="6671"/>
                    <a:pt x="3452" y="6675"/>
                  </a:cubicBezTo>
                  <a:lnTo>
                    <a:pt x="3452" y="6674"/>
                  </a:lnTo>
                  <a:cubicBezTo>
                    <a:pt x="3479" y="6657"/>
                    <a:pt x="3507" y="6642"/>
                    <a:pt x="3534" y="6628"/>
                  </a:cubicBezTo>
                  <a:close/>
                  <a:moveTo>
                    <a:pt x="1585" y="1"/>
                  </a:moveTo>
                  <a:lnTo>
                    <a:pt x="1585" y="1"/>
                  </a:lnTo>
                  <a:cubicBezTo>
                    <a:pt x="1976" y="59"/>
                    <a:pt x="2368" y="113"/>
                    <a:pt x="2762" y="142"/>
                  </a:cubicBezTo>
                  <a:cubicBezTo>
                    <a:pt x="3214" y="177"/>
                    <a:pt x="3666" y="262"/>
                    <a:pt x="4065" y="485"/>
                  </a:cubicBezTo>
                  <a:cubicBezTo>
                    <a:pt x="4095" y="503"/>
                    <a:pt x="4123" y="521"/>
                    <a:pt x="4152" y="542"/>
                  </a:cubicBezTo>
                  <a:cubicBezTo>
                    <a:pt x="4134" y="548"/>
                    <a:pt x="4117" y="555"/>
                    <a:pt x="4101" y="563"/>
                  </a:cubicBezTo>
                  <a:cubicBezTo>
                    <a:pt x="4077" y="573"/>
                    <a:pt x="4055" y="585"/>
                    <a:pt x="4032" y="600"/>
                  </a:cubicBezTo>
                  <a:cubicBezTo>
                    <a:pt x="4007" y="617"/>
                    <a:pt x="3983" y="636"/>
                    <a:pt x="3959" y="657"/>
                  </a:cubicBezTo>
                  <a:cubicBezTo>
                    <a:pt x="3934" y="681"/>
                    <a:pt x="3910" y="706"/>
                    <a:pt x="3889" y="734"/>
                  </a:cubicBezTo>
                  <a:cubicBezTo>
                    <a:pt x="3867" y="764"/>
                    <a:pt x="3846" y="796"/>
                    <a:pt x="3830" y="828"/>
                  </a:cubicBezTo>
                  <a:cubicBezTo>
                    <a:pt x="3812" y="863"/>
                    <a:pt x="3795" y="898"/>
                    <a:pt x="3783" y="936"/>
                  </a:cubicBezTo>
                  <a:cubicBezTo>
                    <a:pt x="3773" y="973"/>
                    <a:pt x="3764" y="1010"/>
                    <a:pt x="3756" y="1048"/>
                  </a:cubicBezTo>
                  <a:cubicBezTo>
                    <a:pt x="3751" y="1085"/>
                    <a:pt x="3749" y="1122"/>
                    <a:pt x="3749" y="1158"/>
                  </a:cubicBezTo>
                  <a:cubicBezTo>
                    <a:pt x="3749" y="1194"/>
                    <a:pt x="3754" y="1228"/>
                    <a:pt x="3758" y="1261"/>
                  </a:cubicBezTo>
                  <a:cubicBezTo>
                    <a:pt x="3759" y="1276"/>
                    <a:pt x="3762" y="1291"/>
                    <a:pt x="3767" y="1304"/>
                  </a:cubicBezTo>
                  <a:lnTo>
                    <a:pt x="3739" y="1314"/>
                  </a:lnTo>
                  <a:cubicBezTo>
                    <a:pt x="3739" y="1314"/>
                    <a:pt x="3739" y="1313"/>
                    <a:pt x="3739" y="1311"/>
                  </a:cubicBezTo>
                  <a:cubicBezTo>
                    <a:pt x="3736" y="1274"/>
                    <a:pt x="3733" y="1234"/>
                    <a:pt x="3730" y="1195"/>
                  </a:cubicBezTo>
                  <a:cubicBezTo>
                    <a:pt x="3722" y="1118"/>
                    <a:pt x="3713" y="1039"/>
                    <a:pt x="3703" y="966"/>
                  </a:cubicBezTo>
                  <a:cubicBezTo>
                    <a:pt x="3692" y="892"/>
                    <a:pt x="3679" y="824"/>
                    <a:pt x="3667" y="764"/>
                  </a:cubicBezTo>
                  <a:cubicBezTo>
                    <a:pt x="3654" y="706"/>
                    <a:pt x="3640" y="657"/>
                    <a:pt x="3630" y="623"/>
                  </a:cubicBezTo>
                  <a:cubicBezTo>
                    <a:pt x="3618" y="588"/>
                    <a:pt x="3610" y="567"/>
                    <a:pt x="3610" y="567"/>
                  </a:cubicBezTo>
                  <a:cubicBezTo>
                    <a:pt x="3610" y="567"/>
                    <a:pt x="3603" y="588"/>
                    <a:pt x="3595" y="624"/>
                  </a:cubicBezTo>
                  <a:cubicBezTo>
                    <a:pt x="3582" y="672"/>
                    <a:pt x="3573" y="721"/>
                    <a:pt x="3567" y="769"/>
                  </a:cubicBezTo>
                  <a:cubicBezTo>
                    <a:pt x="3548" y="916"/>
                    <a:pt x="3545" y="1064"/>
                    <a:pt x="3558" y="1212"/>
                  </a:cubicBezTo>
                  <a:cubicBezTo>
                    <a:pt x="3564" y="1268"/>
                    <a:pt x="3572" y="1323"/>
                    <a:pt x="3582" y="1377"/>
                  </a:cubicBezTo>
                  <a:lnTo>
                    <a:pt x="3533" y="1395"/>
                  </a:lnTo>
                  <a:lnTo>
                    <a:pt x="3533" y="1361"/>
                  </a:lnTo>
                  <a:cubicBezTo>
                    <a:pt x="3531" y="1320"/>
                    <a:pt x="3525" y="1277"/>
                    <a:pt x="3519" y="1234"/>
                  </a:cubicBezTo>
                  <a:cubicBezTo>
                    <a:pt x="3513" y="1189"/>
                    <a:pt x="3504" y="1144"/>
                    <a:pt x="3493" y="1100"/>
                  </a:cubicBezTo>
                  <a:cubicBezTo>
                    <a:pt x="3481" y="1053"/>
                    <a:pt x="3466" y="1009"/>
                    <a:pt x="3448" y="964"/>
                  </a:cubicBezTo>
                  <a:cubicBezTo>
                    <a:pt x="3430" y="921"/>
                    <a:pt x="3411" y="878"/>
                    <a:pt x="3387" y="836"/>
                  </a:cubicBezTo>
                  <a:cubicBezTo>
                    <a:pt x="3376" y="815"/>
                    <a:pt x="3363" y="794"/>
                    <a:pt x="3349" y="775"/>
                  </a:cubicBezTo>
                  <a:cubicBezTo>
                    <a:pt x="3337" y="757"/>
                    <a:pt x="3326" y="736"/>
                    <a:pt x="3311" y="719"/>
                  </a:cubicBezTo>
                  <a:cubicBezTo>
                    <a:pt x="3284" y="685"/>
                    <a:pt x="3255" y="652"/>
                    <a:pt x="3224" y="623"/>
                  </a:cubicBezTo>
                  <a:cubicBezTo>
                    <a:pt x="3196" y="594"/>
                    <a:pt x="3166" y="570"/>
                    <a:pt x="3135" y="548"/>
                  </a:cubicBezTo>
                  <a:cubicBezTo>
                    <a:pt x="3108" y="529"/>
                    <a:pt x="3081" y="511"/>
                    <a:pt x="3051" y="496"/>
                  </a:cubicBezTo>
                  <a:cubicBezTo>
                    <a:pt x="3029" y="484"/>
                    <a:pt x="3006" y="475"/>
                    <a:pt x="2983" y="466"/>
                  </a:cubicBezTo>
                  <a:cubicBezTo>
                    <a:pt x="2962" y="459"/>
                    <a:pt x="2941" y="454"/>
                    <a:pt x="2918" y="451"/>
                  </a:cubicBezTo>
                  <a:lnTo>
                    <a:pt x="2918" y="451"/>
                  </a:lnTo>
                  <a:cubicBezTo>
                    <a:pt x="2918" y="451"/>
                    <a:pt x="2938" y="467"/>
                    <a:pt x="2965" y="496"/>
                  </a:cubicBezTo>
                  <a:cubicBezTo>
                    <a:pt x="2978" y="509"/>
                    <a:pt x="2993" y="527"/>
                    <a:pt x="3011" y="548"/>
                  </a:cubicBezTo>
                  <a:cubicBezTo>
                    <a:pt x="3029" y="569"/>
                    <a:pt x="3047" y="593"/>
                    <a:pt x="3068" y="618"/>
                  </a:cubicBezTo>
                  <a:cubicBezTo>
                    <a:pt x="3087" y="643"/>
                    <a:pt x="3106" y="673"/>
                    <a:pt x="3126" y="705"/>
                  </a:cubicBezTo>
                  <a:cubicBezTo>
                    <a:pt x="3145" y="736"/>
                    <a:pt x="3163" y="770"/>
                    <a:pt x="3184" y="803"/>
                  </a:cubicBezTo>
                  <a:cubicBezTo>
                    <a:pt x="3205" y="837"/>
                    <a:pt x="3221" y="875"/>
                    <a:pt x="3241" y="913"/>
                  </a:cubicBezTo>
                  <a:cubicBezTo>
                    <a:pt x="3258" y="951"/>
                    <a:pt x="3278" y="988"/>
                    <a:pt x="3290" y="1030"/>
                  </a:cubicBezTo>
                  <a:cubicBezTo>
                    <a:pt x="3302" y="1070"/>
                    <a:pt x="3321" y="1109"/>
                    <a:pt x="3333" y="1149"/>
                  </a:cubicBezTo>
                  <a:cubicBezTo>
                    <a:pt x="3346" y="1189"/>
                    <a:pt x="3363" y="1228"/>
                    <a:pt x="3372" y="1268"/>
                  </a:cubicBezTo>
                  <a:cubicBezTo>
                    <a:pt x="3382" y="1308"/>
                    <a:pt x="3396" y="1346"/>
                    <a:pt x="3406" y="1382"/>
                  </a:cubicBezTo>
                  <a:cubicBezTo>
                    <a:pt x="3411" y="1402"/>
                    <a:pt x="3417" y="1422"/>
                    <a:pt x="3421" y="1440"/>
                  </a:cubicBezTo>
                  <a:cubicBezTo>
                    <a:pt x="3202" y="1525"/>
                    <a:pt x="2994" y="1602"/>
                    <a:pt x="2869" y="1659"/>
                  </a:cubicBezTo>
                  <a:cubicBezTo>
                    <a:pt x="2468" y="1835"/>
                    <a:pt x="2349" y="2419"/>
                    <a:pt x="2428" y="2703"/>
                  </a:cubicBezTo>
                  <a:cubicBezTo>
                    <a:pt x="2537" y="3087"/>
                    <a:pt x="2793" y="3208"/>
                    <a:pt x="2793" y="3208"/>
                  </a:cubicBezTo>
                  <a:cubicBezTo>
                    <a:pt x="2793" y="3208"/>
                    <a:pt x="2315" y="3617"/>
                    <a:pt x="2407" y="4258"/>
                  </a:cubicBezTo>
                  <a:cubicBezTo>
                    <a:pt x="2483" y="4789"/>
                    <a:pt x="2996" y="4872"/>
                    <a:pt x="2996" y="4872"/>
                  </a:cubicBezTo>
                  <a:cubicBezTo>
                    <a:pt x="2996" y="4872"/>
                    <a:pt x="2684" y="5063"/>
                    <a:pt x="2659" y="5360"/>
                  </a:cubicBezTo>
                  <a:cubicBezTo>
                    <a:pt x="2650" y="5348"/>
                    <a:pt x="2641" y="5335"/>
                    <a:pt x="2629" y="5323"/>
                  </a:cubicBezTo>
                  <a:cubicBezTo>
                    <a:pt x="2540" y="5209"/>
                    <a:pt x="2441" y="5095"/>
                    <a:pt x="2337" y="4983"/>
                  </a:cubicBezTo>
                  <a:cubicBezTo>
                    <a:pt x="2233" y="4871"/>
                    <a:pt x="2122" y="4761"/>
                    <a:pt x="2007" y="4656"/>
                  </a:cubicBezTo>
                  <a:cubicBezTo>
                    <a:pt x="1893" y="4550"/>
                    <a:pt x="1773" y="4450"/>
                    <a:pt x="1651" y="4358"/>
                  </a:cubicBezTo>
                  <a:cubicBezTo>
                    <a:pt x="1591" y="4310"/>
                    <a:pt x="1529" y="4267"/>
                    <a:pt x="1468" y="4222"/>
                  </a:cubicBezTo>
                  <a:cubicBezTo>
                    <a:pt x="1406" y="4179"/>
                    <a:pt x="1344" y="4139"/>
                    <a:pt x="1283" y="4098"/>
                  </a:cubicBezTo>
                  <a:cubicBezTo>
                    <a:pt x="1221" y="4060"/>
                    <a:pt x="1157" y="4024"/>
                    <a:pt x="1098" y="3988"/>
                  </a:cubicBezTo>
                  <a:lnTo>
                    <a:pt x="916" y="3891"/>
                  </a:lnTo>
                  <a:cubicBezTo>
                    <a:pt x="795" y="3832"/>
                    <a:pt x="680" y="3779"/>
                    <a:pt x="571" y="3736"/>
                  </a:cubicBezTo>
                  <a:cubicBezTo>
                    <a:pt x="465" y="3690"/>
                    <a:pt x="361" y="3660"/>
                    <a:pt x="273" y="3630"/>
                  </a:cubicBezTo>
                  <a:cubicBezTo>
                    <a:pt x="182" y="3603"/>
                    <a:pt x="103" y="3583"/>
                    <a:pt x="37" y="3568"/>
                  </a:cubicBezTo>
                  <a:lnTo>
                    <a:pt x="0" y="3560"/>
                  </a:lnTo>
                  <a:lnTo>
                    <a:pt x="0" y="3560"/>
                  </a:lnTo>
                  <a:cubicBezTo>
                    <a:pt x="163" y="3623"/>
                    <a:pt x="585" y="3761"/>
                    <a:pt x="735" y="3858"/>
                  </a:cubicBezTo>
                  <a:cubicBezTo>
                    <a:pt x="2337" y="4868"/>
                    <a:pt x="2742" y="5925"/>
                    <a:pt x="3142" y="6313"/>
                  </a:cubicBezTo>
                  <a:cubicBezTo>
                    <a:pt x="3209" y="6377"/>
                    <a:pt x="3249" y="6450"/>
                    <a:pt x="3291" y="6502"/>
                  </a:cubicBezTo>
                  <a:cubicBezTo>
                    <a:pt x="3336" y="6563"/>
                    <a:pt x="3376" y="6629"/>
                    <a:pt x="3414" y="6696"/>
                  </a:cubicBezTo>
                  <a:lnTo>
                    <a:pt x="3408" y="6699"/>
                  </a:lnTo>
                  <a:cubicBezTo>
                    <a:pt x="3376" y="6713"/>
                    <a:pt x="3342" y="6726"/>
                    <a:pt x="3305" y="6739"/>
                  </a:cubicBezTo>
                  <a:cubicBezTo>
                    <a:pt x="3285" y="6747"/>
                    <a:pt x="3264" y="6753"/>
                    <a:pt x="3245" y="6757"/>
                  </a:cubicBezTo>
                  <a:cubicBezTo>
                    <a:pt x="3223" y="6763"/>
                    <a:pt x="3203" y="6772"/>
                    <a:pt x="3181" y="6777"/>
                  </a:cubicBezTo>
                  <a:cubicBezTo>
                    <a:pt x="3135" y="6787"/>
                    <a:pt x="3088" y="6801"/>
                    <a:pt x="3039" y="6809"/>
                  </a:cubicBezTo>
                  <a:cubicBezTo>
                    <a:pt x="3015" y="6814"/>
                    <a:pt x="2990" y="6820"/>
                    <a:pt x="2965" y="6824"/>
                  </a:cubicBezTo>
                  <a:cubicBezTo>
                    <a:pt x="2939" y="6829"/>
                    <a:pt x="2914" y="6832"/>
                    <a:pt x="2887" y="6836"/>
                  </a:cubicBezTo>
                  <a:cubicBezTo>
                    <a:pt x="2835" y="6847"/>
                    <a:pt x="2781" y="6851"/>
                    <a:pt x="2728" y="6859"/>
                  </a:cubicBezTo>
                  <a:cubicBezTo>
                    <a:pt x="2675" y="6866"/>
                    <a:pt x="2620" y="6869"/>
                    <a:pt x="2568" y="6877"/>
                  </a:cubicBezTo>
                  <a:cubicBezTo>
                    <a:pt x="2516" y="6884"/>
                    <a:pt x="2462" y="6886"/>
                    <a:pt x="2411" y="6890"/>
                  </a:cubicBezTo>
                  <a:cubicBezTo>
                    <a:pt x="2359" y="6894"/>
                    <a:pt x="2310" y="6900"/>
                    <a:pt x="2262" y="6902"/>
                  </a:cubicBezTo>
                  <a:cubicBezTo>
                    <a:pt x="2216" y="6905"/>
                    <a:pt x="2171" y="6909"/>
                    <a:pt x="2130" y="6914"/>
                  </a:cubicBezTo>
                  <a:cubicBezTo>
                    <a:pt x="2088" y="6918"/>
                    <a:pt x="2049" y="6920"/>
                    <a:pt x="2016" y="6923"/>
                  </a:cubicBezTo>
                  <a:cubicBezTo>
                    <a:pt x="1982" y="6927"/>
                    <a:pt x="1952" y="6930"/>
                    <a:pt x="1927" y="6932"/>
                  </a:cubicBezTo>
                  <a:cubicBezTo>
                    <a:pt x="1878" y="6938"/>
                    <a:pt x="1849" y="6944"/>
                    <a:pt x="1849" y="6944"/>
                  </a:cubicBezTo>
                  <a:cubicBezTo>
                    <a:pt x="1849" y="6944"/>
                    <a:pt x="1876" y="6953"/>
                    <a:pt x="1924" y="6966"/>
                  </a:cubicBezTo>
                  <a:cubicBezTo>
                    <a:pt x="1948" y="6973"/>
                    <a:pt x="1978" y="6981"/>
                    <a:pt x="2010" y="6988"/>
                  </a:cubicBezTo>
                  <a:cubicBezTo>
                    <a:pt x="2049" y="6999"/>
                    <a:pt x="2086" y="7006"/>
                    <a:pt x="2125" y="7012"/>
                  </a:cubicBezTo>
                  <a:cubicBezTo>
                    <a:pt x="2167" y="7018"/>
                    <a:pt x="2212" y="7026"/>
                    <a:pt x="2261" y="7030"/>
                  </a:cubicBezTo>
                  <a:cubicBezTo>
                    <a:pt x="2312" y="7036"/>
                    <a:pt x="2361" y="7041"/>
                    <a:pt x="2411" y="7041"/>
                  </a:cubicBezTo>
                  <a:cubicBezTo>
                    <a:pt x="2439" y="7042"/>
                    <a:pt x="2467" y="7043"/>
                    <a:pt x="2494" y="7043"/>
                  </a:cubicBezTo>
                  <a:cubicBezTo>
                    <a:pt x="2522" y="7043"/>
                    <a:pt x="2549" y="7042"/>
                    <a:pt x="2577" y="7041"/>
                  </a:cubicBezTo>
                  <a:cubicBezTo>
                    <a:pt x="2632" y="7038"/>
                    <a:pt x="2690" y="7038"/>
                    <a:pt x="2747" y="7029"/>
                  </a:cubicBezTo>
                  <a:cubicBezTo>
                    <a:pt x="2804" y="7021"/>
                    <a:pt x="2860" y="7011"/>
                    <a:pt x="2915" y="6999"/>
                  </a:cubicBezTo>
                  <a:cubicBezTo>
                    <a:pt x="2971" y="6987"/>
                    <a:pt x="3024" y="6972"/>
                    <a:pt x="3078" y="6954"/>
                  </a:cubicBezTo>
                  <a:cubicBezTo>
                    <a:pt x="3127" y="6938"/>
                    <a:pt x="3176" y="6918"/>
                    <a:pt x="3223" y="6896"/>
                  </a:cubicBezTo>
                  <a:cubicBezTo>
                    <a:pt x="3340" y="6854"/>
                    <a:pt x="3545" y="6625"/>
                    <a:pt x="3546" y="6622"/>
                  </a:cubicBezTo>
                  <a:cubicBezTo>
                    <a:pt x="3645" y="6521"/>
                    <a:pt x="3975" y="6428"/>
                    <a:pt x="4308" y="6428"/>
                  </a:cubicBezTo>
                  <a:cubicBezTo>
                    <a:pt x="4423" y="6428"/>
                    <a:pt x="4539" y="6439"/>
                    <a:pt x="4645" y="6465"/>
                  </a:cubicBezTo>
                  <a:cubicBezTo>
                    <a:pt x="4608" y="6126"/>
                    <a:pt x="4648" y="5888"/>
                    <a:pt x="4720" y="5505"/>
                  </a:cubicBezTo>
                  <a:cubicBezTo>
                    <a:pt x="4873" y="4686"/>
                    <a:pt x="5310" y="4437"/>
                    <a:pt x="5528" y="4380"/>
                  </a:cubicBezTo>
                  <a:cubicBezTo>
                    <a:pt x="5620" y="4355"/>
                    <a:pt x="5699" y="4340"/>
                    <a:pt x="5769" y="4340"/>
                  </a:cubicBezTo>
                  <a:cubicBezTo>
                    <a:pt x="5900" y="4340"/>
                    <a:pt x="5999" y="4395"/>
                    <a:pt x="6093" y="4549"/>
                  </a:cubicBezTo>
                  <a:cubicBezTo>
                    <a:pt x="6280" y="4852"/>
                    <a:pt x="6333" y="5382"/>
                    <a:pt x="6333" y="5382"/>
                  </a:cubicBezTo>
                  <a:cubicBezTo>
                    <a:pt x="6333" y="5382"/>
                    <a:pt x="6530" y="6553"/>
                    <a:pt x="6612" y="6787"/>
                  </a:cubicBezTo>
                  <a:cubicBezTo>
                    <a:pt x="6620" y="6809"/>
                    <a:pt x="6640" y="6821"/>
                    <a:pt x="6660" y="6821"/>
                  </a:cubicBezTo>
                  <a:cubicBezTo>
                    <a:pt x="6674" y="6821"/>
                    <a:pt x="6688" y="6816"/>
                    <a:pt x="6699" y="6803"/>
                  </a:cubicBezTo>
                  <a:cubicBezTo>
                    <a:pt x="6716" y="6783"/>
                    <a:pt x="6733" y="6766"/>
                    <a:pt x="6762" y="6766"/>
                  </a:cubicBezTo>
                  <a:cubicBezTo>
                    <a:pt x="6763" y="6766"/>
                    <a:pt x="6764" y="6766"/>
                    <a:pt x="6766" y="6766"/>
                  </a:cubicBezTo>
                  <a:cubicBezTo>
                    <a:pt x="6928" y="6650"/>
                    <a:pt x="7197" y="6440"/>
                    <a:pt x="7308" y="6246"/>
                  </a:cubicBezTo>
                  <a:cubicBezTo>
                    <a:pt x="7476" y="5959"/>
                    <a:pt x="7446" y="5742"/>
                    <a:pt x="7368" y="5294"/>
                  </a:cubicBezTo>
                  <a:cubicBezTo>
                    <a:pt x="7289" y="4846"/>
                    <a:pt x="6775" y="4608"/>
                    <a:pt x="6379" y="4486"/>
                  </a:cubicBezTo>
                  <a:cubicBezTo>
                    <a:pt x="6379" y="4486"/>
                    <a:pt x="6790" y="4266"/>
                    <a:pt x="6869" y="4015"/>
                  </a:cubicBezTo>
                  <a:cubicBezTo>
                    <a:pt x="6946" y="3764"/>
                    <a:pt x="6791" y="3190"/>
                    <a:pt x="6527" y="2792"/>
                  </a:cubicBezTo>
                  <a:cubicBezTo>
                    <a:pt x="6375" y="2564"/>
                    <a:pt x="5822" y="2539"/>
                    <a:pt x="5822" y="2539"/>
                  </a:cubicBezTo>
                  <a:cubicBezTo>
                    <a:pt x="5822" y="2539"/>
                    <a:pt x="6005" y="2315"/>
                    <a:pt x="6084" y="2051"/>
                  </a:cubicBezTo>
                  <a:cubicBezTo>
                    <a:pt x="6157" y="1814"/>
                    <a:pt x="6075" y="1532"/>
                    <a:pt x="5935" y="1197"/>
                  </a:cubicBezTo>
                  <a:lnTo>
                    <a:pt x="5929" y="1180"/>
                  </a:lnTo>
                  <a:cubicBezTo>
                    <a:pt x="5916" y="1149"/>
                    <a:pt x="5902" y="1119"/>
                    <a:pt x="5889" y="1088"/>
                  </a:cubicBezTo>
                  <a:lnTo>
                    <a:pt x="5889" y="1086"/>
                  </a:lnTo>
                  <a:cubicBezTo>
                    <a:pt x="5884" y="1074"/>
                    <a:pt x="5878" y="1062"/>
                    <a:pt x="5871" y="1049"/>
                  </a:cubicBezTo>
                  <a:cubicBezTo>
                    <a:pt x="5688" y="684"/>
                    <a:pt x="5179" y="412"/>
                    <a:pt x="4757" y="268"/>
                  </a:cubicBezTo>
                  <a:cubicBezTo>
                    <a:pt x="4362" y="131"/>
                    <a:pt x="3641" y="35"/>
                    <a:pt x="2753" y="35"/>
                  </a:cubicBezTo>
                  <a:cubicBezTo>
                    <a:pt x="2663" y="35"/>
                    <a:pt x="2570" y="36"/>
                    <a:pt x="2476" y="38"/>
                  </a:cubicBezTo>
                  <a:cubicBezTo>
                    <a:pt x="2454" y="38"/>
                    <a:pt x="2433" y="39"/>
                    <a:pt x="2410" y="39"/>
                  </a:cubicBezTo>
                  <a:cubicBezTo>
                    <a:pt x="2190" y="39"/>
                    <a:pt x="1906" y="20"/>
                    <a:pt x="1585" y="1"/>
                  </a:cubicBezTo>
                  <a:close/>
                </a:path>
              </a:pathLst>
            </a:custGeom>
            <a:solidFill>
              <a:srgbClr val="97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4" name="Google Shape;7394;p67"/>
            <p:cNvSpPr/>
            <p:nvPr/>
          </p:nvSpPr>
          <p:spPr>
            <a:xfrm>
              <a:off x="9977175" y="2479163"/>
              <a:ext cx="20975" cy="34275"/>
            </a:xfrm>
            <a:custGeom>
              <a:avLst/>
              <a:gdLst/>
              <a:ahLst/>
              <a:cxnLst/>
              <a:rect l="l" t="t" r="r" b="b"/>
              <a:pathLst>
                <a:path w="839" h="1371" extrusionOk="0">
                  <a:moveTo>
                    <a:pt x="318" y="1"/>
                  </a:moveTo>
                  <a:cubicBezTo>
                    <a:pt x="188" y="1"/>
                    <a:pt x="62" y="87"/>
                    <a:pt x="44" y="254"/>
                  </a:cubicBezTo>
                  <a:cubicBezTo>
                    <a:pt x="0" y="638"/>
                    <a:pt x="47" y="794"/>
                    <a:pt x="97" y="981"/>
                  </a:cubicBezTo>
                  <a:cubicBezTo>
                    <a:pt x="151" y="1179"/>
                    <a:pt x="278" y="1331"/>
                    <a:pt x="485" y="1364"/>
                  </a:cubicBezTo>
                  <a:cubicBezTo>
                    <a:pt x="515" y="1369"/>
                    <a:pt x="543" y="1371"/>
                    <a:pt x="569" y="1371"/>
                  </a:cubicBezTo>
                  <a:cubicBezTo>
                    <a:pt x="802" y="1371"/>
                    <a:pt x="838" y="1188"/>
                    <a:pt x="838" y="1188"/>
                  </a:cubicBezTo>
                  <a:cubicBezTo>
                    <a:pt x="750" y="627"/>
                    <a:pt x="706" y="477"/>
                    <a:pt x="594" y="193"/>
                  </a:cubicBezTo>
                  <a:cubicBezTo>
                    <a:pt x="542" y="64"/>
                    <a:pt x="429" y="1"/>
                    <a:pt x="318" y="1"/>
                  </a:cubicBezTo>
                  <a:close/>
                </a:path>
              </a:pathLst>
            </a:custGeom>
            <a:solidFill>
              <a:srgbClr val="FFB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5" name="Google Shape;7395;p67"/>
            <p:cNvSpPr/>
            <p:nvPr/>
          </p:nvSpPr>
          <p:spPr>
            <a:xfrm>
              <a:off x="9981600" y="2507813"/>
              <a:ext cx="16550" cy="5675"/>
            </a:xfrm>
            <a:custGeom>
              <a:avLst/>
              <a:gdLst/>
              <a:ahLst/>
              <a:cxnLst/>
              <a:rect l="l" t="t" r="r" b="b"/>
              <a:pathLst>
                <a:path w="662" h="227" extrusionOk="0">
                  <a:moveTo>
                    <a:pt x="658" y="0"/>
                  </a:moveTo>
                  <a:cubicBezTo>
                    <a:pt x="569" y="52"/>
                    <a:pt x="460" y="73"/>
                    <a:pt x="347" y="73"/>
                  </a:cubicBezTo>
                  <a:cubicBezTo>
                    <a:pt x="228" y="73"/>
                    <a:pt x="106" y="50"/>
                    <a:pt x="1" y="15"/>
                  </a:cubicBezTo>
                  <a:lnTo>
                    <a:pt x="1" y="15"/>
                  </a:lnTo>
                  <a:cubicBezTo>
                    <a:pt x="68" y="125"/>
                    <a:pt x="181" y="200"/>
                    <a:pt x="308" y="219"/>
                  </a:cubicBezTo>
                  <a:cubicBezTo>
                    <a:pt x="338" y="224"/>
                    <a:pt x="365" y="226"/>
                    <a:pt x="390" y="226"/>
                  </a:cubicBezTo>
                  <a:cubicBezTo>
                    <a:pt x="625" y="226"/>
                    <a:pt x="661" y="42"/>
                    <a:pt x="661" y="42"/>
                  </a:cubicBezTo>
                  <a:cubicBezTo>
                    <a:pt x="661" y="27"/>
                    <a:pt x="658" y="14"/>
                    <a:pt x="658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6" name="Google Shape;7396;p67"/>
            <p:cNvSpPr/>
            <p:nvPr/>
          </p:nvSpPr>
          <p:spPr>
            <a:xfrm>
              <a:off x="9904925" y="2488913"/>
              <a:ext cx="48225" cy="16300"/>
            </a:xfrm>
            <a:custGeom>
              <a:avLst/>
              <a:gdLst/>
              <a:ahLst/>
              <a:cxnLst/>
              <a:rect l="l" t="t" r="r" b="b"/>
              <a:pathLst>
                <a:path w="1929" h="652" extrusionOk="0">
                  <a:moveTo>
                    <a:pt x="1929" y="0"/>
                  </a:moveTo>
                  <a:lnTo>
                    <a:pt x="1929" y="0"/>
                  </a:lnTo>
                  <a:cubicBezTo>
                    <a:pt x="1574" y="56"/>
                    <a:pt x="1218" y="93"/>
                    <a:pt x="862" y="93"/>
                  </a:cubicBezTo>
                  <a:cubicBezTo>
                    <a:pt x="680" y="93"/>
                    <a:pt x="499" y="83"/>
                    <a:pt x="318" y="61"/>
                  </a:cubicBezTo>
                  <a:cubicBezTo>
                    <a:pt x="245" y="111"/>
                    <a:pt x="5" y="298"/>
                    <a:pt x="1" y="565"/>
                  </a:cubicBezTo>
                  <a:cubicBezTo>
                    <a:pt x="23" y="592"/>
                    <a:pt x="42" y="622"/>
                    <a:pt x="62" y="652"/>
                  </a:cubicBezTo>
                  <a:cubicBezTo>
                    <a:pt x="97" y="524"/>
                    <a:pt x="171" y="407"/>
                    <a:pt x="270" y="316"/>
                  </a:cubicBezTo>
                  <a:cubicBezTo>
                    <a:pt x="525" y="82"/>
                    <a:pt x="964" y="149"/>
                    <a:pt x="1286" y="119"/>
                  </a:cubicBezTo>
                  <a:cubicBezTo>
                    <a:pt x="1489" y="102"/>
                    <a:pt x="1689" y="81"/>
                    <a:pt x="1882" y="17"/>
                  </a:cubicBezTo>
                  <a:lnTo>
                    <a:pt x="1929" y="0"/>
                  </a:ln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7" name="Google Shape;7397;p67"/>
            <p:cNvSpPr/>
            <p:nvPr/>
          </p:nvSpPr>
          <p:spPr>
            <a:xfrm>
              <a:off x="9885350" y="2390488"/>
              <a:ext cx="98700" cy="99675"/>
            </a:xfrm>
            <a:custGeom>
              <a:avLst/>
              <a:gdLst/>
              <a:ahLst/>
              <a:cxnLst/>
              <a:rect l="l" t="t" r="r" b="b"/>
              <a:pathLst>
                <a:path w="3948" h="3987" extrusionOk="0">
                  <a:moveTo>
                    <a:pt x="3948" y="1651"/>
                  </a:moveTo>
                  <a:lnTo>
                    <a:pt x="3948" y="1651"/>
                  </a:lnTo>
                  <a:cubicBezTo>
                    <a:pt x="3948" y="1651"/>
                    <a:pt x="3948" y="1651"/>
                    <a:pt x="3948" y="1651"/>
                  </a:cubicBezTo>
                  <a:lnTo>
                    <a:pt x="3948" y="1651"/>
                  </a:lnTo>
                  <a:cubicBezTo>
                    <a:pt x="3948" y="1651"/>
                    <a:pt x="3948" y="1651"/>
                    <a:pt x="3948" y="1651"/>
                  </a:cubicBezTo>
                  <a:close/>
                  <a:moveTo>
                    <a:pt x="1" y="0"/>
                  </a:moveTo>
                  <a:lnTo>
                    <a:pt x="29" y="47"/>
                  </a:lnTo>
                  <a:cubicBezTo>
                    <a:pt x="47" y="75"/>
                    <a:pt x="72" y="120"/>
                    <a:pt x="105" y="175"/>
                  </a:cubicBezTo>
                  <a:cubicBezTo>
                    <a:pt x="138" y="229"/>
                    <a:pt x="172" y="299"/>
                    <a:pt x="212" y="378"/>
                  </a:cubicBezTo>
                  <a:cubicBezTo>
                    <a:pt x="253" y="457"/>
                    <a:pt x="294" y="548"/>
                    <a:pt x="344" y="643"/>
                  </a:cubicBezTo>
                  <a:cubicBezTo>
                    <a:pt x="364" y="694"/>
                    <a:pt x="387" y="745"/>
                    <a:pt x="411" y="798"/>
                  </a:cubicBezTo>
                  <a:cubicBezTo>
                    <a:pt x="433" y="852"/>
                    <a:pt x="457" y="907"/>
                    <a:pt x="479" y="965"/>
                  </a:cubicBezTo>
                  <a:cubicBezTo>
                    <a:pt x="502" y="1023"/>
                    <a:pt x="527" y="1082"/>
                    <a:pt x="549" y="1141"/>
                  </a:cubicBezTo>
                  <a:cubicBezTo>
                    <a:pt x="564" y="1180"/>
                    <a:pt x="578" y="1220"/>
                    <a:pt x="593" y="1261"/>
                  </a:cubicBezTo>
                  <a:cubicBezTo>
                    <a:pt x="526" y="1462"/>
                    <a:pt x="517" y="1674"/>
                    <a:pt x="555" y="1812"/>
                  </a:cubicBezTo>
                  <a:cubicBezTo>
                    <a:pt x="648" y="2139"/>
                    <a:pt x="845" y="2275"/>
                    <a:pt x="903" y="2309"/>
                  </a:cubicBezTo>
                  <a:cubicBezTo>
                    <a:pt x="903" y="2307"/>
                    <a:pt x="901" y="2304"/>
                    <a:pt x="900" y="2303"/>
                  </a:cubicBezTo>
                  <a:lnTo>
                    <a:pt x="900" y="2303"/>
                  </a:lnTo>
                  <a:cubicBezTo>
                    <a:pt x="913" y="2313"/>
                    <a:pt x="921" y="2318"/>
                    <a:pt x="921" y="2318"/>
                  </a:cubicBezTo>
                  <a:cubicBezTo>
                    <a:pt x="921" y="2318"/>
                    <a:pt x="442" y="2726"/>
                    <a:pt x="534" y="3368"/>
                  </a:cubicBezTo>
                  <a:cubicBezTo>
                    <a:pt x="606" y="3867"/>
                    <a:pt x="1095" y="3976"/>
                    <a:pt x="1150" y="3986"/>
                  </a:cubicBezTo>
                  <a:cubicBezTo>
                    <a:pt x="1158" y="3973"/>
                    <a:pt x="854" y="3815"/>
                    <a:pt x="757" y="3342"/>
                  </a:cubicBezTo>
                  <a:cubicBezTo>
                    <a:pt x="658" y="2869"/>
                    <a:pt x="1094" y="2459"/>
                    <a:pt x="1094" y="2459"/>
                  </a:cubicBezTo>
                  <a:cubicBezTo>
                    <a:pt x="1190" y="2477"/>
                    <a:pt x="1298" y="2486"/>
                    <a:pt x="1417" y="2486"/>
                  </a:cubicBezTo>
                  <a:cubicBezTo>
                    <a:pt x="1867" y="2486"/>
                    <a:pt x="2486" y="2356"/>
                    <a:pt x="3322" y="2067"/>
                  </a:cubicBezTo>
                  <a:cubicBezTo>
                    <a:pt x="3638" y="1959"/>
                    <a:pt x="3926" y="1664"/>
                    <a:pt x="3948" y="1651"/>
                  </a:cubicBezTo>
                  <a:lnTo>
                    <a:pt x="3948" y="1651"/>
                  </a:lnTo>
                  <a:cubicBezTo>
                    <a:pt x="3723" y="1778"/>
                    <a:pt x="3514" y="1902"/>
                    <a:pt x="2597" y="2145"/>
                  </a:cubicBezTo>
                  <a:cubicBezTo>
                    <a:pt x="2232" y="2242"/>
                    <a:pt x="1774" y="2362"/>
                    <a:pt x="1388" y="2362"/>
                  </a:cubicBezTo>
                  <a:cubicBezTo>
                    <a:pt x="1189" y="2362"/>
                    <a:pt x="1008" y="2330"/>
                    <a:pt x="870" y="2246"/>
                  </a:cubicBezTo>
                  <a:cubicBezTo>
                    <a:pt x="725" y="1961"/>
                    <a:pt x="633" y="1638"/>
                    <a:pt x="706" y="1322"/>
                  </a:cubicBezTo>
                  <a:cubicBezTo>
                    <a:pt x="763" y="1068"/>
                    <a:pt x="933" y="870"/>
                    <a:pt x="1132" y="712"/>
                  </a:cubicBezTo>
                  <a:lnTo>
                    <a:pt x="1132" y="712"/>
                  </a:lnTo>
                  <a:cubicBezTo>
                    <a:pt x="1080" y="733"/>
                    <a:pt x="1034" y="752"/>
                    <a:pt x="995" y="770"/>
                  </a:cubicBezTo>
                  <a:cubicBezTo>
                    <a:pt x="889" y="818"/>
                    <a:pt x="800" y="892"/>
                    <a:pt x="731" y="986"/>
                  </a:cubicBezTo>
                  <a:cubicBezTo>
                    <a:pt x="712" y="947"/>
                    <a:pt x="691" y="910"/>
                    <a:pt x="672" y="873"/>
                  </a:cubicBezTo>
                  <a:cubicBezTo>
                    <a:pt x="612" y="759"/>
                    <a:pt x="543" y="658"/>
                    <a:pt x="485" y="564"/>
                  </a:cubicBezTo>
                  <a:cubicBezTo>
                    <a:pt x="421" y="472"/>
                    <a:pt x="363" y="388"/>
                    <a:pt x="303" y="318"/>
                  </a:cubicBezTo>
                  <a:cubicBezTo>
                    <a:pt x="248" y="247"/>
                    <a:pt x="193" y="188"/>
                    <a:pt x="150" y="141"/>
                  </a:cubicBezTo>
                  <a:cubicBezTo>
                    <a:pt x="104" y="91"/>
                    <a:pt x="53" y="45"/>
                    <a:pt x="1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8" name="Google Shape;7398;p67"/>
            <p:cNvSpPr/>
            <p:nvPr/>
          </p:nvSpPr>
          <p:spPr>
            <a:xfrm>
              <a:off x="9911925" y="2539638"/>
              <a:ext cx="97625" cy="68325"/>
            </a:xfrm>
            <a:custGeom>
              <a:avLst/>
              <a:gdLst/>
              <a:ahLst/>
              <a:cxnLst/>
              <a:rect l="l" t="t" r="r" b="b"/>
              <a:pathLst>
                <a:path w="3905" h="2733" extrusionOk="0">
                  <a:moveTo>
                    <a:pt x="3700" y="1"/>
                  </a:moveTo>
                  <a:lnTo>
                    <a:pt x="3700" y="1"/>
                  </a:lnTo>
                  <a:cubicBezTo>
                    <a:pt x="3730" y="227"/>
                    <a:pt x="3759" y="454"/>
                    <a:pt x="3777" y="681"/>
                  </a:cubicBezTo>
                  <a:cubicBezTo>
                    <a:pt x="3785" y="793"/>
                    <a:pt x="3790" y="906"/>
                    <a:pt x="3787" y="1016"/>
                  </a:cubicBezTo>
                  <a:cubicBezTo>
                    <a:pt x="3787" y="1045"/>
                    <a:pt x="3785" y="1071"/>
                    <a:pt x="3782" y="1098"/>
                  </a:cubicBezTo>
                  <a:cubicBezTo>
                    <a:pt x="3780" y="1124"/>
                    <a:pt x="3775" y="1147"/>
                    <a:pt x="3769" y="1171"/>
                  </a:cubicBezTo>
                  <a:cubicBezTo>
                    <a:pt x="3756" y="1220"/>
                    <a:pt x="3735" y="1268"/>
                    <a:pt x="3708" y="1311"/>
                  </a:cubicBezTo>
                  <a:cubicBezTo>
                    <a:pt x="3650" y="1401"/>
                    <a:pt x="3580" y="1483"/>
                    <a:pt x="3498" y="1552"/>
                  </a:cubicBezTo>
                  <a:cubicBezTo>
                    <a:pt x="3414" y="1623"/>
                    <a:pt x="3325" y="1687"/>
                    <a:pt x="3231" y="1745"/>
                  </a:cubicBezTo>
                  <a:cubicBezTo>
                    <a:pt x="3040" y="1863"/>
                    <a:pt x="2840" y="1962"/>
                    <a:pt x="2631" y="2044"/>
                  </a:cubicBezTo>
                  <a:cubicBezTo>
                    <a:pt x="2527" y="2085"/>
                    <a:pt x="2421" y="2123"/>
                    <a:pt x="2315" y="2154"/>
                  </a:cubicBezTo>
                  <a:cubicBezTo>
                    <a:pt x="2288" y="2161"/>
                    <a:pt x="2261" y="2169"/>
                    <a:pt x="2235" y="2176"/>
                  </a:cubicBezTo>
                  <a:lnTo>
                    <a:pt x="2153" y="2196"/>
                  </a:lnTo>
                  <a:cubicBezTo>
                    <a:pt x="2097" y="2209"/>
                    <a:pt x="2041" y="2224"/>
                    <a:pt x="1986" y="2239"/>
                  </a:cubicBezTo>
                  <a:cubicBezTo>
                    <a:pt x="1874" y="2270"/>
                    <a:pt x="1763" y="2303"/>
                    <a:pt x="1655" y="2340"/>
                  </a:cubicBezTo>
                  <a:cubicBezTo>
                    <a:pt x="1546" y="2378"/>
                    <a:pt x="1438" y="2415"/>
                    <a:pt x="1329" y="2452"/>
                  </a:cubicBezTo>
                  <a:cubicBezTo>
                    <a:pt x="1276" y="2470"/>
                    <a:pt x="1222" y="2488"/>
                    <a:pt x="1168" y="2506"/>
                  </a:cubicBezTo>
                  <a:cubicBezTo>
                    <a:pt x="1115" y="2524"/>
                    <a:pt x="1061" y="2540"/>
                    <a:pt x="1006" y="2557"/>
                  </a:cubicBezTo>
                  <a:cubicBezTo>
                    <a:pt x="899" y="2589"/>
                    <a:pt x="788" y="2616"/>
                    <a:pt x="678" y="2639"/>
                  </a:cubicBezTo>
                  <a:cubicBezTo>
                    <a:pt x="454" y="2683"/>
                    <a:pt x="229" y="2710"/>
                    <a:pt x="1" y="2718"/>
                  </a:cubicBezTo>
                  <a:cubicBezTo>
                    <a:pt x="104" y="2728"/>
                    <a:pt x="206" y="2733"/>
                    <a:pt x="309" y="2733"/>
                  </a:cubicBezTo>
                  <a:cubicBezTo>
                    <a:pt x="436" y="2733"/>
                    <a:pt x="563" y="2725"/>
                    <a:pt x="690" y="2710"/>
                  </a:cubicBezTo>
                  <a:cubicBezTo>
                    <a:pt x="918" y="2679"/>
                    <a:pt x="1143" y="2630"/>
                    <a:pt x="1364" y="2561"/>
                  </a:cubicBezTo>
                  <a:lnTo>
                    <a:pt x="1693" y="2466"/>
                  </a:lnTo>
                  <a:cubicBezTo>
                    <a:pt x="1802" y="2434"/>
                    <a:pt x="1911" y="2404"/>
                    <a:pt x="2021" y="2378"/>
                  </a:cubicBezTo>
                  <a:cubicBezTo>
                    <a:pt x="2077" y="2366"/>
                    <a:pt x="2130" y="2352"/>
                    <a:pt x="2185" y="2340"/>
                  </a:cubicBezTo>
                  <a:lnTo>
                    <a:pt x="2227" y="2331"/>
                  </a:lnTo>
                  <a:cubicBezTo>
                    <a:pt x="2242" y="2328"/>
                    <a:pt x="2257" y="2325"/>
                    <a:pt x="2270" y="2322"/>
                  </a:cubicBezTo>
                  <a:cubicBezTo>
                    <a:pt x="2300" y="2315"/>
                    <a:pt x="2329" y="2308"/>
                    <a:pt x="2357" y="2300"/>
                  </a:cubicBezTo>
                  <a:cubicBezTo>
                    <a:pt x="2469" y="2269"/>
                    <a:pt x="2579" y="2232"/>
                    <a:pt x="2688" y="2190"/>
                  </a:cubicBezTo>
                  <a:cubicBezTo>
                    <a:pt x="2797" y="2147"/>
                    <a:pt x="2904" y="2100"/>
                    <a:pt x="3009" y="2048"/>
                  </a:cubicBezTo>
                  <a:cubicBezTo>
                    <a:pt x="3113" y="1996"/>
                    <a:pt x="3214" y="1938"/>
                    <a:pt x="3313" y="1875"/>
                  </a:cubicBezTo>
                  <a:cubicBezTo>
                    <a:pt x="3413" y="1811"/>
                    <a:pt x="3507" y="1739"/>
                    <a:pt x="3595" y="1660"/>
                  </a:cubicBezTo>
                  <a:cubicBezTo>
                    <a:pt x="3686" y="1578"/>
                    <a:pt x="3763" y="1484"/>
                    <a:pt x="3824" y="1379"/>
                  </a:cubicBezTo>
                  <a:cubicBezTo>
                    <a:pt x="3854" y="1323"/>
                    <a:pt x="3878" y="1264"/>
                    <a:pt x="3891" y="1201"/>
                  </a:cubicBezTo>
                  <a:cubicBezTo>
                    <a:pt x="3899" y="1170"/>
                    <a:pt x="3902" y="1137"/>
                    <a:pt x="3903" y="1106"/>
                  </a:cubicBezTo>
                  <a:cubicBezTo>
                    <a:pt x="3905" y="1076"/>
                    <a:pt x="3905" y="1046"/>
                    <a:pt x="3903" y="1016"/>
                  </a:cubicBezTo>
                  <a:cubicBezTo>
                    <a:pt x="3897" y="900"/>
                    <a:pt x="3885" y="784"/>
                    <a:pt x="3865" y="670"/>
                  </a:cubicBezTo>
                  <a:cubicBezTo>
                    <a:pt x="3824" y="444"/>
                    <a:pt x="3771" y="220"/>
                    <a:pt x="3700" y="1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9" name="Google Shape;7399;p67"/>
            <p:cNvSpPr/>
            <p:nvPr/>
          </p:nvSpPr>
          <p:spPr>
            <a:xfrm>
              <a:off x="10289650" y="2367063"/>
              <a:ext cx="440175" cy="241325"/>
            </a:xfrm>
            <a:custGeom>
              <a:avLst/>
              <a:gdLst/>
              <a:ahLst/>
              <a:cxnLst/>
              <a:rect l="l" t="t" r="r" b="b"/>
              <a:pathLst>
                <a:path w="17607" h="9653" extrusionOk="0">
                  <a:moveTo>
                    <a:pt x="7769" y="1"/>
                  </a:moveTo>
                  <a:cubicBezTo>
                    <a:pt x="6950" y="1"/>
                    <a:pt x="6190" y="87"/>
                    <a:pt x="5715" y="87"/>
                  </a:cubicBezTo>
                  <a:cubicBezTo>
                    <a:pt x="5689" y="87"/>
                    <a:pt x="5664" y="87"/>
                    <a:pt x="5640" y="86"/>
                  </a:cubicBezTo>
                  <a:cubicBezTo>
                    <a:pt x="5562" y="84"/>
                    <a:pt x="5485" y="84"/>
                    <a:pt x="5409" y="84"/>
                  </a:cubicBezTo>
                  <a:cubicBezTo>
                    <a:pt x="4491" y="84"/>
                    <a:pt x="3705" y="196"/>
                    <a:pt x="3302" y="335"/>
                  </a:cubicBezTo>
                  <a:cubicBezTo>
                    <a:pt x="2865" y="486"/>
                    <a:pt x="2392" y="753"/>
                    <a:pt x="2225" y="1137"/>
                  </a:cubicBezTo>
                  <a:cubicBezTo>
                    <a:pt x="2058" y="1522"/>
                    <a:pt x="1950" y="1838"/>
                    <a:pt x="2030" y="2102"/>
                  </a:cubicBezTo>
                  <a:cubicBezTo>
                    <a:pt x="2109" y="2365"/>
                    <a:pt x="2293" y="2588"/>
                    <a:pt x="2293" y="2588"/>
                  </a:cubicBezTo>
                  <a:cubicBezTo>
                    <a:pt x="2293" y="2588"/>
                    <a:pt x="1739" y="2614"/>
                    <a:pt x="1587" y="2842"/>
                  </a:cubicBezTo>
                  <a:cubicBezTo>
                    <a:pt x="1323" y="3240"/>
                    <a:pt x="1168" y="3815"/>
                    <a:pt x="1247" y="4064"/>
                  </a:cubicBezTo>
                  <a:cubicBezTo>
                    <a:pt x="1326" y="4315"/>
                    <a:pt x="1735" y="4536"/>
                    <a:pt x="1735" y="4536"/>
                  </a:cubicBezTo>
                  <a:cubicBezTo>
                    <a:pt x="1340" y="4658"/>
                    <a:pt x="824" y="4895"/>
                    <a:pt x="746" y="5344"/>
                  </a:cubicBezTo>
                  <a:cubicBezTo>
                    <a:pt x="669" y="5791"/>
                    <a:pt x="639" y="6009"/>
                    <a:pt x="806" y="6295"/>
                  </a:cubicBezTo>
                  <a:cubicBezTo>
                    <a:pt x="971" y="6582"/>
                    <a:pt x="1478" y="6904"/>
                    <a:pt x="1478" y="6904"/>
                  </a:cubicBezTo>
                  <a:cubicBezTo>
                    <a:pt x="287" y="7183"/>
                    <a:pt x="148" y="7548"/>
                    <a:pt x="108" y="8055"/>
                  </a:cubicBezTo>
                  <a:cubicBezTo>
                    <a:pt x="1" y="9433"/>
                    <a:pt x="1516" y="9558"/>
                    <a:pt x="2770" y="9628"/>
                  </a:cubicBezTo>
                  <a:cubicBezTo>
                    <a:pt x="3079" y="9646"/>
                    <a:pt x="3412" y="9652"/>
                    <a:pt x="3738" y="9652"/>
                  </a:cubicBezTo>
                  <a:cubicBezTo>
                    <a:pt x="4736" y="9652"/>
                    <a:pt x="5675" y="9590"/>
                    <a:pt x="5706" y="9588"/>
                  </a:cubicBezTo>
                  <a:cubicBezTo>
                    <a:pt x="7846" y="9466"/>
                    <a:pt x="10518" y="6907"/>
                    <a:pt x="10983" y="6559"/>
                  </a:cubicBezTo>
                  <a:cubicBezTo>
                    <a:pt x="11319" y="6310"/>
                    <a:pt x="11936" y="6230"/>
                    <a:pt x="12747" y="6230"/>
                  </a:cubicBezTo>
                  <a:cubicBezTo>
                    <a:pt x="13062" y="6230"/>
                    <a:pt x="13406" y="6242"/>
                    <a:pt x="13775" y="6261"/>
                  </a:cubicBezTo>
                  <a:cubicBezTo>
                    <a:pt x="14499" y="6298"/>
                    <a:pt x="15290" y="6344"/>
                    <a:pt x="16137" y="6382"/>
                  </a:cubicBezTo>
                  <a:cubicBezTo>
                    <a:pt x="16240" y="6386"/>
                    <a:pt x="16830" y="6435"/>
                    <a:pt x="17607" y="6495"/>
                  </a:cubicBezTo>
                  <a:lnTo>
                    <a:pt x="17607" y="128"/>
                  </a:lnTo>
                  <a:cubicBezTo>
                    <a:pt x="16501" y="277"/>
                    <a:pt x="15698" y="384"/>
                    <a:pt x="15516" y="407"/>
                  </a:cubicBezTo>
                  <a:cubicBezTo>
                    <a:pt x="13316" y="683"/>
                    <a:pt x="12024" y="740"/>
                    <a:pt x="11329" y="740"/>
                  </a:cubicBezTo>
                  <a:cubicBezTo>
                    <a:pt x="10834" y="740"/>
                    <a:pt x="10643" y="711"/>
                    <a:pt x="10643" y="711"/>
                  </a:cubicBezTo>
                  <a:cubicBezTo>
                    <a:pt x="9875" y="131"/>
                    <a:pt x="8777" y="1"/>
                    <a:pt x="7769" y="1"/>
                  </a:cubicBezTo>
                  <a:close/>
                </a:path>
              </a:pathLst>
            </a:custGeom>
            <a:solidFill>
              <a:srgbClr val="C379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0" name="Google Shape;7400;p67"/>
            <p:cNvSpPr/>
            <p:nvPr/>
          </p:nvSpPr>
          <p:spPr>
            <a:xfrm>
              <a:off x="10361975" y="2523513"/>
              <a:ext cx="14625" cy="42925"/>
            </a:xfrm>
            <a:custGeom>
              <a:avLst/>
              <a:gdLst/>
              <a:ahLst/>
              <a:cxnLst/>
              <a:rect l="l" t="t" r="r" b="b"/>
              <a:pathLst>
                <a:path w="585" h="1717" extrusionOk="0">
                  <a:moveTo>
                    <a:pt x="569" y="0"/>
                  </a:moveTo>
                  <a:cubicBezTo>
                    <a:pt x="561" y="37"/>
                    <a:pt x="554" y="76"/>
                    <a:pt x="546" y="113"/>
                  </a:cubicBezTo>
                  <a:cubicBezTo>
                    <a:pt x="487" y="406"/>
                    <a:pt x="391" y="687"/>
                    <a:pt x="303" y="971"/>
                  </a:cubicBezTo>
                  <a:cubicBezTo>
                    <a:pt x="226" y="1221"/>
                    <a:pt x="164" y="1488"/>
                    <a:pt x="6" y="1701"/>
                  </a:cubicBezTo>
                  <a:lnTo>
                    <a:pt x="0" y="1716"/>
                  </a:lnTo>
                  <a:cubicBezTo>
                    <a:pt x="0" y="1716"/>
                    <a:pt x="33" y="1693"/>
                    <a:pt x="87" y="1645"/>
                  </a:cubicBezTo>
                  <a:cubicBezTo>
                    <a:pt x="118" y="1615"/>
                    <a:pt x="150" y="1584"/>
                    <a:pt x="176" y="1551"/>
                  </a:cubicBezTo>
                  <a:cubicBezTo>
                    <a:pt x="214" y="1509"/>
                    <a:pt x="248" y="1464"/>
                    <a:pt x="279" y="1418"/>
                  </a:cubicBezTo>
                  <a:cubicBezTo>
                    <a:pt x="317" y="1361"/>
                    <a:pt x="349" y="1303"/>
                    <a:pt x="379" y="1245"/>
                  </a:cubicBezTo>
                  <a:cubicBezTo>
                    <a:pt x="394" y="1212"/>
                    <a:pt x="412" y="1180"/>
                    <a:pt x="425" y="1145"/>
                  </a:cubicBezTo>
                  <a:cubicBezTo>
                    <a:pt x="440" y="1111"/>
                    <a:pt x="452" y="1075"/>
                    <a:pt x="466" y="1038"/>
                  </a:cubicBezTo>
                  <a:cubicBezTo>
                    <a:pt x="479" y="1002"/>
                    <a:pt x="491" y="965"/>
                    <a:pt x="501" y="926"/>
                  </a:cubicBezTo>
                  <a:cubicBezTo>
                    <a:pt x="513" y="889"/>
                    <a:pt x="522" y="848"/>
                    <a:pt x="530" y="810"/>
                  </a:cubicBezTo>
                  <a:cubicBezTo>
                    <a:pt x="539" y="771"/>
                    <a:pt x="548" y="731"/>
                    <a:pt x="554" y="690"/>
                  </a:cubicBezTo>
                  <a:cubicBezTo>
                    <a:pt x="560" y="650"/>
                    <a:pt x="564" y="610"/>
                    <a:pt x="570" y="568"/>
                  </a:cubicBezTo>
                  <a:cubicBezTo>
                    <a:pt x="578" y="488"/>
                    <a:pt x="584" y="407"/>
                    <a:pt x="584" y="327"/>
                  </a:cubicBezTo>
                  <a:cubicBezTo>
                    <a:pt x="585" y="249"/>
                    <a:pt x="584" y="170"/>
                    <a:pt x="576" y="92"/>
                  </a:cubicBezTo>
                  <a:cubicBezTo>
                    <a:pt x="575" y="61"/>
                    <a:pt x="572" y="30"/>
                    <a:pt x="569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1" name="Google Shape;7401;p67"/>
            <p:cNvSpPr/>
            <p:nvPr/>
          </p:nvSpPr>
          <p:spPr>
            <a:xfrm>
              <a:off x="10305600" y="2368238"/>
              <a:ext cx="186950" cy="176100"/>
            </a:xfrm>
            <a:custGeom>
              <a:avLst/>
              <a:gdLst/>
              <a:ahLst/>
              <a:cxnLst/>
              <a:rect l="l" t="t" r="r" b="b"/>
              <a:pathLst>
                <a:path w="7478" h="7044" extrusionOk="0">
                  <a:moveTo>
                    <a:pt x="3298" y="565"/>
                  </a:moveTo>
                  <a:cubicBezTo>
                    <a:pt x="3299" y="567"/>
                    <a:pt x="3299" y="568"/>
                    <a:pt x="3301" y="570"/>
                  </a:cubicBezTo>
                  <a:cubicBezTo>
                    <a:pt x="3320" y="595"/>
                    <a:pt x="3347" y="630"/>
                    <a:pt x="3375" y="673"/>
                  </a:cubicBezTo>
                  <a:cubicBezTo>
                    <a:pt x="3390" y="694"/>
                    <a:pt x="3402" y="717"/>
                    <a:pt x="3419" y="741"/>
                  </a:cubicBezTo>
                  <a:cubicBezTo>
                    <a:pt x="3433" y="764"/>
                    <a:pt x="3447" y="791"/>
                    <a:pt x="3459" y="819"/>
                  </a:cubicBezTo>
                  <a:cubicBezTo>
                    <a:pt x="3466" y="832"/>
                    <a:pt x="3472" y="846"/>
                    <a:pt x="3480" y="859"/>
                  </a:cubicBezTo>
                  <a:cubicBezTo>
                    <a:pt x="3487" y="873"/>
                    <a:pt x="3492" y="887"/>
                    <a:pt x="3498" y="902"/>
                  </a:cubicBezTo>
                  <a:cubicBezTo>
                    <a:pt x="3511" y="931"/>
                    <a:pt x="3520" y="961"/>
                    <a:pt x="3530" y="990"/>
                  </a:cubicBezTo>
                  <a:cubicBezTo>
                    <a:pt x="3539" y="1022"/>
                    <a:pt x="3548" y="1052"/>
                    <a:pt x="3557" y="1081"/>
                  </a:cubicBezTo>
                  <a:cubicBezTo>
                    <a:pt x="3562" y="1113"/>
                    <a:pt x="3571" y="1142"/>
                    <a:pt x="3577" y="1174"/>
                  </a:cubicBezTo>
                  <a:cubicBezTo>
                    <a:pt x="3583" y="1204"/>
                    <a:pt x="3584" y="1232"/>
                    <a:pt x="3590" y="1259"/>
                  </a:cubicBezTo>
                  <a:cubicBezTo>
                    <a:pt x="3390" y="1177"/>
                    <a:pt x="3225" y="1101"/>
                    <a:pt x="3159" y="1049"/>
                  </a:cubicBezTo>
                  <a:cubicBezTo>
                    <a:pt x="3131" y="1028"/>
                    <a:pt x="3099" y="1004"/>
                    <a:pt x="3064" y="981"/>
                  </a:cubicBezTo>
                  <a:cubicBezTo>
                    <a:pt x="3062" y="832"/>
                    <a:pt x="3158" y="677"/>
                    <a:pt x="3298" y="565"/>
                  </a:cubicBezTo>
                  <a:close/>
                  <a:moveTo>
                    <a:pt x="3940" y="6629"/>
                  </a:moveTo>
                  <a:cubicBezTo>
                    <a:pt x="3969" y="6643"/>
                    <a:pt x="3997" y="6658"/>
                    <a:pt x="4024" y="6675"/>
                  </a:cubicBezTo>
                  <a:lnTo>
                    <a:pt x="4023" y="6676"/>
                  </a:lnTo>
                  <a:cubicBezTo>
                    <a:pt x="4012" y="6672"/>
                    <a:pt x="4002" y="6666"/>
                    <a:pt x="3993" y="6661"/>
                  </a:cubicBezTo>
                  <a:cubicBezTo>
                    <a:pt x="3975" y="6651"/>
                    <a:pt x="3957" y="6640"/>
                    <a:pt x="3940" y="6629"/>
                  </a:cubicBezTo>
                  <a:close/>
                  <a:moveTo>
                    <a:pt x="5891" y="0"/>
                  </a:moveTo>
                  <a:lnTo>
                    <a:pt x="5891" y="0"/>
                  </a:lnTo>
                  <a:cubicBezTo>
                    <a:pt x="5572" y="20"/>
                    <a:pt x="5290" y="38"/>
                    <a:pt x="5070" y="38"/>
                  </a:cubicBezTo>
                  <a:cubicBezTo>
                    <a:pt x="5046" y="38"/>
                    <a:pt x="5023" y="38"/>
                    <a:pt x="5001" y="38"/>
                  </a:cubicBezTo>
                  <a:cubicBezTo>
                    <a:pt x="4907" y="35"/>
                    <a:pt x="4816" y="34"/>
                    <a:pt x="4726" y="34"/>
                  </a:cubicBezTo>
                  <a:cubicBezTo>
                    <a:pt x="3837" y="34"/>
                    <a:pt x="3114" y="132"/>
                    <a:pt x="2718" y="267"/>
                  </a:cubicBezTo>
                  <a:cubicBezTo>
                    <a:pt x="2297" y="413"/>
                    <a:pt x="1789" y="685"/>
                    <a:pt x="1605" y="1050"/>
                  </a:cubicBezTo>
                  <a:cubicBezTo>
                    <a:pt x="1598" y="1062"/>
                    <a:pt x="1592" y="1074"/>
                    <a:pt x="1586" y="1087"/>
                  </a:cubicBezTo>
                  <a:lnTo>
                    <a:pt x="1586" y="1089"/>
                  </a:lnTo>
                  <a:cubicBezTo>
                    <a:pt x="1572" y="1119"/>
                    <a:pt x="1561" y="1150"/>
                    <a:pt x="1547" y="1180"/>
                  </a:cubicBezTo>
                  <a:lnTo>
                    <a:pt x="1541" y="1196"/>
                  </a:lnTo>
                  <a:cubicBezTo>
                    <a:pt x="1401" y="1532"/>
                    <a:pt x="1320" y="1815"/>
                    <a:pt x="1392" y="2052"/>
                  </a:cubicBezTo>
                  <a:cubicBezTo>
                    <a:pt x="1471" y="2315"/>
                    <a:pt x="1655" y="2540"/>
                    <a:pt x="1655" y="2540"/>
                  </a:cubicBezTo>
                  <a:cubicBezTo>
                    <a:pt x="1655" y="2540"/>
                    <a:pt x="1100" y="2564"/>
                    <a:pt x="949" y="2792"/>
                  </a:cubicBezTo>
                  <a:cubicBezTo>
                    <a:pt x="685" y="3191"/>
                    <a:pt x="529" y="3765"/>
                    <a:pt x="608" y="4014"/>
                  </a:cubicBezTo>
                  <a:cubicBezTo>
                    <a:pt x="687" y="4265"/>
                    <a:pt x="1097" y="4486"/>
                    <a:pt x="1097" y="4486"/>
                  </a:cubicBezTo>
                  <a:cubicBezTo>
                    <a:pt x="702" y="4609"/>
                    <a:pt x="186" y="4847"/>
                    <a:pt x="108" y="5294"/>
                  </a:cubicBezTo>
                  <a:cubicBezTo>
                    <a:pt x="31" y="5743"/>
                    <a:pt x="1" y="5959"/>
                    <a:pt x="166" y="6245"/>
                  </a:cubicBezTo>
                  <a:cubicBezTo>
                    <a:pt x="278" y="6441"/>
                    <a:pt x="548" y="6651"/>
                    <a:pt x="711" y="6766"/>
                  </a:cubicBezTo>
                  <a:cubicBezTo>
                    <a:pt x="712" y="6766"/>
                    <a:pt x="713" y="6766"/>
                    <a:pt x="714" y="6766"/>
                  </a:cubicBezTo>
                  <a:cubicBezTo>
                    <a:pt x="743" y="6766"/>
                    <a:pt x="760" y="6783"/>
                    <a:pt x="776" y="6803"/>
                  </a:cubicBezTo>
                  <a:cubicBezTo>
                    <a:pt x="787" y="6815"/>
                    <a:pt x="801" y="6821"/>
                    <a:pt x="815" y="6821"/>
                  </a:cubicBezTo>
                  <a:cubicBezTo>
                    <a:pt x="836" y="6821"/>
                    <a:pt x="856" y="6809"/>
                    <a:pt x="864" y="6787"/>
                  </a:cubicBezTo>
                  <a:cubicBezTo>
                    <a:pt x="946" y="6554"/>
                    <a:pt x="1143" y="5382"/>
                    <a:pt x="1143" y="5382"/>
                  </a:cubicBezTo>
                  <a:cubicBezTo>
                    <a:pt x="1143" y="5382"/>
                    <a:pt x="1346" y="4378"/>
                    <a:pt x="1892" y="4378"/>
                  </a:cubicBezTo>
                  <a:cubicBezTo>
                    <a:pt x="1911" y="4378"/>
                    <a:pt x="1929" y="4379"/>
                    <a:pt x="1948" y="4381"/>
                  </a:cubicBezTo>
                  <a:cubicBezTo>
                    <a:pt x="2166" y="4436"/>
                    <a:pt x="2603" y="4686"/>
                    <a:pt x="2756" y="5504"/>
                  </a:cubicBezTo>
                  <a:cubicBezTo>
                    <a:pt x="2828" y="5886"/>
                    <a:pt x="2867" y="6126"/>
                    <a:pt x="2831" y="6465"/>
                  </a:cubicBezTo>
                  <a:cubicBezTo>
                    <a:pt x="2938" y="6439"/>
                    <a:pt x="3053" y="6428"/>
                    <a:pt x="3169" y="6428"/>
                  </a:cubicBezTo>
                  <a:cubicBezTo>
                    <a:pt x="3502" y="6428"/>
                    <a:pt x="3831" y="6520"/>
                    <a:pt x="3930" y="6621"/>
                  </a:cubicBezTo>
                  <a:cubicBezTo>
                    <a:pt x="3932" y="6624"/>
                    <a:pt x="4136" y="6854"/>
                    <a:pt x="4252" y="6895"/>
                  </a:cubicBezTo>
                  <a:cubicBezTo>
                    <a:pt x="4300" y="6918"/>
                    <a:pt x="4349" y="6937"/>
                    <a:pt x="4398" y="6954"/>
                  </a:cubicBezTo>
                  <a:cubicBezTo>
                    <a:pt x="4452" y="6973"/>
                    <a:pt x="4506" y="6986"/>
                    <a:pt x="4559" y="6998"/>
                  </a:cubicBezTo>
                  <a:cubicBezTo>
                    <a:pt x="4616" y="7012"/>
                    <a:pt x="4673" y="7021"/>
                    <a:pt x="4729" y="7028"/>
                  </a:cubicBezTo>
                  <a:cubicBezTo>
                    <a:pt x="4786" y="7037"/>
                    <a:pt x="4843" y="7037"/>
                    <a:pt x="4899" y="7040"/>
                  </a:cubicBezTo>
                  <a:cubicBezTo>
                    <a:pt x="4927" y="7042"/>
                    <a:pt x="4954" y="7043"/>
                    <a:pt x="4982" y="7043"/>
                  </a:cubicBezTo>
                  <a:cubicBezTo>
                    <a:pt x="5010" y="7043"/>
                    <a:pt x="5037" y="7042"/>
                    <a:pt x="5065" y="7040"/>
                  </a:cubicBezTo>
                  <a:cubicBezTo>
                    <a:pt x="5116" y="7040"/>
                    <a:pt x="5166" y="7037"/>
                    <a:pt x="5217" y="7031"/>
                  </a:cubicBezTo>
                  <a:cubicBezTo>
                    <a:pt x="5265" y="7025"/>
                    <a:pt x="5311" y="7018"/>
                    <a:pt x="5353" y="7012"/>
                  </a:cubicBezTo>
                  <a:cubicBezTo>
                    <a:pt x="5390" y="7006"/>
                    <a:pt x="5429" y="6998"/>
                    <a:pt x="5466" y="6989"/>
                  </a:cubicBezTo>
                  <a:cubicBezTo>
                    <a:pt x="5500" y="6982"/>
                    <a:pt x="5529" y="6973"/>
                    <a:pt x="5552" y="6967"/>
                  </a:cubicBezTo>
                  <a:cubicBezTo>
                    <a:pt x="5600" y="6954"/>
                    <a:pt x="5627" y="6943"/>
                    <a:pt x="5627" y="6943"/>
                  </a:cubicBezTo>
                  <a:cubicBezTo>
                    <a:pt x="5627" y="6943"/>
                    <a:pt x="5599" y="6939"/>
                    <a:pt x="5549" y="6933"/>
                  </a:cubicBezTo>
                  <a:cubicBezTo>
                    <a:pt x="5526" y="6930"/>
                    <a:pt x="5496" y="6925"/>
                    <a:pt x="5461" y="6924"/>
                  </a:cubicBezTo>
                  <a:cubicBezTo>
                    <a:pt x="5427" y="6921"/>
                    <a:pt x="5388" y="6918"/>
                    <a:pt x="5348" y="6913"/>
                  </a:cubicBezTo>
                  <a:cubicBezTo>
                    <a:pt x="5306" y="6909"/>
                    <a:pt x="5262" y="6904"/>
                    <a:pt x="5214" y="6901"/>
                  </a:cubicBezTo>
                  <a:cubicBezTo>
                    <a:pt x="5166" y="6898"/>
                    <a:pt x="5117" y="6894"/>
                    <a:pt x="5066" y="6889"/>
                  </a:cubicBezTo>
                  <a:cubicBezTo>
                    <a:pt x="5016" y="6887"/>
                    <a:pt x="4962" y="6884"/>
                    <a:pt x="4910" y="6876"/>
                  </a:cubicBezTo>
                  <a:cubicBezTo>
                    <a:pt x="4856" y="6870"/>
                    <a:pt x="4802" y="6869"/>
                    <a:pt x="4749" y="6860"/>
                  </a:cubicBezTo>
                  <a:cubicBezTo>
                    <a:pt x="4695" y="6849"/>
                    <a:pt x="4641" y="6846"/>
                    <a:pt x="4589" y="6837"/>
                  </a:cubicBezTo>
                  <a:cubicBezTo>
                    <a:pt x="4564" y="6833"/>
                    <a:pt x="4538" y="6828"/>
                    <a:pt x="4512" y="6824"/>
                  </a:cubicBezTo>
                  <a:cubicBezTo>
                    <a:pt x="4486" y="6821"/>
                    <a:pt x="4462" y="6813"/>
                    <a:pt x="4437" y="6809"/>
                  </a:cubicBezTo>
                  <a:cubicBezTo>
                    <a:pt x="4388" y="6800"/>
                    <a:pt x="4342" y="6787"/>
                    <a:pt x="4297" y="6776"/>
                  </a:cubicBezTo>
                  <a:cubicBezTo>
                    <a:pt x="4275" y="6772"/>
                    <a:pt x="4254" y="6763"/>
                    <a:pt x="4233" y="6758"/>
                  </a:cubicBezTo>
                  <a:cubicBezTo>
                    <a:pt x="4212" y="6752"/>
                    <a:pt x="4192" y="6746"/>
                    <a:pt x="4173" y="6739"/>
                  </a:cubicBezTo>
                  <a:cubicBezTo>
                    <a:pt x="4136" y="6725"/>
                    <a:pt x="4100" y="6712"/>
                    <a:pt x="4070" y="6699"/>
                  </a:cubicBezTo>
                  <a:lnTo>
                    <a:pt x="4064" y="6697"/>
                  </a:lnTo>
                  <a:cubicBezTo>
                    <a:pt x="4100" y="6629"/>
                    <a:pt x="4142" y="6564"/>
                    <a:pt x="4187" y="6502"/>
                  </a:cubicBezTo>
                  <a:cubicBezTo>
                    <a:pt x="4227" y="6450"/>
                    <a:pt x="4267" y="6377"/>
                    <a:pt x="4334" y="6312"/>
                  </a:cubicBezTo>
                  <a:cubicBezTo>
                    <a:pt x="4735" y="5925"/>
                    <a:pt x="5141" y="4867"/>
                    <a:pt x="6741" y="3858"/>
                  </a:cubicBezTo>
                  <a:cubicBezTo>
                    <a:pt x="6892" y="3762"/>
                    <a:pt x="7314" y="3624"/>
                    <a:pt x="7478" y="3560"/>
                  </a:cubicBezTo>
                  <a:lnTo>
                    <a:pt x="7478" y="3560"/>
                  </a:lnTo>
                  <a:lnTo>
                    <a:pt x="7440" y="3567"/>
                  </a:lnTo>
                  <a:cubicBezTo>
                    <a:pt x="7375" y="3582"/>
                    <a:pt x="7296" y="3604"/>
                    <a:pt x="7203" y="3630"/>
                  </a:cubicBezTo>
                  <a:cubicBezTo>
                    <a:pt x="7115" y="3661"/>
                    <a:pt x="7011" y="3689"/>
                    <a:pt x="6905" y="3736"/>
                  </a:cubicBezTo>
                  <a:cubicBezTo>
                    <a:pt x="6796" y="3779"/>
                    <a:pt x="6681" y="3831"/>
                    <a:pt x="6561" y="3891"/>
                  </a:cubicBezTo>
                  <a:lnTo>
                    <a:pt x="6379" y="3988"/>
                  </a:lnTo>
                  <a:cubicBezTo>
                    <a:pt x="6319" y="4025"/>
                    <a:pt x="6258" y="4061"/>
                    <a:pt x="6194" y="4099"/>
                  </a:cubicBezTo>
                  <a:cubicBezTo>
                    <a:pt x="6133" y="4138"/>
                    <a:pt x="6071" y="4180"/>
                    <a:pt x="6009" y="4222"/>
                  </a:cubicBezTo>
                  <a:cubicBezTo>
                    <a:pt x="5948" y="4267"/>
                    <a:pt x="5885" y="4310"/>
                    <a:pt x="5825" y="4357"/>
                  </a:cubicBezTo>
                  <a:cubicBezTo>
                    <a:pt x="5703" y="4450"/>
                    <a:pt x="5584" y="4551"/>
                    <a:pt x="5469" y="4656"/>
                  </a:cubicBezTo>
                  <a:cubicBezTo>
                    <a:pt x="5354" y="4760"/>
                    <a:pt x="5244" y="4870"/>
                    <a:pt x="5139" y="4982"/>
                  </a:cubicBezTo>
                  <a:cubicBezTo>
                    <a:pt x="5035" y="5094"/>
                    <a:pt x="4937" y="5209"/>
                    <a:pt x="4846" y="5322"/>
                  </a:cubicBezTo>
                  <a:cubicBezTo>
                    <a:pt x="4837" y="5336"/>
                    <a:pt x="4828" y="5348"/>
                    <a:pt x="4817" y="5360"/>
                  </a:cubicBezTo>
                  <a:cubicBezTo>
                    <a:pt x="4792" y="5063"/>
                    <a:pt x="4480" y="4873"/>
                    <a:pt x="4480" y="4873"/>
                  </a:cubicBezTo>
                  <a:cubicBezTo>
                    <a:pt x="4480" y="4873"/>
                    <a:pt x="4993" y="4788"/>
                    <a:pt x="5069" y="4258"/>
                  </a:cubicBezTo>
                  <a:cubicBezTo>
                    <a:pt x="5163" y="3616"/>
                    <a:pt x="4683" y="3208"/>
                    <a:pt x="4683" y="3208"/>
                  </a:cubicBezTo>
                  <a:cubicBezTo>
                    <a:pt x="4683" y="3208"/>
                    <a:pt x="4940" y="3087"/>
                    <a:pt x="5048" y="2702"/>
                  </a:cubicBezTo>
                  <a:cubicBezTo>
                    <a:pt x="5127" y="2420"/>
                    <a:pt x="5007" y="1834"/>
                    <a:pt x="4607" y="1658"/>
                  </a:cubicBezTo>
                  <a:cubicBezTo>
                    <a:pt x="4480" y="1602"/>
                    <a:pt x="4275" y="1524"/>
                    <a:pt x="4054" y="1439"/>
                  </a:cubicBezTo>
                  <a:cubicBezTo>
                    <a:pt x="4060" y="1421"/>
                    <a:pt x="4066" y="1402"/>
                    <a:pt x="4070" y="1381"/>
                  </a:cubicBezTo>
                  <a:cubicBezTo>
                    <a:pt x="4081" y="1344"/>
                    <a:pt x="4094" y="1307"/>
                    <a:pt x="4105" y="1268"/>
                  </a:cubicBezTo>
                  <a:cubicBezTo>
                    <a:pt x="4115" y="1229"/>
                    <a:pt x="4130" y="1190"/>
                    <a:pt x="4143" y="1148"/>
                  </a:cubicBezTo>
                  <a:cubicBezTo>
                    <a:pt x="4155" y="1108"/>
                    <a:pt x="4172" y="1069"/>
                    <a:pt x="4187" y="1029"/>
                  </a:cubicBezTo>
                  <a:cubicBezTo>
                    <a:pt x="4201" y="989"/>
                    <a:pt x="4221" y="952"/>
                    <a:pt x="4236" y="913"/>
                  </a:cubicBezTo>
                  <a:cubicBezTo>
                    <a:pt x="4252" y="874"/>
                    <a:pt x="4273" y="838"/>
                    <a:pt x="4292" y="802"/>
                  </a:cubicBezTo>
                  <a:cubicBezTo>
                    <a:pt x="4310" y="768"/>
                    <a:pt x="4330" y="734"/>
                    <a:pt x="4351" y="704"/>
                  </a:cubicBezTo>
                  <a:cubicBezTo>
                    <a:pt x="4373" y="674"/>
                    <a:pt x="4391" y="644"/>
                    <a:pt x="4409" y="618"/>
                  </a:cubicBezTo>
                  <a:cubicBezTo>
                    <a:pt x="4428" y="591"/>
                    <a:pt x="4446" y="567"/>
                    <a:pt x="4465" y="547"/>
                  </a:cubicBezTo>
                  <a:cubicBezTo>
                    <a:pt x="4483" y="528"/>
                    <a:pt x="4498" y="510"/>
                    <a:pt x="4513" y="495"/>
                  </a:cubicBezTo>
                  <a:cubicBezTo>
                    <a:pt x="4540" y="467"/>
                    <a:pt x="4558" y="451"/>
                    <a:pt x="4558" y="451"/>
                  </a:cubicBezTo>
                  <a:lnTo>
                    <a:pt x="4558" y="451"/>
                  </a:lnTo>
                  <a:cubicBezTo>
                    <a:pt x="4535" y="454"/>
                    <a:pt x="4515" y="460"/>
                    <a:pt x="4494" y="467"/>
                  </a:cubicBezTo>
                  <a:cubicBezTo>
                    <a:pt x="4470" y="474"/>
                    <a:pt x="4447" y="485"/>
                    <a:pt x="4425" y="497"/>
                  </a:cubicBezTo>
                  <a:cubicBezTo>
                    <a:pt x="4395" y="512"/>
                    <a:pt x="4368" y="528"/>
                    <a:pt x="4342" y="547"/>
                  </a:cubicBezTo>
                  <a:cubicBezTo>
                    <a:pt x="4310" y="570"/>
                    <a:pt x="4280" y="595"/>
                    <a:pt x="4252" y="622"/>
                  </a:cubicBezTo>
                  <a:cubicBezTo>
                    <a:pt x="4221" y="652"/>
                    <a:pt x="4191" y="685"/>
                    <a:pt x="4166" y="719"/>
                  </a:cubicBezTo>
                  <a:cubicBezTo>
                    <a:pt x="4151" y="737"/>
                    <a:pt x="4139" y="756"/>
                    <a:pt x="4127" y="776"/>
                  </a:cubicBezTo>
                  <a:cubicBezTo>
                    <a:pt x="4112" y="795"/>
                    <a:pt x="4100" y="814"/>
                    <a:pt x="4090" y="835"/>
                  </a:cubicBezTo>
                  <a:cubicBezTo>
                    <a:pt x="4066" y="877"/>
                    <a:pt x="4046" y="920"/>
                    <a:pt x="4028" y="965"/>
                  </a:cubicBezTo>
                  <a:cubicBezTo>
                    <a:pt x="4011" y="1008"/>
                    <a:pt x="3996" y="1054"/>
                    <a:pt x="3984" y="1099"/>
                  </a:cubicBezTo>
                  <a:cubicBezTo>
                    <a:pt x="3972" y="1144"/>
                    <a:pt x="3963" y="1189"/>
                    <a:pt x="3957" y="1233"/>
                  </a:cubicBezTo>
                  <a:cubicBezTo>
                    <a:pt x="3951" y="1278"/>
                    <a:pt x="3945" y="1320"/>
                    <a:pt x="3943" y="1360"/>
                  </a:cubicBezTo>
                  <a:lnTo>
                    <a:pt x="3943" y="1396"/>
                  </a:lnTo>
                  <a:lnTo>
                    <a:pt x="3894" y="1377"/>
                  </a:lnTo>
                  <a:cubicBezTo>
                    <a:pt x="3905" y="1323"/>
                    <a:pt x="3912" y="1268"/>
                    <a:pt x="3918" y="1211"/>
                  </a:cubicBezTo>
                  <a:cubicBezTo>
                    <a:pt x="3932" y="1065"/>
                    <a:pt x="3929" y="916"/>
                    <a:pt x="3909" y="770"/>
                  </a:cubicBezTo>
                  <a:cubicBezTo>
                    <a:pt x="3903" y="720"/>
                    <a:pt x="3893" y="671"/>
                    <a:pt x="3881" y="624"/>
                  </a:cubicBezTo>
                  <a:cubicBezTo>
                    <a:pt x="3873" y="588"/>
                    <a:pt x="3866" y="568"/>
                    <a:pt x="3866" y="568"/>
                  </a:cubicBezTo>
                  <a:cubicBezTo>
                    <a:pt x="3866" y="568"/>
                    <a:pt x="3858" y="588"/>
                    <a:pt x="3847" y="622"/>
                  </a:cubicBezTo>
                  <a:cubicBezTo>
                    <a:pt x="3836" y="656"/>
                    <a:pt x="3823" y="706"/>
                    <a:pt x="3809" y="765"/>
                  </a:cubicBezTo>
                  <a:cubicBezTo>
                    <a:pt x="3796" y="823"/>
                    <a:pt x="3784" y="892"/>
                    <a:pt x="3773" y="965"/>
                  </a:cubicBezTo>
                  <a:cubicBezTo>
                    <a:pt x="3763" y="1040"/>
                    <a:pt x="3754" y="1117"/>
                    <a:pt x="3747" y="1196"/>
                  </a:cubicBezTo>
                  <a:cubicBezTo>
                    <a:pt x="3744" y="1235"/>
                    <a:pt x="3741" y="1274"/>
                    <a:pt x="3738" y="1312"/>
                  </a:cubicBezTo>
                  <a:cubicBezTo>
                    <a:pt x="3736" y="1312"/>
                    <a:pt x="3736" y="1314"/>
                    <a:pt x="3738" y="1315"/>
                  </a:cubicBezTo>
                  <a:lnTo>
                    <a:pt x="3709" y="1304"/>
                  </a:lnTo>
                  <a:cubicBezTo>
                    <a:pt x="3712" y="1290"/>
                    <a:pt x="3717" y="1275"/>
                    <a:pt x="3718" y="1260"/>
                  </a:cubicBezTo>
                  <a:cubicBezTo>
                    <a:pt x="3721" y="1229"/>
                    <a:pt x="3724" y="1195"/>
                    <a:pt x="3727" y="1159"/>
                  </a:cubicBezTo>
                  <a:cubicBezTo>
                    <a:pt x="3729" y="1123"/>
                    <a:pt x="3723" y="1086"/>
                    <a:pt x="3718" y="1047"/>
                  </a:cubicBezTo>
                  <a:cubicBezTo>
                    <a:pt x="3715" y="1010"/>
                    <a:pt x="3703" y="972"/>
                    <a:pt x="3693" y="935"/>
                  </a:cubicBezTo>
                  <a:cubicBezTo>
                    <a:pt x="3680" y="899"/>
                    <a:pt x="3665" y="864"/>
                    <a:pt x="3647" y="829"/>
                  </a:cubicBezTo>
                  <a:cubicBezTo>
                    <a:pt x="3630" y="795"/>
                    <a:pt x="3609" y="764"/>
                    <a:pt x="3587" y="734"/>
                  </a:cubicBezTo>
                  <a:cubicBezTo>
                    <a:pt x="3547" y="682"/>
                    <a:pt x="3499" y="635"/>
                    <a:pt x="3444" y="600"/>
                  </a:cubicBezTo>
                  <a:cubicBezTo>
                    <a:pt x="3422" y="586"/>
                    <a:pt x="3399" y="573"/>
                    <a:pt x="3375" y="562"/>
                  </a:cubicBezTo>
                  <a:cubicBezTo>
                    <a:pt x="3359" y="555"/>
                    <a:pt x="3343" y="547"/>
                    <a:pt x="3325" y="543"/>
                  </a:cubicBezTo>
                  <a:cubicBezTo>
                    <a:pt x="3353" y="522"/>
                    <a:pt x="3381" y="503"/>
                    <a:pt x="3411" y="486"/>
                  </a:cubicBezTo>
                  <a:cubicBezTo>
                    <a:pt x="3811" y="263"/>
                    <a:pt x="4263" y="178"/>
                    <a:pt x="4714" y="142"/>
                  </a:cubicBezTo>
                  <a:cubicBezTo>
                    <a:pt x="5108" y="112"/>
                    <a:pt x="5500" y="58"/>
                    <a:pt x="5891" y="0"/>
                  </a:cubicBezTo>
                  <a:close/>
                </a:path>
              </a:pathLst>
            </a:custGeom>
            <a:solidFill>
              <a:srgbClr val="97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2" name="Google Shape;7402;p67"/>
            <p:cNvSpPr/>
            <p:nvPr/>
          </p:nvSpPr>
          <p:spPr>
            <a:xfrm>
              <a:off x="10288950" y="2548188"/>
              <a:ext cx="53950" cy="58625"/>
            </a:xfrm>
            <a:custGeom>
              <a:avLst/>
              <a:gdLst/>
              <a:ahLst/>
              <a:cxnLst/>
              <a:rect l="l" t="t" r="r" b="b"/>
              <a:pathLst>
                <a:path w="2158" h="2345" extrusionOk="0">
                  <a:moveTo>
                    <a:pt x="565" y="0"/>
                  </a:moveTo>
                  <a:lnTo>
                    <a:pt x="565" y="0"/>
                  </a:lnTo>
                  <a:cubicBezTo>
                    <a:pt x="215" y="222"/>
                    <a:pt x="170" y="488"/>
                    <a:pt x="136" y="808"/>
                  </a:cubicBezTo>
                  <a:cubicBezTo>
                    <a:pt x="0" y="2031"/>
                    <a:pt x="1286" y="2276"/>
                    <a:pt x="2149" y="2344"/>
                  </a:cubicBezTo>
                  <a:cubicBezTo>
                    <a:pt x="2151" y="2338"/>
                    <a:pt x="2155" y="2332"/>
                    <a:pt x="2158" y="2326"/>
                  </a:cubicBezTo>
                  <a:cubicBezTo>
                    <a:pt x="2004" y="2313"/>
                    <a:pt x="1852" y="2288"/>
                    <a:pt x="1702" y="2252"/>
                  </a:cubicBezTo>
                  <a:cubicBezTo>
                    <a:pt x="1271" y="2140"/>
                    <a:pt x="916" y="1857"/>
                    <a:pt x="643" y="1508"/>
                  </a:cubicBezTo>
                  <a:cubicBezTo>
                    <a:pt x="316" y="1087"/>
                    <a:pt x="304" y="464"/>
                    <a:pt x="565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3" name="Google Shape;7403;p67"/>
            <p:cNvSpPr/>
            <p:nvPr/>
          </p:nvSpPr>
          <p:spPr>
            <a:xfrm>
              <a:off x="10332850" y="2476213"/>
              <a:ext cx="21175" cy="37275"/>
            </a:xfrm>
            <a:custGeom>
              <a:avLst/>
              <a:gdLst/>
              <a:ahLst/>
              <a:cxnLst/>
              <a:rect l="l" t="t" r="r" b="b"/>
              <a:pathLst>
                <a:path w="847" h="1491" extrusionOk="0">
                  <a:moveTo>
                    <a:pt x="560" y="0"/>
                  </a:moveTo>
                  <a:cubicBezTo>
                    <a:pt x="449" y="0"/>
                    <a:pt x="333" y="59"/>
                    <a:pt x="281" y="191"/>
                  </a:cubicBezTo>
                  <a:cubicBezTo>
                    <a:pt x="169" y="472"/>
                    <a:pt x="22" y="845"/>
                    <a:pt x="1" y="1306"/>
                  </a:cubicBezTo>
                  <a:cubicBezTo>
                    <a:pt x="1" y="1306"/>
                    <a:pt x="37" y="1490"/>
                    <a:pt x="274" y="1490"/>
                  </a:cubicBezTo>
                  <a:cubicBezTo>
                    <a:pt x="299" y="1490"/>
                    <a:pt x="326" y="1488"/>
                    <a:pt x="356" y="1483"/>
                  </a:cubicBezTo>
                  <a:cubicBezTo>
                    <a:pt x="563" y="1451"/>
                    <a:pt x="690" y="1299"/>
                    <a:pt x="743" y="1100"/>
                  </a:cubicBezTo>
                  <a:cubicBezTo>
                    <a:pt x="794" y="912"/>
                    <a:pt x="846" y="607"/>
                    <a:pt x="821" y="220"/>
                  </a:cubicBezTo>
                  <a:cubicBezTo>
                    <a:pt x="812" y="80"/>
                    <a:pt x="689" y="0"/>
                    <a:pt x="560" y="0"/>
                  </a:cubicBezTo>
                  <a:close/>
                </a:path>
              </a:pathLst>
            </a:custGeom>
            <a:solidFill>
              <a:srgbClr val="FFB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4" name="Google Shape;7404;p67"/>
            <p:cNvSpPr/>
            <p:nvPr/>
          </p:nvSpPr>
          <p:spPr>
            <a:xfrm>
              <a:off x="10346475" y="2390488"/>
              <a:ext cx="98700" cy="99675"/>
            </a:xfrm>
            <a:custGeom>
              <a:avLst/>
              <a:gdLst/>
              <a:ahLst/>
              <a:cxnLst/>
              <a:rect l="l" t="t" r="r" b="b"/>
              <a:pathLst>
                <a:path w="3948" h="3987" extrusionOk="0">
                  <a:moveTo>
                    <a:pt x="0" y="1651"/>
                  </a:moveTo>
                  <a:lnTo>
                    <a:pt x="0" y="1651"/>
                  </a:lnTo>
                  <a:cubicBezTo>
                    <a:pt x="0" y="1651"/>
                    <a:pt x="0" y="1651"/>
                    <a:pt x="0" y="1651"/>
                  </a:cubicBezTo>
                  <a:lnTo>
                    <a:pt x="0" y="1651"/>
                  </a:lnTo>
                  <a:cubicBezTo>
                    <a:pt x="0" y="1651"/>
                    <a:pt x="0" y="1651"/>
                    <a:pt x="0" y="1651"/>
                  </a:cubicBezTo>
                  <a:close/>
                  <a:moveTo>
                    <a:pt x="3947" y="0"/>
                  </a:moveTo>
                  <a:lnTo>
                    <a:pt x="3947" y="0"/>
                  </a:lnTo>
                  <a:cubicBezTo>
                    <a:pt x="3895" y="45"/>
                    <a:pt x="3846" y="91"/>
                    <a:pt x="3798" y="141"/>
                  </a:cubicBezTo>
                  <a:cubicBezTo>
                    <a:pt x="3755" y="188"/>
                    <a:pt x="3700" y="247"/>
                    <a:pt x="3645" y="318"/>
                  </a:cubicBezTo>
                  <a:cubicBezTo>
                    <a:pt x="3585" y="388"/>
                    <a:pt x="3527" y="472"/>
                    <a:pt x="3463" y="564"/>
                  </a:cubicBezTo>
                  <a:cubicBezTo>
                    <a:pt x="3404" y="658"/>
                    <a:pt x="3334" y="759"/>
                    <a:pt x="3276" y="873"/>
                  </a:cubicBezTo>
                  <a:cubicBezTo>
                    <a:pt x="3257" y="910"/>
                    <a:pt x="3236" y="947"/>
                    <a:pt x="3217" y="986"/>
                  </a:cubicBezTo>
                  <a:cubicBezTo>
                    <a:pt x="3148" y="892"/>
                    <a:pt x="3059" y="818"/>
                    <a:pt x="2953" y="770"/>
                  </a:cubicBezTo>
                  <a:cubicBezTo>
                    <a:pt x="2914" y="752"/>
                    <a:pt x="2868" y="733"/>
                    <a:pt x="2815" y="712"/>
                  </a:cubicBezTo>
                  <a:lnTo>
                    <a:pt x="2815" y="712"/>
                  </a:lnTo>
                  <a:cubicBezTo>
                    <a:pt x="3015" y="870"/>
                    <a:pt x="3185" y="1068"/>
                    <a:pt x="3242" y="1322"/>
                  </a:cubicBezTo>
                  <a:cubicBezTo>
                    <a:pt x="3315" y="1638"/>
                    <a:pt x="3223" y="1961"/>
                    <a:pt x="3078" y="2246"/>
                  </a:cubicBezTo>
                  <a:cubicBezTo>
                    <a:pt x="2939" y="2330"/>
                    <a:pt x="2759" y="2362"/>
                    <a:pt x="2559" y="2362"/>
                  </a:cubicBezTo>
                  <a:cubicBezTo>
                    <a:pt x="2173" y="2362"/>
                    <a:pt x="1716" y="2242"/>
                    <a:pt x="1351" y="2145"/>
                  </a:cubicBezTo>
                  <a:cubicBezTo>
                    <a:pt x="434" y="1902"/>
                    <a:pt x="225" y="1778"/>
                    <a:pt x="0" y="1651"/>
                  </a:cubicBezTo>
                  <a:lnTo>
                    <a:pt x="0" y="1651"/>
                  </a:lnTo>
                  <a:cubicBezTo>
                    <a:pt x="22" y="1664"/>
                    <a:pt x="310" y="1959"/>
                    <a:pt x="626" y="2067"/>
                  </a:cubicBezTo>
                  <a:cubicBezTo>
                    <a:pt x="1461" y="2356"/>
                    <a:pt x="2080" y="2486"/>
                    <a:pt x="2531" y="2486"/>
                  </a:cubicBezTo>
                  <a:cubicBezTo>
                    <a:pt x="2650" y="2486"/>
                    <a:pt x="2758" y="2477"/>
                    <a:pt x="2854" y="2459"/>
                  </a:cubicBezTo>
                  <a:cubicBezTo>
                    <a:pt x="2854" y="2459"/>
                    <a:pt x="3290" y="2869"/>
                    <a:pt x="3191" y="3342"/>
                  </a:cubicBezTo>
                  <a:cubicBezTo>
                    <a:pt x="3094" y="3815"/>
                    <a:pt x="2790" y="3973"/>
                    <a:pt x="2798" y="3986"/>
                  </a:cubicBezTo>
                  <a:cubicBezTo>
                    <a:pt x="2853" y="3976"/>
                    <a:pt x="3340" y="3867"/>
                    <a:pt x="3413" y="3368"/>
                  </a:cubicBezTo>
                  <a:cubicBezTo>
                    <a:pt x="3506" y="2726"/>
                    <a:pt x="3027" y="2318"/>
                    <a:pt x="3027" y="2318"/>
                  </a:cubicBezTo>
                  <a:cubicBezTo>
                    <a:pt x="3027" y="2318"/>
                    <a:pt x="3035" y="2313"/>
                    <a:pt x="3048" y="2303"/>
                  </a:cubicBezTo>
                  <a:lnTo>
                    <a:pt x="3048" y="2303"/>
                  </a:lnTo>
                  <a:cubicBezTo>
                    <a:pt x="3047" y="2304"/>
                    <a:pt x="3045" y="2307"/>
                    <a:pt x="3045" y="2309"/>
                  </a:cubicBezTo>
                  <a:cubicBezTo>
                    <a:pt x="3103" y="2275"/>
                    <a:pt x="3300" y="2139"/>
                    <a:pt x="3393" y="1812"/>
                  </a:cubicBezTo>
                  <a:cubicBezTo>
                    <a:pt x="3431" y="1674"/>
                    <a:pt x="3422" y="1462"/>
                    <a:pt x="3355" y="1261"/>
                  </a:cubicBezTo>
                  <a:cubicBezTo>
                    <a:pt x="3369" y="1220"/>
                    <a:pt x="3384" y="1180"/>
                    <a:pt x="3399" y="1141"/>
                  </a:cubicBezTo>
                  <a:cubicBezTo>
                    <a:pt x="3421" y="1082"/>
                    <a:pt x="3446" y="1023"/>
                    <a:pt x="3469" y="965"/>
                  </a:cubicBezTo>
                  <a:cubicBezTo>
                    <a:pt x="3491" y="907"/>
                    <a:pt x="3515" y="852"/>
                    <a:pt x="3537" y="798"/>
                  </a:cubicBezTo>
                  <a:cubicBezTo>
                    <a:pt x="3561" y="745"/>
                    <a:pt x="3583" y="694"/>
                    <a:pt x="3604" y="643"/>
                  </a:cubicBezTo>
                  <a:cubicBezTo>
                    <a:pt x="3654" y="548"/>
                    <a:pt x="3695" y="457"/>
                    <a:pt x="3736" y="378"/>
                  </a:cubicBezTo>
                  <a:cubicBezTo>
                    <a:pt x="3776" y="299"/>
                    <a:pt x="3812" y="229"/>
                    <a:pt x="3844" y="175"/>
                  </a:cubicBezTo>
                  <a:cubicBezTo>
                    <a:pt x="3877" y="120"/>
                    <a:pt x="3901" y="75"/>
                    <a:pt x="3919" y="47"/>
                  </a:cubicBezTo>
                  <a:lnTo>
                    <a:pt x="3947" y="0"/>
                  </a:ln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5" name="Google Shape;7405;p67"/>
            <p:cNvSpPr/>
            <p:nvPr/>
          </p:nvSpPr>
          <p:spPr>
            <a:xfrm>
              <a:off x="10321000" y="2539638"/>
              <a:ext cx="97600" cy="68325"/>
            </a:xfrm>
            <a:custGeom>
              <a:avLst/>
              <a:gdLst/>
              <a:ahLst/>
              <a:cxnLst/>
              <a:rect l="l" t="t" r="r" b="b"/>
              <a:pathLst>
                <a:path w="3904" h="2733" extrusionOk="0">
                  <a:moveTo>
                    <a:pt x="203" y="1"/>
                  </a:moveTo>
                  <a:lnTo>
                    <a:pt x="203" y="1"/>
                  </a:lnTo>
                  <a:cubicBezTo>
                    <a:pt x="133" y="220"/>
                    <a:pt x="78" y="444"/>
                    <a:pt x="39" y="670"/>
                  </a:cubicBezTo>
                  <a:cubicBezTo>
                    <a:pt x="19" y="785"/>
                    <a:pt x="5" y="900"/>
                    <a:pt x="1" y="1016"/>
                  </a:cubicBezTo>
                  <a:lnTo>
                    <a:pt x="1" y="1106"/>
                  </a:lnTo>
                  <a:cubicBezTo>
                    <a:pt x="2" y="1138"/>
                    <a:pt x="5" y="1170"/>
                    <a:pt x="13" y="1203"/>
                  </a:cubicBezTo>
                  <a:cubicBezTo>
                    <a:pt x="26" y="1264"/>
                    <a:pt x="48" y="1323"/>
                    <a:pt x="80" y="1379"/>
                  </a:cubicBezTo>
                  <a:cubicBezTo>
                    <a:pt x="141" y="1484"/>
                    <a:pt x="218" y="1580"/>
                    <a:pt x="309" y="1660"/>
                  </a:cubicBezTo>
                  <a:cubicBezTo>
                    <a:pt x="397" y="1739"/>
                    <a:pt x="491" y="1812"/>
                    <a:pt x="591" y="1875"/>
                  </a:cubicBezTo>
                  <a:cubicBezTo>
                    <a:pt x="690" y="1939"/>
                    <a:pt x="791" y="1997"/>
                    <a:pt x="895" y="2048"/>
                  </a:cubicBezTo>
                  <a:cubicBezTo>
                    <a:pt x="1000" y="2100"/>
                    <a:pt x="1107" y="2148"/>
                    <a:pt x="1216" y="2190"/>
                  </a:cubicBezTo>
                  <a:cubicBezTo>
                    <a:pt x="1323" y="2233"/>
                    <a:pt x="1435" y="2270"/>
                    <a:pt x="1547" y="2300"/>
                  </a:cubicBezTo>
                  <a:cubicBezTo>
                    <a:pt x="1575" y="2309"/>
                    <a:pt x="1604" y="2316"/>
                    <a:pt x="1633" y="2322"/>
                  </a:cubicBezTo>
                  <a:cubicBezTo>
                    <a:pt x="1647" y="2327"/>
                    <a:pt x="1662" y="2330"/>
                    <a:pt x="1677" y="2333"/>
                  </a:cubicBezTo>
                  <a:lnTo>
                    <a:pt x="1717" y="2342"/>
                  </a:lnTo>
                  <a:cubicBezTo>
                    <a:pt x="1772" y="2352"/>
                    <a:pt x="1827" y="2366"/>
                    <a:pt x="1883" y="2379"/>
                  </a:cubicBezTo>
                  <a:cubicBezTo>
                    <a:pt x="1991" y="2406"/>
                    <a:pt x="2102" y="2434"/>
                    <a:pt x="2211" y="2467"/>
                  </a:cubicBezTo>
                  <a:lnTo>
                    <a:pt x="2539" y="2563"/>
                  </a:lnTo>
                  <a:cubicBezTo>
                    <a:pt x="2759" y="2630"/>
                    <a:pt x="2986" y="2679"/>
                    <a:pt x="3214" y="2709"/>
                  </a:cubicBezTo>
                  <a:cubicBezTo>
                    <a:pt x="3340" y="2724"/>
                    <a:pt x="3467" y="2732"/>
                    <a:pt x="3593" y="2732"/>
                  </a:cubicBezTo>
                  <a:cubicBezTo>
                    <a:pt x="3696" y="2732"/>
                    <a:pt x="3800" y="2727"/>
                    <a:pt x="3903" y="2716"/>
                  </a:cubicBezTo>
                  <a:cubicBezTo>
                    <a:pt x="3675" y="2710"/>
                    <a:pt x="3450" y="2683"/>
                    <a:pt x="3226" y="2639"/>
                  </a:cubicBezTo>
                  <a:cubicBezTo>
                    <a:pt x="3116" y="2615"/>
                    <a:pt x="3005" y="2588"/>
                    <a:pt x="2898" y="2557"/>
                  </a:cubicBezTo>
                  <a:cubicBezTo>
                    <a:pt x="2843" y="2540"/>
                    <a:pt x="2789" y="2521"/>
                    <a:pt x="2735" y="2504"/>
                  </a:cubicBezTo>
                  <a:cubicBezTo>
                    <a:pt x="2682" y="2488"/>
                    <a:pt x="2628" y="2470"/>
                    <a:pt x="2574" y="2451"/>
                  </a:cubicBezTo>
                  <a:cubicBezTo>
                    <a:pt x="2466" y="2413"/>
                    <a:pt x="2358" y="2375"/>
                    <a:pt x="2249" y="2339"/>
                  </a:cubicBezTo>
                  <a:cubicBezTo>
                    <a:pt x="2140" y="2303"/>
                    <a:pt x="2030" y="2269"/>
                    <a:pt x="1918" y="2239"/>
                  </a:cubicBezTo>
                  <a:cubicBezTo>
                    <a:pt x="1863" y="2224"/>
                    <a:pt x="1806" y="2209"/>
                    <a:pt x="1751" y="2196"/>
                  </a:cubicBezTo>
                  <a:lnTo>
                    <a:pt x="1669" y="2175"/>
                  </a:lnTo>
                  <a:cubicBezTo>
                    <a:pt x="1642" y="2169"/>
                    <a:pt x="1616" y="2161"/>
                    <a:pt x="1589" y="2154"/>
                  </a:cubicBezTo>
                  <a:cubicBezTo>
                    <a:pt x="1481" y="2123"/>
                    <a:pt x="1376" y="2084"/>
                    <a:pt x="1273" y="2044"/>
                  </a:cubicBezTo>
                  <a:cubicBezTo>
                    <a:pt x="1064" y="1962"/>
                    <a:pt x="863" y="1862"/>
                    <a:pt x="673" y="1745"/>
                  </a:cubicBezTo>
                  <a:cubicBezTo>
                    <a:pt x="579" y="1687"/>
                    <a:pt x="490" y="1622"/>
                    <a:pt x="406" y="1550"/>
                  </a:cubicBezTo>
                  <a:cubicBezTo>
                    <a:pt x="324" y="1481"/>
                    <a:pt x="253" y="1401"/>
                    <a:pt x="196" y="1310"/>
                  </a:cubicBezTo>
                  <a:cubicBezTo>
                    <a:pt x="169" y="1267"/>
                    <a:pt x="148" y="1220"/>
                    <a:pt x="135" y="1171"/>
                  </a:cubicBezTo>
                  <a:cubicBezTo>
                    <a:pt x="127" y="1147"/>
                    <a:pt x="123" y="1122"/>
                    <a:pt x="121" y="1098"/>
                  </a:cubicBezTo>
                  <a:cubicBezTo>
                    <a:pt x="118" y="1071"/>
                    <a:pt x="117" y="1043"/>
                    <a:pt x="117" y="1016"/>
                  </a:cubicBezTo>
                  <a:cubicBezTo>
                    <a:pt x="114" y="906"/>
                    <a:pt x="118" y="793"/>
                    <a:pt x="127" y="681"/>
                  </a:cubicBezTo>
                  <a:cubicBezTo>
                    <a:pt x="145" y="454"/>
                    <a:pt x="174" y="227"/>
                    <a:pt x="203" y="1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6" name="Google Shape;7406;p67"/>
            <p:cNvSpPr/>
            <p:nvPr/>
          </p:nvSpPr>
          <p:spPr>
            <a:xfrm>
              <a:off x="10205925" y="2399288"/>
              <a:ext cx="34500" cy="39650"/>
            </a:xfrm>
            <a:custGeom>
              <a:avLst/>
              <a:gdLst/>
              <a:ahLst/>
              <a:cxnLst/>
              <a:rect l="l" t="t" r="r" b="b"/>
              <a:pathLst>
                <a:path w="1380" h="1586" extrusionOk="0">
                  <a:moveTo>
                    <a:pt x="1235" y="0"/>
                  </a:moveTo>
                  <a:cubicBezTo>
                    <a:pt x="823" y="85"/>
                    <a:pt x="412" y="176"/>
                    <a:pt x="0" y="267"/>
                  </a:cubicBezTo>
                  <a:cubicBezTo>
                    <a:pt x="84" y="688"/>
                    <a:pt x="114" y="1117"/>
                    <a:pt x="91" y="1545"/>
                  </a:cubicBezTo>
                  <a:cubicBezTo>
                    <a:pt x="116" y="1531"/>
                    <a:pt x="143" y="1524"/>
                    <a:pt x="171" y="1524"/>
                  </a:cubicBezTo>
                  <a:cubicBezTo>
                    <a:pt x="176" y="1524"/>
                    <a:pt x="181" y="1524"/>
                    <a:pt x="185" y="1524"/>
                  </a:cubicBezTo>
                  <a:cubicBezTo>
                    <a:pt x="574" y="1550"/>
                    <a:pt x="964" y="1568"/>
                    <a:pt x="1354" y="1586"/>
                  </a:cubicBezTo>
                  <a:cubicBezTo>
                    <a:pt x="1380" y="1055"/>
                    <a:pt x="1339" y="522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7" name="Google Shape;7407;p67"/>
            <p:cNvSpPr/>
            <p:nvPr/>
          </p:nvSpPr>
          <p:spPr>
            <a:xfrm>
              <a:off x="10197375" y="2447113"/>
              <a:ext cx="49550" cy="33625"/>
            </a:xfrm>
            <a:custGeom>
              <a:avLst/>
              <a:gdLst/>
              <a:ahLst/>
              <a:cxnLst/>
              <a:rect l="l" t="t" r="r" b="b"/>
              <a:pathLst>
                <a:path w="1982" h="1345" extrusionOk="0">
                  <a:moveTo>
                    <a:pt x="763" y="1"/>
                  </a:moveTo>
                  <a:cubicBezTo>
                    <a:pt x="536" y="320"/>
                    <a:pt x="310" y="637"/>
                    <a:pt x="77" y="950"/>
                  </a:cubicBezTo>
                  <a:cubicBezTo>
                    <a:pt x="58" y="977"/>
                    <a:pt x="31" y="997"/>
                    <a:pt x="1" y="1007"/>
                  </a:cubicBezTo>
                  <a:cubicBezTo>
                    <a:pt x="131" y="1113"/>
                    <a:pt x="257" y="1225"/>
                    <a:pt x="380" y="1344"/>
                  </a:cubicBezTo>
                  <a:cubicBezTo>
                    <a:pt x="739" y="1285"/>
                    <a:pt x="1103" y="1256"/>
                    <a:pt x="1467" y="1256"/>
                  </a:cubicBezTo>
                  <a:cubicBezTo>
                    <a:pt x="1639" y="1256"/>
                    <a:pt x="1810" y="1263"/>
                    <a:pt x="1981" y="1276"/>
                  </a:cubicBezTo>
                  <a:cubicBezTo>
                    <a:pt x="1845" y="1088"/>
                    <a:pt x="1701" y="909"/>
                    <a:pt x="1546" y="736"/>
                  </a:cubicBezTo>
                  <a:cubicBezTo>
                    <a:pt x="1306" y="470"/>
                    <a:pt x="1043" y="224"/>
                    <a:pt x="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8" name="Google Shape;7408;p67"/>
            <p:cNvSpPr/>
            <p:nvPr/>
          </p:nvSpPr>
          <p:spPr>
            <a:xfrm>
              <a:off x="10187250" y="2479238"/>
              <a:ext cx="34925" cy="45600"/>
            </a:xfrm>
            <a:custGeom>
              <a:avLst/>
              <a:gdLst/>
              <a:ahLst/>
              <a:cxnLst/>
              <a:rect l="l" t="t" r="r" b="b"/>
              <a:pathLst>
                <a:path w="1397" h="1824" extrusionOk="0">
                  <a:moveTo>
                    <a:pt x="225" y="1"/>
                  </a:moveTo>
                  <a:cubicBezTo>
                    <a:pt x="219" y="495"/>
                    <a:pt x="143" y="987"/>
                    <a:pt x="0" y="1459"/>
                  </a:cubicBezTo>
                  <a:cubicBezTo>
                    <a:pt x="401" y="1592"/>
                    <a:pt x="804" y="1716"/>
                    <a:pt x="1211" y="1823"/>
                  </a:cubicBezTo>
                  <a:cubicBezTo>
                    <a:pt x="1289" y="1567"/>
                    <a:pt x="1350" y="1306"/>
                    <a:pt x="1396" y="1042"/>
                  </a:cubicBezTo>
                  <a:cubicBezTo>
                    <a:pt x="1049" y="650"/>
                    <a:pt x="655" y="301"/>
                    <a:pt x="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9" name="Google Shape;7409;p67"/>
            <p:cNvSpPr/>
            <p:nvPr/>
          </p:nvSpPr>
          <p:spPr>
            <a:xfrm>
              <a:off x="10184850" y="2531738"/>
              <a:ext cx="48350" cy="45050"/>
            </a:xfrm>
            <a:custGeom>
              <a:avLst/>
              <a:gdLst/>
              <a:ahLst/>
              <a:cxnLst/>
              <a:rect l="l" t="t" r="r" b="b"/>
              <a:pathLst>
                <a:path w="1934" h="1802" extrusionOk="0">
                  <a:moveTo>
                    <a:pt x="1234" y="1"/>
                  </a:moveTo>
                  <a:cubicBezTo>
                    <a:pt x="930" y="172"/>
                    <a:pt x="611" y="314"/>
                    <a:pt x="278" y="421"/>
                  </a:cubicBezTo>
                  <a:cubicBezTo>
                    <a:pt x="196" y="883"/>
                    <a:pt x="102" y="1344"/>
                    <a:pt x="1" y="1802"/>
                  </a:cubicBezTo>
                  <a:cubicBezTo>
                    <a:pt x="681" y="1660"/>
                    <a:pt x="1334" y="1408"/>
                    <a:pt x="1933" y="1056"/>
                  </a:cubicBezTo>
                  <a:cubicBezTo>
                    <a:pt x="1687" y="713"/>
                    <a:pt x="1458" y="358"/>
                    <a:pt x="1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0" name="Google Shape;7410;p67"/>
            <p:cNvSpPr/>
            <p:nvPr/>
          </p:nvSpPr>
          <p:spPr>
            <a:xfrm>
              <a:off x="10147400" y="2554263"/>
              <a:ext cx="36800" cy="40500"/>
            </a:xfrm>
            <a:custGeom>
              <a:avLst/>
              <a:gdLst/>
              <a:ahLst/>
              <a:cxnLst/>
              <a:rect l="l" t="t" r="r" b="b"/>
              <a:pathLst>
                <a:path w="1472" h="1620" extrusionOk="0">
                  <a:moveTo>
                    <a:pt x="823" y="0"/>
                  </a:moveTo>
                  <a:cubicBezTo>
                    <a:pt x="585" y="327"/>
                    <a:pt x="309" y="624"/>
                    <a:pt x="0" y="886"/>
                  </a:cubicBezTo>
                  <a:cubicBezTo>
                    <a:pt x="367" y="1116"/>
                    <a:pt x="719" y="1368"/>
                    <a:pt x="1072" y="1620"/>
                  </a:cubicBezTo>
                  <a:cubicBezTo>
                    <a:pt x="1211" y="1487"/>
                    <a:pt x="1345" y="1351"/>
                    <a:pt x="1472" y="1208"/>
                  </a:cubicBezTo>
                  <a:cubicBezTo>
                    <a:pt x="1262" y="801"/>
                    <a:pt x="1047" y="398"/>
                    <a:pt x="8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1" name="Google Shape;7411;p67"/>
            <p:cNvSpPr/>
            <p:nvPr/>
          </p:nvSpPr>
          <p:spPr>
            <a:xfrm>
              <a:off x="9916975" y="2179213"/>
              <a:ext cx="242075" cy="227475"/>
            </a:xfrm>
            <a:custGeom>
              <a:avLst/>
              <a:gdLst/>
              <a:ahLst/>
              <a:cxnLst/>
              <a:rect l="l" t="t" r="r" b="b"/>
              <a:pathLst>
                <a:path w="9683" h="9099" extrusionOk="0">
                  <a:moveTo>
                    <a:pt x="2884" y="1"/>
                  </a:moveTo>
                  <a:lnTo>
                    <a:pt x="1126" y="3404"/>
                  </a:lnTo>
                  <a:lnTo>
                    <a:pt x="2221" y="4035"/>
                  </a:lnTo>
                  <a:lnTo>
                    <a:pt x="2968" y="2739"/>
                  </a:lnTo>
                  <a:lnTo>
                    <a:pt x="3779" y="5785"/>
                  </a:lnTo>
                  <a:cubicBezTo>
                    <a:pt x="2127" y="6340"/>
                    <a:pt x="765" y="7533"/>
                    <a:pt x="0" y="9099"/>
                  </a:cubicBezTo>
                  <a:cubicBezTo>
                    <a:pt x="149" y="9035"/>
                    <a:pt x="319" y="9006"/>
                    <a:pt x="473" y="8957"/>
                  </a:cubicBezTo>
                  <a:cubicBezTo>
                    <a:pt x="682" y="8887"/>
                    <a:pt x="892" y="8817"/>
                    <a:pt x="1099" y="8742"/>
                  </a:cubicBezTo>
                  <a:cubicBezTo>
                    <a:pt x="1394" y="8636"/>
                    <a:pt x="1688" y="8523"/>
                    <a:pt x="1982" y="8411"/>
                  </a:cubicBezTo>
                  <a:cubicBezTo>
                    <a:pt x="3003" y="7292"/>
                    <a:pt x="4410" y="6715"/>
                    <a:pt x="5827" y="6715"/>
                  </a:cubicBezTo>
                  <a:cubicBezTo>
                    <a:pt x="6921" y="6715"/>
                    <a:pt x="8021" y="7059"/>
                    <a:pt x="8955" y="7763"/>
                  </a:cubicBezTo>
                  <a:cubicBezTo>
                    <a:pt x="9186" y="7408"/>
                    <a:pt x="9429" y="7065"/>
                    <a:pt x="9682" y="6728"/>
                  </a:cubicBezTo>
                  <a:cubicBezTo>
                    <a:pt x="9445" y="6553"/>
                    <a:pt x="9196" y="6394"/>
                    <a:pt x="8938" y="6250"/>
                  </a:cubicBezTo>
                  <a:cubicBezTo>
                    <a:pt x="7981" y="5726"/>
                    <a:pt x="6910" y="5454"/>
                    <a:pt x="5826" y="5454"/>
                  </a:cubicBezTo>
                  <a:cubicBezTo>
                    <a:pt x="5564" y="5454"/>
                    <a:pt x="5300" y="5470"/>
                    <a:pt x="5037" y="5502"/>
                  </a:cubicBezTo>
                  <a:lnTo>
                    <a:pt x="4190" y="2408"/>
                  </a:lnTo>
                  <a:lnTo>
                    <a:pt x="5489" y="3152"/>
                  </a:lnTo>
                  <a:lnTo>
                    <a:pt x="6117" y="2054"/>
                  </a:lnTo>
                  <a:lnTo>
                    <a:pt x="28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2" name="Google Shape;7412;p67"/>
            <p:cNvSpPr/>
            <p:nvPr/>
          </p:nvSpPr>
          <p:spPr>
            <a:xfrm>
              <a:off x="9916975" y="2386938"/>
              <a:ext cx="51900" cy="19750"/>
            </a:xfrm>
            <a:custGeom>
              <a:avLst/>
              <a:gdLst/>
              <a:ahLst/>
              <a:cxnLst/>
              <a:rect l="l" t="t" r="r" b="b"/>
              <a:pathLst>
                <a:path w="2076" h="790" extrusionOk="0">
                  <a:moveTo>
                    <a:pt x="2076" y="1"/>
                  </a:moveTo>
                  <a:lnTo>
                    <a:pt x="2076" y="1"/>
                  </a:lnTo>
                  <a:cubicBezTo>
                    <a:pt x="1872" y="23"/>
                    <a:pt x="658" y="126"/>
                    <a:pt x="289" y="262"/>
                  </a:cubicBezTo>
                  <a:cubicBezTo>
                    <a:pt x="185" y="433"/>
                    <a:pt x="88" y="609"/>
                    <a:pt x="0" y="790"/>
                  </a:cubicBezTo>
                  <a:cubicBezTo>
                    <a:pt x="149" y="726"/>
                    <a:pt x="319" y="697"/>
                    <a:pt x="473" y="648"/>
                  </a:cubicBezTo>
                  <a:cubicBezTo>
                    <a:pt x="682" y="578"/>
                    <a:pt x="892" y="508"/>
                    <a:pt x="1099" y="433"/>
                  </a:cubicBezTo>
                  <a:cubicBezTo>
                    <a:pt x="1394" y="327"/>
                    <a:pt x="1688" y="214"/>
                    <a:pt x="1982" y="102"/>
                  </a:cubicBezTo>
                  <a:cubicBezTo>
                    <a:pt x="2012" y="68"/>
                    <a:pt x="2045" y="35"/>
                    <a:pt x="2076" y="1"/>
                  </a:cubicBezTo>
                  <a:close/>
                </a:path>
              </a:pathLst>
            </a:custGeom>
            <a:solidFill>
              <a:srgbClr val="4D9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3" name="Google Shape;7413;p67"/>
            <p:cNvSpPr/>
            <p:nvPr/>
          </p:nvSpPr>
          <p:spPr>
            <a:xfrm>
              <a:off x="9957225" y="2581738"/>
              <a:ext cx="210875" cy="57700"/>
            </a:xfrm>
            <a:custGeom>
              <a:avLst/>
              <a:gdLst/>
              <a:ahLst/>
              <a:cxnLst/>
              <a:rect l="l" t="t" r="r" b="b"/>
              <a:pathLst>
                <a:path w="8435" h="2308" extrusionOk="0">
                  <a:moveTo>
                    <a:pt x="7343" y="0"/>
                  </a:moveTo>
                  <a:cubicBezTo>
                    <a:pt x="6420" y="694"/>
                    <a:pt x="5320" y="1045"/>
                    <a:pt x="4216" y="1045"/>
                  </a:cubicBezTo>
                  <a:cubicBezTo>
                    <a:pt x="3251" y="1045"/>
                    <a:pt x="2285" y="777"/>
                    <a:pt x="1432" y="237"/>
                  </a:cubicBezTo>
                  <a:cubicBezTo>
                    <a:pt x="1203" y="357"/>
                    <a:pt x="546" y="603"/>
                    <a:pt x="1" y="746"/>
                  </a:cubicBezTo>
                  <a:cubicBezTo>
                    <a:pt x="1209" y="1784"/>
                    <a:pt x="2711" y="2307"/>
                    <a:pt x="4216" y="2307"/>
                  </a:cubicBezTo>
                  <a:cubicBezTo>
                    <a:pt x="5580" y="2307"/>
                    <a:pt x="6948" y="1877"/>
                    <a:pt x="8102" y="1010"/>
                  </a:cubicBezTo>
                  <a:cubicBezTo>
                    <a:pt x="8217" y="925"/>
                    <a:pt x="8327" y="834"/>
                    <a:pt x="8435" y="741"/>
                  </a:cubicBezTo>
                  <a:cubicBezTo>
                    <a:pt x="8077" y="483"/>
                    <a:pt x="7719" y="227"/>
                    <a:pt x="73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4" name="Google Shape;7414;p67"/>
            <p:cNvSpPr/>
            <p:nvPr/>
          </p:nvSpPr>
          <p:spPr>
            <a:xfrm>
              <a:off x="9957225" y="2587663"/>
              <a:ext cx="48975" cy="15500"/>
            </a:xfrm>
            <a:custGeom>
              <a:avLst/>
              <a:gdLst/>
              <a:ahLst/>
              <a:cxnLst/>
              <a:rect l="l" t="t" r="r" b="b"/>
              <a:pathLst>
                <a:path w="1959" h="620" extrusionOk="0">
                  <a:moveTo>
                    <a:pt x="1432" y="0"/>
                  </a:moveTo>
                  <a:cubicBezTo>
                    <a:pt x="1203" y="120"/>
                    <a:pt x="546" y="366"/>
                    <a:pt x="1" y="510"/>
                  </a:cubicBezTo>
                  <a:cubicBezTo>
                    <a:pt x="44" y="548"/>
                    <a:pt x="89" y="585"/>
                    <a:pt x="133" y="619"/>
                  </a:cubicBezTo>
                  <a:cubicBezTo>
                    <a:pt x="755" y="606"/>
                    <a:pt x="1371" y="494"/>
                    <a:pt x="1959" y="293"/>
                  </a:cubicBezTo>
                  <a:cubicBezTo>
                    <a:pt x="1778" y="205"/>
                    <a:pt x="1602" y="108"/>
                    <a:pt x="1432" y="0"/>
                  </a:cubicBezTo>
                  <a:close/>
                </a:path>
              </a:pathLst>
            </a:custGeom>
            <a:solidFill>
              <a:srgbClr val="4D9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5" name="Google Shape;7415;p67"/>
            <p:cNvSpPr/>
            <p:nvPr/>
          </p:nvSpPr>
          <p:spPr>
            <a:xfrm>
              <a:off x="10173125" y="2315563"/>
              <a:ext cx="242150" cy="92650"/>
            </a:xfrm>
            <a:custGeom>
              <a:avLst/>
              <a:gdLst/>
              <a:ahLst/>
              <a:cxnLst/>
              <a:rect l="l" t="t" r="r" b="b"/>
              <a:pathLst>
                <a:path w="9686" h="3706" extrusionOk="0">
                  <a:moveTo>
                    <a:pt x="3825" y="0"/>
                  </a:moveTo>
                  <a:cubicBezTo>
                    <a:pt x="2449" y="0"/>
                    <a:pt x="1108" y="441"/>
                    <a:pt x="0" y="1259"/>
                  </a:cubicBezTo>
                  <a:cubicBezTo>
                    <a:pt x="37" y="1794"/>
                    <a:pt x="58" y="2331"/>
                    <a:pt x="75" y="2868"/>
                  </a:cubicBezTo>
                  <a:cubicBezTo>
                    <a:pt x="1055" y="1843"/>
                    <a:pt x="2411" y="1263"/>
                    <a:pt x="3827" y="1263"/>
                  </a:cubicBezTo>
                  <a:cubicBezTo>
                    <a:pt x="3829" y="1263"/>
                    <a:pt x="3831" y="1263"/>
                    <a:pt x="3832" y="1263"/>
                  </a:cubicBezTo>
                  <a:cubicBezTo>
                    <a:pt x="5441" y="1263"/>
                    <a:pt x="6880" y="1995"/>
                    <a:pt x="7838" y="3144"/>
                  </a:cubicBezTo>
                  <a:cubicBezTo>
                    <a:pt x="7844" y="3144"/>
                    <a:pt x="9022" y="3366"/>
                    <a:pt x="9685" y="3706"/>
                  </a:cubicBezTo>
                  <a:cubicBezTo>
                    <a:pt x="8645" y="1517"/>
                    <a:pt x="6414" y="0"/>
                    <a:pt x="3832" y="0"/>
                  </a:cubicBezTo>
                  <a:cubicBezTo>
                    <a:pt x="3830" y="0"/>
                    <a:pt x="3828" y="0"/>
                    <a:pt x="3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6" name="Google Shape;7416;p67"/>
            <p:cNvSpPr/>
            <p:nvPr/>
          </p:nvSpPr>
          <p:spPr>
            <a:xfrm>
              <a:off x="10362975" y="2387363"/>
              <a:ext cx="52300" cy="20850"/>
            </a:xfrm>
            <a:custGeom>
              <a:avLst/>
              <a:gdLst/>
              <a:ahLst/>
              <a:cxnLst/>
              <a:rect l="l" t="t" r="r" b="b"/>
              <a:pathLst>
                <a:path w="2092" h="834" extrusionOk="0">
                  <a:moveTo>
                    <a:pt x="1" y="0"/>
                  </a:moveTo>
                  <a:cubicBezTo>
                    <a:pt x="86" y="88"/>
                    <a:pt x="166" y="179"/>
                    <a:pt x="244" y="272"/>
                  </a:cubicBezTo>
                  <a:cubicBezTo>
                    <a:pt x="250" y="272"/>
                    <a:pt x="1428" y="494"/>
                    <a:pt x="2091" y="834"/>
                  </a:cubicBezTo>
                  <a:cubicBezTo>
                    <a:pt x="2017" y="676"/>
                    <a:pt x="1935" y="522"/>
                    <a:pt x="1848" y="372"/>
                  </a:cubicBezTo>
                  <a:cubicBezTo>
                    <a:pt x="1256" y="146"/>
                    <a:pt x="634" y="2"/>
                    <a:pt x="1" y="0"/>
                  </a:cubicBezTo>
                  <a:close/>
                </a:path>
              </a:pathLst>
            </a:custGeom>
            <a:solidFill>
              <a:srgbClr val="FFA1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7" name="Google Shape;7417;p67"/>
            <p:cNvSpPr/>
            <p:nvPr/>
          </p:nvSpPr>
          <p:spPr>
            <a:xfrm>
              <a:off x="10188575" y="2584013"/>
              <a:ext cx="185350" cy="170900"/>
            </a:xfrm>
            <a:custGeom>
              <a:avLst/>
              <a:gdLst/>
              <a:ahLst/>
              <a:cxnLst/>
              <a:rect l="l" t="t" r="r" b="b"/>
              <a:pathLst>
                <a:path w="7414" h="6836" extrusionOk="0">
                  <a:moveTo>
                    <a:pt x="219" y="0"/>
                  </a:moveTo>
                  <a:cubicBezTo>
                    <a:pt x="138" y="452"/>
                    <a:pt x="64" y="905"/>
                    <a:pt x="1" y="1360"/>
                  </a:cubicBezTo>
                  <a:cubicBezTo>
                    <a:pt x="979" y="1922"/>
                    <a:pt x="2087" y="2218"/>
                    <a:pt x="3216" y="2218"/>
                  </a:cubicBezTo>
                  <a:cubicBezTo>
                    <a:pt x="3362" y="2218"/>
                    <a:pt x="3508" y="2212"/>
                    <a:pt x="3653" y="2203"/>
                  </a:cubicBezTo>
                  <a:lnTo>
                    <a:pt x="3979" y="4088"/>
                  </a:lnTo>
                  <a:lnTo>
                    <a:pt x="2643" y="4320"/>
                  </a:lnTo>
                  <a:lnTo>
                    <a:pt x="2860" y="5564"/>
                  </a:lnTo>
                  <a:lnTo>
                    <a:pt x="4194" y="5333"/>
                  </a:lnTo>
                  <a:lnTo>
                    <a:pt x="4455" y="6836"/>
                  </a:lnTo>
                  <a:lnTo>
                    <a:pt x="5700" y="6620"/>
                  </a:lnTo>
                  <a:lnTo>
                    <a:pt x="5439" y="5118"/>
                  </a:lnTo>
                  <a:lnTo>
                    <a:pt x="6775" y="4887"/>
                  </a:lnTo>
                  <a:lnTo>
                    <a:pt x="6559" y="3640"/>
                  </a:lnTo>
                  <a:lnTo>
                    <a:pt x="5225" y="3873"/>
                  </a:lnTo>
                  <a:lnTo>
                    <a:pt x="4899" y="1994"/>
                  </a:lnTo>
                  <a:cubicBezTo>
                    <a:pt x="5826" y="1745"/>
                    <a:pt x="6684" y="1292"/>
                    <a:pt x="7414" y="668"/>
                  </a:cubicBezTo>
                  <a:cubicBezTo>
                    <a:pt x="6919" y="576"/>
                    <a:pt x="6279" y="303"/>
                    <a:pt x="5984" y="157"/>
                  </a:cubicBezTo>
                  <a:cubicBezTo>
                    <a:pt x="5177" y="667"/>
                    <a:pt x="4237" y="953"/>
                    <a:pt x="3216" y="953"/>
                  </a:cubicBezTo>
                  <a:cubicBezTo>
                    <a:pt x="3214" y="953"/>
                    <a:pt x="3211" y="953"/>
                    <a:pt x="3209" y="953"/>
                  </a:cubicBezTo>
                  <a:cubicBezTo>
                    <a:pt x="2138" y="953"/>
                    <a:pt x="1092" y="619"/>
                    <a:pt x="2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8" name="Google Shape;7418;p67"/>
            <p:cNvSpPr/>
            <p:nvPr/>
          </p:nvSpPr>
          <p:spPr>
            <a:xfrm>
              <a:off x="10336650" y="2587913"/>
              <a:ext cx="37275" cy="17900"/>
            </a:xfrm>
            <a:custGeom>
              <a:avLst/>
              <a:gdLst/>
              <a:ahLst/>
              <a:cxnLst/>
              <a:rect l="l" t="t" r="r" b="b"/>
              <a:pathLst>
                <a:path w="1491" h="716" extrusionOk="0">
                  <a:moveTo>
                    <a:pt x="59" y="1"/>
                  </a:moveTo>
                  <a:cubicBezTo>
                    <a:pt x="41" y="13"/>
                    <a:pt x="20" y="25"/>
                    <a:pt x="1" y="37"/>
                  </a:cubicBezTo>
                  <a:cubicBezTo>
                    <a:pt x="350" y="362"/>
                    <a:pt x="788" y="557"/>
                    <a:pt x="1240" y="715"/>
                  </a:cubicBezTo>
                  <a:cubicBezTo>
                    <a:pt x="1325" y="649"/>
                    <a:pt x="1409" y="582"/>
                    <a:pt x="1491" y="512"/>
                  </a:cubicBezTo>
                  <a:cubicBezTo>
                    <a:pt x="996" y="420"/>
                    <a:pt x="356" y="147"/>
                    <a:pt x="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9" name="Google Shape;7419;p67"/>
          <p:cNvGrpSpPr/>
          <p:nvPr/>
        </p:nvGrpSpPr>
        <p:grpSpPr>
          <a:xfrm>
            <a:off x="5961603" y="2305395"/>
            <a:ext cx="3093187" cy="2144461"/>
            <a:chOff x="9634125" y="3061813"/>
            <a:chExt cx="1300150" cy="901375"/>
          </a:xfrm>
        </p:grpSpPr>
        <p:sp>
          <p:nvSpPr>
            <p:cNvPr id="7420" name="Google Shape;7420;p67"/>
            <p:cNvSpPr/>
            <p:nvPr/>
          </p:nvSpPr>
          <p:spPr>
            <a:xfrm>
              <a:off x="10256425" y="3812263"/>
              <a:ext cx="50575" cy="92650"/>
            </a:xfrm>
            <a:custGeom>
              <a:avLst/>
              <a:gdLst/>
              <a:ahLst/>
              <a:cxnLst/>
              <a:rect l="l" t="t" r="r" b="b"/>
              <a:pathLst>
                <a:path w="2023" h="3706" extrusionOk="0">
                  <a:moveTo>
                    <a:pt x="1" y="0"/>
                  </a:moveTo>
                  <a:lnTo>
                    <a:pt x="1" y="3706"/>
                  </a:lnTo>
                  <a:lnTo>
                    <a:pt x="2023" y="3706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5344BB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1" name="Google Shape;7421;p67"/>
            <p:cNvSpPr/>
            <p:nvPr/>
          </p:nvSpPr>
          <p:spPr>
            <a:xfrm>
              <a:off x="10114775" y="3904888"/>
              <a:ext cx="333925" cy="58300"/>
            </a:xfrm>
            <a:custGeom>
              <a:avLst/>
              <a:gdLst/>
              <a:ahLst/>
              <a:cxnLst/>
              <a:rect l="l" t="t" r="r" b="b"/>
              <a:pathLst>
                <a:path w="13357" h="2332" extrusionOk="0">
                  <a:moveTo>
                    <a:pt x="1766" y="1"/>
                  </a:moveTo>
                  <a:lnTo>
                    <a:pt x="0" y="2332"/>
                  </a:lnTo>
                  <a:lnTo>
                    <a:pt x="13357" y="2332"/>
                  </a:lnTo>
                  <a:lnTo>
                    <a:pt x="11591" y="1"/>
                  </a:lnTo>
                  <a:close/>
                </a:path>
              </a:pathLst>
            </a:custGeom>
            <a:solidFill>
              <a:srgbClr val="5344BB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7422;p67"/>
            <p:cNvSpPr/>
            <p:nvPr/>
          </p:nvSpPr>
          <p:spPr>
            <a:xfrm>
              <a:off x="10655250" y="3687888"/>
              <a:ext cx="34500" cy="128050"/>
            </a:xfrm>
            <a:custGeom>
              <a:avLst/>
              <a:gdLst/>
              <a:ahLst/>
              <a:cxnLst/>
              <a:rect l="l" t="t" r="r" b="b"/>
              <a:pathLst>
                <a:path w="1380" h="5122" extrusionOk="0">
                  <a:moveTo>
                    <a:pt x="690" y="1"/>
                  </a:moveTo>
                  <a:cubicBezTo>
                    <a:pt x="309" y="1"/>
                    <a:pt x="1" y="309"/>
                    <a:pt x="1" y="691"/>
                  </a:cubicBezTo>
                  <a:lnTo>
                    <a:pt x="1" y="4431"/>
                  </a:lnTo>
                  <a:cubicBezTo>
                    <a:pt x="1" y="4813"/>
                    <a:pt x="309" y="5121"/>
                    <a:pt x="690" y="5121"/>
                  </a:cubicBezTo>
                  <a:cubicBezTo>
                    <a:pt x="1071" y="5121"/>
                    <a:pt x="1380" y="4813"/>
                    <a:pt x="1380" y="4431"/>
                  </a:cubicBezTo>
                  <a:lnTo>
                    <a:pt x="1380" y="691"/>
                  </a:lnTo>
                  <a:cubicBezTo>
                    <a:pt x="1380" y="309"/>
                    <a:pt x="1071" y="1"/>
                    <a:pt x="690" y="1"/>
                  </a:cubicBezTo>
                  <a:close/>
                </a:path>
              </a:pathLst>
            </a:custGeom>
            <a:solidFill>
              <a:srgbClr val="5344BB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7423;p67"/>
            <p:cNvSpPr/>
            <p:nvPr/>
          </p:nvSpPr>
          <p:spPr>
            <a:xfrm>
              <a:off x="9873525" y="3687888"/>
              <a:ext cx="34550" cy="128050"/>
            </a:xfrm>
            <a:custGeom>
              <a:avLst/>
              <a:gdLst/>
              <a:ahLst/>
              <a:cxnLst/>
              <a:rect l="l" t="t" r="r" b="b"/>
              <a:pathLst>
                <a:path w="1382" h="5122" extrusionOk="0">
                  <a:moveTo>
                    <a:pt x="691" y="1"/>
                  </a:moveTo>
                  <a:cubicBezTo>
                    <a:pt x="310" y="1"/>
                    <a:pt x="1" y="308"/>
                    <a:pt x="1" y="690"/>
                  </a:cubicBezTo>
                  <a:lnTo>
                    <a:pt x="1" y="4431"/>
                  </a:lnTo>
                  <a:cubicBezTo>
                    <a:pt x="1" y="4813"/>
                    <a:pt x="310" y="5121"/>
                    <a:pt x="691" y="5121"/>
                  </a:cubicBezTo>
                  <a:cubicBezTo>
                    <a:pt x="1073" y="5121"/>
                    <a:pt x="1382" y="4813"/>
                    <a:pt x="1382" y="4431"/>
                  </a:cubicBezTo>
                  <a:lnTo>
                    <a:pt x="1382" y="690"/>
                  </a:lnTo>
                  <a:cubicBezTo>
                    <a:pt x="1382" y="308"/>
                    <a:pt x="1073" y="1"/>
                    <a:pt x="691" y="1"/>
                  </a:cubicBezTo>
                  <a:close/>
                </a:path>
              </a:pathLst>
            </a:custGeom>
            <a:solidFill>
              <a:srgbClr val="5344BB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7424;p67"/>
            <p:cNvSpPr/>
            <p:nvPr/>
          </p:nvSpPr>
          <p:spPr>
            <a:xfrm>
              <a:off x="9634125" y="3657363"/>
              <a:ext cx="513675" cy="95150"/>
            </a:xfrm>
            <a:custGeom>
              <a:avLst/>
              <a:gdLst/>
              <a:ahLst/>
              <a:cxnLst/>
              <a:rect l="l" t="t" r="r" b="b"/>
              <a:pathLst>
                <a:path w="20547" h="3806" extrusionOk="0">
                  <a:moveTo>
                    <a:pt x="1" y="0"/>
                  </a:moveTo>
                  <a:lnTo>
                    <a:pt x="627" y="1336"/>
                  </a:lnTo>
                  <a:cubicBezTo>
                    <a:pt x="1331" y="2844"/>
                    <a:pt x="2844" y="3806"/>
                    <a:pt x="4508" y="3806"/>
                  </a:cubicBezTo>
                  <a:lnTo>
                    <a:pt x="16038" y="3806"/>
                  </a:lnTo>
                  <a:cubicBezTo>
                    <a:pt x="17702" y="3806"/>
                    <a:pt x="19216" y="2844"/>
                    <a:pt x="19921" y="1336"/>
                  </a:cubicBezTo>
                  <a:lnTo>
                    <a:pt x="205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7425;p67"/>
            <p:cNvSpPr/>
            <p:nvPr/>
          </p:nvSpPr>
          <p:spPr>
            <a:xfrm>
              <a:off x="9634125" y="3657363"/>
              <a:ext cx="513675" cy="22750"/>
            </a:xfrm>
            <a:custGeom>
              <a:avLst/>
              <a:gdLst/>
              <a:ahLst/>
              <a:cxnLst/>
              <a:rect l="l" t="t" r="r" b="b"/>
              <a:pathLst>
                <a:path w="20547" h="910" extrusionOk="0">
                  <a:moveTo>
                    <a:pt x="1" y="0"/>
                  </a:moveTo>
                  <a:lnTo>
                    <a:pt x="427" y="910"/>
                  </a:lnTo>
                  <a:lnTo>
                    <a:pt x="20121" y="910"/>
                  </a:lnTo>
                  <a:lnTo>
                    <a:pt x="205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7426;p67"/>
            <p:cNvSpPr/>
            <p:nvPr/>
          </p:nvSpPr>
          <p:spPr>
            <a:xfrm>
              <a:off x="10420625" y="3657363"/>
              <a:ext cx="513650" cy="95150"/>
            </a:xfrm>
            <a:custGeom>
              <a:avLst/>
              <a:gdLst/>
              <a:ahLst/>
              <a:cxnLst/>
              <a:rect l="l" t="t" r="r" b="b"/>
              <a:pathLst>
                <a:path w="20546" h="3806" extrusionOk="0">
                  <a:moveTo>
                    <a:pt x="0" y="0"/>
                  </a:moveTo>
                  <a:lnTo>
                    <a:pt x="625" y="1336"/>
                  </a:lnTo>
                  <a:cubicBezTo>
                    <a:pt x="1330" y="2844"/>
                    <a:pt x="2844" y="3806"/>
                    <a:pt x="4508" y="3806"/>
                  </a:cubicBezTo>
                  <a:lnTo>
                    <a:pt x="16038" y="3806"/>
                  </a:lnTo>
                  <a:cubicBezTo>
                    <a:pt x="17702" y="3806"/>
                    <a:pt x="19216" y="2844"/>
                    <a:pt x="19919" y="1336"/>
                  </a:cubicBezTo>
                  <a:lnTo>
                    <a:pt x="205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7427;p67"/>
            <p:cNvSpPr/>
            <p:nvPr/>
          </p:nvSpPr>
          <p:spPr>
            <a:xfrm>
              <a:off x="10420625" y="3657363"/>
              <a:ext cx="513650" cy="22750"/>
            </a:xfrm>
            <a:custGeom>
              <a:avLst/>
              <a:gdLst/>
              <a:ahLst/>
              <a:cxnLst/>
              <a:rect l="l" t="t" r="r" b="b"/>
              <a:pathLst>
                <a:path w="20546" h="910" extrusionOk="0">
                  <a:moveTo>
                    <a:pt x="0" y="0"/>
                  </a:moveTo>
                  <a:lnTo>
                    <a:pt x="425" y="910"/>
                  </a:lnTo>
                  <a:lnTo>
                    <a:pt x="20119" y="910"/>
                  </a:lnTo>
                  <a:lnTo>
                    <a:pt x="205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7428;p67"/>
            <p:cNvSpPr/>
            <p:nvPr/>
          </p:nvSpPr>
          <p:spPr>
            <a:xfrm>
              <a:off x="9827050" y="3796188"/>
              <a:ext cx="909375" cy="32200"/>
            </a:xfrm>
            <a:custGeom>
              <a:avLst/>
              <a:gdLst/>
              <a:ahLst/>
              <a:cxnLst/>
              <a:rect l="l" t="t" r="r" b="b"/>
              <a:pathLst>
                <a:path w="36375" h="1288" extrusionOk="0">
                  <a:moveTo>
                    <a:pt x="643" y="1"/>
                  </a:moveTo>
                  <a:cubicBezTo>
                    <a:pt x="288" y="1"/>
                    <a:pt x="0" y="288"/>
                    <a:pt x="0" y="643"/>
                  </a:cubicBezTo>
                  <a:cubicBezTo>
                    <a:pt x="0" y="998"/>
                    <a:pt x="288" y="1287"/>
                    <a:pt x="643" y="1287"/>
                  </a:cubicBezTo>
                  <a:lnTo>
                    <a:pt x="35732" y="1287"/>
                  </a:lnTo>
                  <a:cubicBezTo>
                    <a:pt x="36087" y="1287"/>
                    <a:pt x="36375" y="998"/>
                    <a:pt x="36375" y="643"/>
                  </a:cubicBezTo>
                  <a:cubicBezTo>
                    <a:pt x="36375" y="288"/>
                    <a:pt x="36087" y="1"/>
                    <a:pt x="357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7429;p67"/>
            <p:cNvSpPr/>
            <p:nvPr/>
          </p:nvSpPr>
          <p:spPr>
            <a:xfrm>
              <a:off x="9862975" y="3784488"/>
              <a:ext cx="55625" cy="55600"/>
            </a:xfrm>
            <a:custGeom>
              <a:avLst/>
              <a:gdLst/>
              <a:ahLst/>
              <a:cxnLst/>
              <a:rect l="l" t="t" r="r" b="b"/>
              <a:pathLst>
                <a:path w="2225" h="2224" extrusionOk="0">
                  <a:moveTo>
                    <a:pt x="1113" y="0"/>
                  </a:moveTo>
                  <a:cubicBezTo>
                    <a:pt x="499" y="0"/>
                    <a:pt x="1" y="498"/>
                    <a:pt x="1" y="1111"/>
                  </a:cubicBezTo>
                  <a:cubicBezTo>
                    <a:pt x="1" y="1726"/>
                    <a:pt x="499" y="2224"/>
                    <a:pt x="1113" y="2224"/>
                  </a:cubicBezTo>
                  <a:cubicBezTo>
                    <a:pt x="1726" y="2224"/>
                    <a:pt x="2224" y="1726"/>
                    <a:pt x="2224" y="1111"/>
                  </a:cubicBezTo>
                  <a:cubicBezTo>
                    <a:pt x="2224" y="498"/>
                    <a:pt x="1726" y="0"/>
                    <a:pt x="1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7430;p67"/>
            <p:cNvSpPr/>
            <p:nvPr/>
          </p:nvSpPr>
          <p:spPr>
            <a:xfrm>
              <a:off x="9868775" y="3790263"/>
              <a:ext cx="44050" cy="44050"/>
            </a:xfrm>
            <a:custGeom>
              <a:avLst/>
              <a:gdLst/>
              <a:ahLst/>
              <a:cxnLst/>
              <a:rect l="l" t="t" r="r" b="b"/>
              <a:pathLst>
                <a:path w="1762" h="1762" extrusionOk="0">
                  <a:moveTo>
                    <a:pt x="881" y="0"/>
                  </a:moveTo>
                  <a:cubicBezTo>
                    <a:pt x="395" y="0"/>
                    <a:pt x="0" y="394"/>
                    <a:pt x="0" y="880"/>
                  </a:cubicBezTo>
                  <a:cubicBezTo>
                    <a:pt x="0" y="1366"/>
                    <a:pt x="395" y="1762"/>
                    <a:pt x="881" y="1762"/>
                  </a:cubicBezTo>
                  <a:cubicBezTo>
                    <a:pt x="1367" y="1762"/>
                    <a:pt x="1761" y="1366"/>
                    <a:pt x="1761" y="880"/>
                  </a:cubicBezTo>
                  <a:cubicBezTo>
                    <a:pt x="1761" y="394"/>
                    <a:pt x="1367" y="0"/>
                    <a:pt x="8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7431;p67"/>
            <p:cNvSpPr/>
            <p:nvPr/>
          </p:nvSpPr>
          <p:spPr>
            <a:xfrm>
              <a:off x="10644700" y="378448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2224" h="2224" extrusionOk="0">
                  <a:moveTo>
                    <a:pt x="1112" y="0"/>
                  </a:moveTo>
                  <a:cubicBezTo>
                    <a:pt x="499" y="0"/>
                    <a:pt x="1" y="498"/>
                    <a:pt x="1" y="1111"/>
                  </a:cubicBezTo>
                  <a:cubicBezTo>
                    <a:pt x="1" y="1726"/>
                    <a:pt x="499" y="2224"/>
                    <a:pt x="1112" y="2224"/>
                  </a:cubicBezTo>
                  <a:cubicBezTo>
                    <a:pt x="1726" y="2224"/>
                    <a:pt x="2224" y="1726"/>
                    <a:pt x="2224" y="1111"/>
                  </a:cubicBezTo>
                  <a:cubicBezTo>
                    <a:pt x="2224" y="498"/>
                    <a:pt x="1726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7432;p67"/>
            <p:cNvSpPr/>
            <p:nvPr/>
          </p:nvSpPr>
          <p:spPr>
            <a:xfrm>
              <a:off x="10650475" y="3790263"/>
              <a:ext cx="44050" cy="44050"/>
            </a:xfrm>
            <a:custGeom>
              <a:avLst/>
              <a:gdLst/>
              <a:ahLst/>
              <a:cxnLst/>
              <a:rect l="l" t="t" r="r" b="b"/>
              <a:pathLst>
                <a:path w="1762" h="1762" extrusionOk="0">
                  <a:moveTo>
                    <a:pt x="881" y="0"/>
                  </a:moveTo>
                  <a:cubicBezTo>
                    <a:pt x="394" y="0"/>
                    <a:pt x="1" y="394"/>
                    <a:pt x="1" y="880"/>
                  </a:cubicBezTo>
                  <a:cubicBezTo>
                    <a:pt x="1" y="1366"/>
                    <a:pt x="394" y="1762"/>
                    <a:pt x="881" y="1762"/>
                  </a:cubicBezTo>
                  <a:cubicBezTo>
                    <a:pt x="1367" y="1762"/>
                    <a:pt x="1762" y="1366"/>
                    <a:pt x="1762" y="880"/>
                  </a:cubicBezTo>
                  <a:cubicBezTo>
                    <a:pt x="1762" y="394"/>
                    <a:pt x="1367" y="0"/>
                    <a:pt x="8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7433;p67"/>
            <p:cNvSpPr/>
            <p:nvPr/>
          </p:nvSpPr>
          <p:spPr>
            <a:xfrm>
              <a:off x="10241050" y="3769088"/>
              <a:ext cx="86325" cy="86375"/>
            </a:xfrm>
            <a:custGeom>
              <a:avLst/>
              <a:gdLst/>
              <a:ahLst/>
              <a:cxnLst/>
              <a:rect l="l" t="t" r="r" b="b"/>
              <a:pathLst>
                <a:path w="3453" h="3455" extrusionOk="0">
                  <a:moveTo>
                    <a:pt x="1725" y="0"/>
                  </a:moveTo>
                  <a:cubicBezTo>
                    <a:pt x="772" y="0"/>
                    <a:pt x="0" y="774"/>
                    <a:pt x="0" y="1727"/>
                  </a:cubicBezTo>
                  <a:cubicBezTo>
                    <a:pt x="0" y="2682"/>
                    <a:pt x="772" y="3454"/>
                    <a:pt x="1725" y="3454"/>
                  </a:cubicBezTo>
                  <a:cubicBezTo>
                    <a:pt x="2680" y="3454"/>
                    <a:pt x="3452" y="2682"/>
                    <a:pt x="3452" y="1727"/>
                  </a:cubicBezTo>
                  <a:cubicBezTo>
                    <a:pt x="3452" y="774"/>
                    <a:pt x="2680" y="0"/>
                    <a:pt x="1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7434;p67"/>
            <p:cNvSpPr/>
            <p:nvPr/>
          </p:nvSpPr>
          <p:spPr>
            <a:xfrm>
              <a:off x="10247375" y="3775463"/>
              <a:ext cx="73650" cy="73650"/>
            </a:xfrm>
            <a:custGeom>
              <a:avLst/>
              <a:gdLst/>
              <a:ahLst/>
              <a:cxnLst/>
              <a:rect l="l" t="t" r="r" b="b"/>
              <a:pathLst>
                <a:path w="2946" h="2946" extrusionOk="0">
                  <a:moveTo>
                    <a:pt x="1472" y="0"/>
                  </a:moveTo>
                  <a:cubicBezTo>
                    <a:pt x="660" y="0"/>
                    <a:pt x="1" y="660"/>
                    <a:pt x="1" y="1472"/>
                  </a:cubicBezTo>
                  <a:cubicBezTo>
                    <a:pt x="1" y="2286"/>
                    <a:pt x="660" y="2946"/>
                    <a:pt x="1472" y="2946"/>
                  </a:cubicBezTo>
                  <a:cubicBezTo>
                    <a:pt x="2287" y="2946"/>
                    <a:pt x="2946" y="2286"/>
                    <a:pt x="2946" y="1472"/>
                  </a:cubicBezTo>
                  <a:cubicBezTo>
                    <a:pt x="2946" y="660"/>
                    <a:pt x="2287" y="0"/>
                    <a:pt x="1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7435;p67"/>
            <p:cNvSpPr/>
            <p:nvPr/>
          </p:nvSpPr>
          <p:spPr>
            <a:xfrm>
              <a:off x="9787125" y="3304688"/>
              <a:ext cx="211025" cy="238600"/>
            </a:xfrm>
            <a:custGeom>
              <a:avLst/>
              <a:gdLst/>
              <a:ahLst/>
              <a:cxnLst/>
              <a:rect l="l" t="t" r="r" b="b"/>
              <a:pathLst>
                <a:path w="8441" h="9544" extrusionOk="0">
                  <a:moveTo>
                    <a:pt x="4356" y="1"/>
                  </a:moveTo>
                  <a:cubicBezTo>
                    <a:pt x="3910" y="1"/>
                    <a:pt x="3467" y="152"/>
                    <a:pt x="3109" y="465"/>
                  </a:cubicBezTo>
                  <a:cubicBezTo>
                    <a:pt x="3109" y="465"/>
                    <a:pt x="3050" y="450"/>
                    <a:pt x="2955" y="450"/>
                  </a:cubicBezTo>
                  <a:cubicBezTo>
                    <a:pt x="2698" y="450"/>
                    <a:pt x="2184" y="559"/>
                    <a:pt x="1912" y="1374"/>
                  </a:cubicBezTo>
                  <a:cubicBezTo>
                    <a:pt x="1577" y="2376"/>
                    <a:pt x="1933" y="3258"/>
                    <a:pt x="1320" y="3912"/>
                  </a:cubicBezTo>
                  <a:cubicBezTo>
                    <a:pt x="709" y="4568"/>
                    <a:pt x="0" y="5160"/>
                    <a:pt x="835" y="6434"/>
                  </a:cubicBezTo>
                  <a:cubicBezTo>
                    <a:pt x="1515" y="7470"/>
                    <a:pt x="117" y="7659"/>
                    <a:pt x="1211" y="8717"/>
                  </a:cubicBezTo>
                  <a:cubicBezTo>
                    <a:pt x="1797" y="9283"/>
                    <a:pt x="3079" y="9544"/>
                    <a:pt x="4307" y="9544"/>
                  </a:cubicBezTo>
                  <a:cubicBezTo>
                    <a:pt x="5373" y="9544"/>
                    <a:pt x="6399" y="9347"/>
                    <a:pt x="6896" y="8984"/>
                  </a:cubicBezTo>
                  <a:cubicBezTo>
                    <a:pt x="7963" y="8199"/>
                    <a:pt x="6684" y="7625"/>
                    <a:pt x="7322" y="7150"/>
                  </a:cubicBezTo>
                  <a:cubicBezTo>
                    <a:pt x="8440" y="6314"/>
                    <a:pt x="7910" y="4728"/>
                    <a:pt x="7309" y="4398"/>
                  </a:cubicBezTo>
                  <a:cubicBezTo>
                    <a:pt x="6684" y="4057"/>
                    <a:pt x="6585" y="3776"/>
                    <a:pt x="6556" y="3144"/>
                  </a:cubicBezTo>
                  <a:cubicBezTo>
                    <a:pt x="6527" y="2524"/>
                    <a:pt x="6684" y="1827"/>
                    <a:pt x="6035" y="891"/>
                  </a:cubicBezTo>
                  <a:cubicBezTo>
                    <a:pt x="5630" y="308"/>
                    <a:pt x="4990" y="1"/>
                    <a:pt x="43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7436;p67"/>
            <p:cNvSpPr/>
            <p:nvPr/>
          </p:nvSpPr>
          <p:spPr>
            <a:xfrm>
              <a:off x="9804325" y="3585438"/>
              <a:ext cx="172750" cy="86150"/>
            </a:xfrm>
            <a:custGeom>
              <a:avLst/>
              <a:gdLst/>
              <a:ahLst/>
              <a:cxnLst/>
              <a:rect l="l" t="t" r="r" b="b"/>
              <a:pathLst>
                <a:path w="6910" h="3446" extrusionOk="0">
                  <a:moveTo>
                    <a:pt x="1497" y="1"/>
                  </a:moveTo>
                  <a:cubicBezTo>
                    <a:pt x="1497" y="1"/>
                    <a:pt x="159" y="1544"/>
                    <a:pt x="79" y="1848"/>
                  </a:cubicBezTo>
                  <a:cubicBezTo>
                    <a:pt x="1" y="2140"/>
                    <a:pt x="1087" y="3445"/>
                    <a:pt x="3212" y="3445"/>
                  </a:cubicBezTo>
                  <a:cubicBezTo>
                    <a:pt x="3318" y="3445"/>
                    <a:pt x="3427" y="3442"/>
                    <a:pt x="3538" y="3435"/>
                  </a:cubicBezTo>
                  <a:cubicBezTo>
                    <a:pt x="5878" y="3290"/>
                    <a:pt x="6910" y="2154"/>
                    <a:pt x="6829" y="1848"/>
                  </a:cubicBezTo>
                  <a:cubicBezTo>
                    <a:pt x="6747" y="1544"/>
                    <a:pt x="5301" y="1"/>
                    <a:pt x="5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7437;p67"/>
            <p:cNvSpPr/>
            <p:nvPr/>
          </p:nvSpPr>
          <p:spPr>
            <a:xfrm>
              <a:off x="9823725" y="3598038"/>
              <a:ext cx="30900" cy="13750"/>
            </a:xfrm>
            <a:custGeom>
              <a:avLst/>
              <a:gdLst/>
              <a:ahLst/>
              <a:cxnLst/>
              <a:rect l="l" t="t" r="r" b="b"/>
              <a:pathLst>
                <a:path w="1236" h="550" extrusionOk="0">
                  <a:moveTo>
                    <a:pt x="1195" y="1"/>
                  </a:moveTo>
                  <a:cubicBezTo>
                    <a:pt x="1043" y="284"/>
                    <a:pt x="857" y="450"/>
                    <a:pt x="639" y="493"/>
                  </a:cubicBezTo>
                  <a:cubicBezTo>
                    <a:pt x="600" y="501"/>
                    <a:pt x="561" y="504"/>
                    <a:pt x="524" y="504"/>
                  </a:cubicBezTo>
                  <a:cubicBezTo>
                    <a:pt x="251" y="504"/>
                    <a:pt x="32" y="324"/>
                    <a:pt x="29" y="323"/>
                  </a:cubicBezTo>
                  <a:lnTo>
                    <a:pt x="1" y="357"/>
                  </a:lnTo>
                  <a:cubicBezTo>
                    <a:pt x="11" y="366"/>
                    <a:pt x="236" y="550"/>
                    <a:pt x="523" y="550"/>
                  </a:cubicBezTo>
                  <a:cubicBezTo>
                    <a:pt x="564" y="550"/>
                    <a:pt x="606" y="545"/>
                    <a:pt x="648" y="536"/>
                  </a:cubicBezTo>
                  <a:cubicBezTo>
                    <a:pt x="881" y="492"/>
                    <a:pt x="1077" y="317"/>
                    <a:pt x="1235" y="20"/>
                  </a:cubicBezTo>
                  <a:lnTo>
                    <a:pt x="11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7438;p67"/>
            <p:cNvSpPr/>
            <p:nvPr/>
          </p:nvSpPr>
          <p:spPr>
            <a:xfrm>
              <a:off x="9925125" y="3598038"/>
              <a:ext cx="30900" cy="13600"/>
            </a:xfrm>
            <a:custGeom>
              <a:avLst/>
              <a:gdLst/>
              <a:ahLst/>
              <a:cxnLst/>
              <a:rect l="l" t="t" r="r" b="b"/>
              <a:pathLst>
                <a:path w="1236" h="544" extrusionOk="0">
                  <a:moveTo>
                    <a:pt x="41" y="1"/>
                  </a:moveTo>
                  <a:lnTo>
                    <a:pt x="1" y="22"/>
                  </a:lnTo>
                  <a:cubicBezTo>
                    <a:pt x="159" y="317"/>
                    <a:pt x="354" y="489"/>
                    <a:pt x="585" y="533"/>
                  </a:cubicBezTo>
                  <a:cubicBezTo>
                    <a:pt x="626" y="541"/>
                    <a:pt x="666" y="544"/>
                    <a:pt x="706" y="544"/>
                  </a:cubicBezTo>
                  <a:cubicBezTo>
                    <a:pt x="997" y="544"/>
                    <a:pt x="1224" y="353"/>
                    <a:pt x="1235" y="344"/>
                  </a:cubicBezTo>
                  <a:lnTo>
                    <a:pt x="1206" y="310"/>
                  </a:lnTo>
                  <a:cubicBezTo>
                    <a:pt x="1204" y="312"/>
                    <a:pt x="980" y="499"/>
                    <a:pt x="704" y="499"/>
                  </a:cubicBezTo>
                  <a:cubicBezTo>
                    <a:pt x="668" y="499"/>
                    <a:pt x="630" y="496"/>
                    <a:pt x="593" y="489"/>
                  </a:cubicBezTo>
                  <a:cubicBezTo>
                    <a:pt x="377" y="448"/>
                    <a:pt x="192" y="283"/>
                    <a:pt x="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7439;p67"/>
            <p:cNvSpPr/>
            <p:nvPr/>
          </p:nvSpPr>
          <p:spPr>
            <a:xfrm>
              <a:off x="9884825" y="3605213"/>
              <a:ext cx="11400" cy="20475"/>
            </a:xfrm>
            <a:custGeom>
              <a:avLst/>
              <a:gdLst/>
              <a:ahLst/>
              <a:cxnLst/>
              <a:rect l="l" t="t" r="r" b="b"/>
              <a:pathLst>
                <a:path w="456" h="819" extrusionOk="0">
                  <a:moveTo>
                    <a:pt x="399" y="0"/>
                  </a:moveTo>
                  <a:cubicBezTo>
                    <a:pt x="397" y="23"/>
                    <a:pt x="396" y="540"/>
                    <a:pt x="408" y="685"/>
                  </a:cubicBezTo>
                  <a:cubicBezTo>
                    <a:pt x="409" y="706"/>
                    <a:pt x="397" y="726"/>
                    <a:pt x="380" y="735"/>
                  </a:cubicBezTo>
                  <a:cubicBezTo>
                    <a:pt x="342" y="761"/>
                    <a:pt x="278" y="774"/>
                    <a:pt x="215" y="774"/>
                  </a:cubicBezTo>
                  <a:cubicBezTo>
                    <a:pt x="167" y="774"/>
                    <a:pt x="120" y="766"/>
                    <a:pt x="87" y="750"/>
                  </a:cubicBezTo>
                  <a:cubicBezTo>
                    <a:pt x="71" y="743"/>
                    <a:pt x="53" y="731"/>
                    <a:pt x="53" y="714"/>
                  </a:cubicBezTo>
                  <a:cubicBezTo>
                    <a:pt x="45" y="604"/>
                    <a:pt x="93" y="15"/>
                    <a:pt x="93" y="9"/>
                  </a:cubicBezTo>
                  <a:lnTo>
                    <a:pt x="50" y="6"/>
                  </a:lnTo>
                  <a:cubicBezTo>
                    <a:pt x="47" y="30"/>
                    <a:pt x="1" y="603"/>
                    <a:pt x="8" y="717"/>
                  </a:cubicBezTo>
                  <a:cubicBezTo>
                    <a:pt x="10" y="738"/>
                    <a:pt x="20" y="768"/>
                    <a:pt x="68" y="791"/>
                  </a:cubicBezTo>
                  <a:cubicBezTo>
                    <a:pt x="113" y="809"/>
                    <a:pt x="160" y="819"/>
                    <a:pt x="209" y="819"/>
                  </a:cubicBezTo>
                  <a:cubicBezTo>
                    <a:pt x="212" y="819"/>
                    <a:pt x="215" y="819"/>
                    <a:pt x="218" y="819"/>
                  </a:cubicBezTo>
                  <a:cubicBezTo>
                    <a:pt x="287" y="819"/>
                    <a:pt x="357" y="804"/>
                    <a:pt x="405" y="773"/>
                  </a:cubicBezTo>
                  <a:cubicBezTo>
                    <a:pt x="436" y="753"/>
                    <a:pt x="456" y="717"/>
                    <a:pt x="453" y="680"/>
                  </a:cubicBezTo>
                  <a:cubicBezTo>
                    <a:pt x="441" y="539"/>
                    <a:pt x="442" y="6"/>
                    <a:pt x="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7440;p67"/>
            <p:cNvSpPr/>
            <p:nvPr/>
          </p:nvSpPr>
          <p:spPr>
            <a:xfrm>
              <a:off x="9838425" y="3588463"/>
              <a:ext cx="102525" cy="17525"/>
            </a:xfrm>
            <a:custGeom>
              <a:avLst/>
              <a:gdLst/>
              <a:ahLst/>
              <a:cxnLst/>
              <a:rect l="l" t="t" r="r" b="b"/>
              <a:pathLst>
                <a:path w="4101" h="701" extrusionOk="0">
                  <a:moveTo>
                    <a:pt x="27" y="1"/>
                  </a:moveTo>
                  <a:lnTo>
                    <a:pt x="0" y="35"/>
                  </a:lnTo>
                  <a:cubicBezTo>
                    <a:pt x="5" y="39"/>
                    <a:pt x="474" y="406"/>
                    <a:pt x="1211" y="593"/>
                  </a:cubicBezTo>
                  <a:cubicBezTo>
                    <a:pt x="1490" y="664"/>
                    <a:pt x="1776" y="700"/>
                    <a:pt x="2064" y="700"/>
                  </a:cubicBezTo>
                  <a:cubicBezTo>
                    <a:pt x="2216" y="700"/>
                    <a:pt x="2367" y="690"/>
                    <a:pt x="2517" y="669"/>
                  </a:cubicBezTo>
                  <a:cubicBezTo>
                    <a:pt x="3057" y="597"/>
                    <a:pt x="3591" y="391"/>
                    <a:pt x="4101" y="60"/>
                  </a:cubicBezTo>
                  <a:lnTo>
                    <a:pt x="4077" y="23"/>
                  </a:lnTo>
                  <a:cubicBezTo>
                    <a:pt x="3572" y="351"/>
                    <a:pt x="3045" y="552"/>
                    <a:pt x="2511" y="625"/>
                  </a:cubicBezTo>
                  <a:cubicBezTo>
                    <a:pt x="2363" y="645"/>
                    <a:pt x="2213" y="655"/>
                    <a:pt x="2063" y="655"/>
                  </a:cubicBezTo>
                  <a:cubicBezTo>
                    <a:pt x="1781" y="655"/>
                    <a:pt x="1499" y="620"/>
                    <a:pt x="1224" y="551"/>
                  </a:cubicBezTo>
                  <a:cubicBezTo>
                    <a:pt x="497" y="367"/>
                    <a:pt x="33" y="4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7441;p67"/>
            <p:cNvSpPr/>
            <p:nvPr/>
          </p:nvSpPr>
          <p:spPr>
            <a:xfrm>
              <a:off x="9860150" y="3595113"/>
              <a:ext cx="4100" cy="5575"/>
            </a:xfrm>
            <a:custGeom>
              <a:avLst/>
              <a:gdLst/>
              <a:ahLst/>
              <a:cxnLst/>
              <a:rect l="l" t="t" r="r" b="b"/>
              <a:pathLst>
                <a:path w="164" h="223" extrusionOk="0">
                  <a:moveTo>
                    <a:pt x="118" y="0"/>
                  </a:moveTo>
                  <a:cubicBezTo>
                    <a:pt x="101" y="154"/>
                    <a:pt x="4" y="179"/>
                    <a:pt x="1" y="179"/>
                  </a:cubicBezTo>
                  <a:lnTo>
                    <a:pt x="10" y="222"/>
                  </a:lnTo>
                  <a:cubicBezTo>
                    <a:pt x="16" y="221"/>
                    <a:pt x="141" y="192"/>
                    <a:pt x="163" y="5"/>
                  </a:cubicBezTo>
                  <a:lnTo>
                    <a:pt x="1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7442;p67"/>
            <p:cNvSpPr/>
            <p:nvPr/>
          </p:nvSpPr>
          <p:spPr>
            <a:xfrm>
              <a:off x="9864325" y="3595913"/>
              <a:ext cx="3600" cy="6150"/>
            </a:xfrm>
            <a:custGeom>
              <a:avLst/>
              <a:gdLst/>
              <a:ahLst/>
              <a:cxnLst/>
              <a:rect l="l" t="t" r="r" b="b"/>
              <a:pathLst>
                <a:path w="144" h="246" extrusionOk="0">
                  <a:moveTo>
                    <a:pt x="98" y="1"/>
                  </a:moveTo>
                  <a:cubicBezTo>
                    <a:pt x="98" y="152"/>
                    <a:pt x="4" y="204"/>
                    <a:pt x="1" y="207"/>
                  </a:cubicBezTo>
                  <a:lnTo>
                    <a:pt x="21" y="245"/>
                  </a:lnTo>
                  <a:cubicBezTo>
                    <a:pt x="27" y="242"/>
                    <a:pt x="144" y="180"/>
                    <a:pt x="1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7443;p67"/>
            <p:cNvSpPr/>
            <p:nvPr/>
          </p:nvSpPr>
          <p:spPr>
            <a:xfrm>
              <a:off x="9916975" y="3594663"/>
              <a:ext cx="4050" cy="5600"/>
            </a:xfrm>
            <a:custGeom>
              <a:avLst/>
              <a:gdLst/>
              <a:ahLst/>
              <a:cxnLst/>
              <a:rect l="l" t="t" r="r" b="b"/>
              <a:pathLst>
                <a:path w="162" h="224" extrusionOk="0">
                  <a:moveTo>
                    <a:pt x="43" y="0"/>
                  </a:moveTo>
                  <a:lnTo>
                    <a:pt x="0" y="6"/>
                  </a:lnTo>
                  <a:cubicBezTo>
                    <a:pt x="20" y="193"/>
                    <a:pt x="145" y="224"/>
                    <a:pt x="151" y="224"/>
                  </a:cubicBezTo>
                  <a:lnTo>
                    <a:pt x="161" y="181"/>
                  </a:lnTo>
                  <a:cubicBezTo>
                    <a:pt x="155" y="181"/>
                    <a:pt x="60" y="155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7444;p67"/>
            <p:cNvSpPr/>
            <p:nvPr/>
          </p:nvSpPr>
          <p:spPr>
            <a:xfrm>
              <a:off x="9913200" y="3595488"/>
              <a:ext cx="3575" cy="6125"/>
            </a:xfrm>
            <a:custGeom>
              <a:avLst/>
              <a:gdLst/>
              <a:ahLst/>
              <a:cxnLst/>
              <a:rect l="l" t="t" r="r" b="b"/>
              <a:pathLst>
                <a:path w="143" h="245" extrusionOk="0">
                  <a:moveTo>
                    <a:pt x="2" y="0"/>
                  </a:moveTo>
                  <a:cubicBezTo>
                    <a:pt x="1" y="177"/>
                    <a:pt x="117" y="243"/>
                    <a:pt x="121" y="245"/>
                  </a:cubicBezTo>
                  <a:lnTo>
                    <a:pt x="142" y="204"/>
                  </a:lnTo>
                  <a:cubicBezTo>
                    <a:pt x="139" y="203"/>
                    <a:pt x="45" y="149"/>
                    <a:pt x="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7445;p67"/>
            <p:cNvSpPr/>
            <p:nvPr/>
          </p:nvSpPr>
          <p:spPr>
            <a:xfrm>
              <a:off x="9726600" y="3611213"/>
              <a:ext cx="199850" cy="97150"/>
            </a:xfrm>
            <a:custGeom>
              <a:avLst/>
              <a:gdLst/>
              <a:ahLst/>
              <a:cxnLst/>
              <a:rect l="l" t="t" r="r" b="b"/>
              <a:pathLst>
                <a:path w="7994" h="3886" extrusionOk="0">
                  <a:moveTo>
                    <a:pt x="3759" y="0"/>
                  </a:moveTo>
                  <a:cubicBezTo>
                    <a:pt x="3759" y="0"/>
                    <a:pt x="1661" y="126"/>
                    <a:pt x="827" y="756"/>
                  </a:cubicBezTo>
                  <a:cubicBezTo>
                    <a:pt x="0" y="1382"/>
                    <a:pt x="1696" y="3885"/>
                    <a:pt x="7167" y="3885"/>
                  </a:cubicBezTo>
                  <a:cubicBezTo>
                    <a:pt x="7210" y="3885"/>
                    <a:pt x="7254" y="3885"/>
                    <a:pt x="7298" y="3885"/>
                  </a:cubicBezTo>
                  <a:cubicBezTo>
                    <a:pt x="7298" y="3885"/>
                    <a:pt x="7994" y="3033"/>
                    <a:pt x="7505" y="2626"/>
                  </a:cubicBezTo>
                  <a:cubicBezTo>
                    <a:pt x="7505" y="2626"/>
                    <a:pt x="4463" y="1523"/>
                    <a:pt x="3899" y="1326"/>
                  </a:cubicBezTo>
                  <a:cubicBezTo>
                    <a:pt x="3335" y="1131"/>
                    <a:pt x="3759" y="0"/>
                    <a:pt x="3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7446;p67"/>
            <p:cNvSpPr/>
            <p:nvPr/>
          </p:nvSpPr>
          <p:spPr>
            <a:xfrm>
              <a:off x="9742150" y="3630113"/>
              <a:ext cx="177525" cy="79325"/>
            </a:xfrm>
            <a:custGeom>
              <a:avLst/>
              <a:gdLst/>
              <a:ahLst/>
              <a:cxnLst/>
              <a:rect l="l" t="t" r="r" b="b"/>
              <a:pathLst>
                <a:path w="7101" h="3173" extrusionOk="0">
                  <a:moveTo>
                    <a:pt x="205" y="0"/>
                  </a:moveTo>
                  <a:cubicBezTo>
                    <a:pt x="137" y="51"/>
                    <a:pt x="83" y="120"/>
                    <a:pt x="49" y="197"/>
                  </a:cubicBezTo>
                  <a:cubicBezTo>
                    <a:pt x="31" y="236"/>
                    <a:pt x="19" y="278"/>
                    <a:pt x="11" y="319"/>
                  </a:cubicBezTo>
                  <a:cubicBezTo>
                    <a:pt x="4" y="361"/>
                    <a:pt x="1" y="404"/>
                    <a:pt x="2" y="448"/>
                  </a:cubicBezTo>
                  <a:cubicBezTo>
                    <a:pt x="5" y="533"/>
                    <a:pt x="22" y="618"/>
                    <a:pt x="49" y="700"/>
                  </a:cubicBezTo>
                  <a:cubicBezTo>
                    <a:pt x="76" y="782"/>
                    <a:pt x="111" y="859"/>
                    <a:pt x="153" y="935"/>
                  </a:cubicBezTo>
                  <a:cubicBezTo>
                    <a:pt x="195" y="1010"/>
                    <a:pt x="241" y="1081"/>
                    <a:pt x="292" y="1150"/>
                  </a:cubicBezTo>
                  <a:cubicBezTo>
                    <a:pt x="344" y="1219"/>
                    <a:pt x="398" y="1284"/>
                    <a:pt x="456" y="1347"/>
                  </a:cubicBezTo>
                  <a:cubicBezTo>
                    <a:pt x="572" y="1472"/>
                    <a:pt x="697" y="1588"/>
                    <a:pt x="832" y="1694"/>
                  </a:cubicBezTo>
                  <a:cubicBezTo>
                    <a:pt x="1103" y="1903"/>
                    <a:pt x="1392" y="2085"/>
                    <a:pt x="1699" y="2237"/>
                  </a:cubicBezTo>
                  <a:cubicBezTo>
                    <a:pt x="1852" y="2313"/>
                    <a:pt x="2008" y="2383"/>
                    <a:pt x="2165" y="2447"/>
                  </a:cubicBezTo>
                  <a:cubicBezTo>
                    <a:pt x="2323" y="2511"/>
                    <a:pt x="2484" y="2571"/>
                    <a:pt x="2645" y="2625"/>
                  </a:cubicBezTo>
                  <a:cubicBezTo>
                    <a:pt x="3294" y="2838"/>
                    <a:pt x="3965" y="2977"/>
                    <a:pt x="4640" y="3060"/>
                  </a:cubicBezTo>
                  <a:cubicBezTo>
                    <a:pt x="5259" y="3135"/>
                    <a:pt x="5884" y="3173"/>
                    <a:pt x="6508" y="3173"/>
                  </a:cubicBezTo>
                  <a:cubicBezTo>
                    <a:pt x="6565" y="3173"/>
                    <a:pt x="6622" y="3173"/>
                    <a:pt x="6679" y="3172"/>
                  </a:cubicBezTo>
                  <a:lnTo>
                    <a:pt x="6698" y="3172"/>
                  </a:lnTo>
                  <a:lnTo>
                    <a:pt x="6711" y="3156"/>
                  </a:lnTo>
                  <a:cubicBezTo>
                    <a:pt x="6784" y="3062"/>
                    <a:pt x="6851" y="2962"/>
                    <a:pt x="6910" y="2857"/>
                  </a:cubicBezTo>
                  <a:cubicBezTo>
                    <a:pt x="6968" y="2753"/>
                    <a:pt x="7017" y="2643"/>
                    <a:pt x="7053" y="2528"/>
                  </a:cubicBezTo>
                  <a:cubicBezTo>
                    <a:pt x="7071" y="2470"/>
                    <a:pt x="7084" y="2410"/>
                    <a:pt x="7093" y="2350"/>
                  </a:cubicBezTo>
                  <a:cubicBezTo>
                    <a:pt x="7101" y="2288"/>
                    <a:pt x="7101" y="2225"/>
                    <a:pt x="7092" y="2164"/>
                  </a:cubicBezTo>
                  <a:cubicBezTo>
                    <a:pt x="7083" y="2100"/>
                    <a:pt x="7062" y="2040"/>
                    <a:pt x="7030" y="1985"/>
                  </a:cubicBezTo>
                  <a:cubicBezTo>
                    <a:pt x="6999" y="1930"/>
                    <a:pt x="6957" y="1881"/>
                    <a:pt x="6910" y="1840"/>
                  </a:cubicBezTo>
                  <a:lnTo>
                    <a:pt x="6904" y="1836"/>
                  </a:lnTo>
                  <a:lnTo>
                    <a:pt x="6898" y="1834"/>
                  </a:lnTo>
                  <a:lnTo>
                    <a:pt x="5090" y="1198"/>
                  </a:lnTo>
                  <a:cubicBezTo>
                    <a:pt x="4789" y="1090"/>
                    <a:pt x="4486" y="987"/>
                    <a:pt x="4185" y="882"/>
                  </a:cubicBezTo>
                  <a:lnTo>
                    <a:pt x="3732" y="725"/>
                  </a:lnTo>
                  <a:lnTo>
                    <a:pt x="3279" y="570"/>
                  </a:lnTo>
                  <a:lnTo>
                    <a:pt x="3726" y="740"/>
                  </a:lnTo>
                  <a:lnTo>
                    <a:pt x="4175" y="907"/>
                  </a:lnTo>
                  <a:cubicBezTo>
                    <a:pt x="4475" y="1019"/>
                    <a:pt x="4774" y="1132"/>
                    <a:pt x="5074" y="1242"/>
                  </a:cubicBezTo>
                  <a:lnTo>
                    <a:pt x="6867" y="1905"/>
                  </a:lnTo>
                  <a:lnTo>
                    <a:pt x="6867" y="1905"/>
                  </a:lnTo>
                  <a:cubicBezTo>
                    <a:pt x="6905" y="1939"/>
                    <a:pt x="6938" y="1979"/>
                    <a:pt x="6963" y="2022"/>
                  </a:cubicBezTo>
                  <a:cubicBezTo>
                    <a:pt x="6989" y="2070"/>
                    <a:pt x="7007" y="2122"/>
                    <a:pt x="7013" y="2176"/>
                  </a:cubicBezTo>
                  <a:cubicBezTo>
                    <a:pt x="7020" y="2230"/>
                    <a:pt x="7020" y="2285"/>
                    <a:pt x="7013" y="2340"/>
                  </a:cubicBezTo>
                  <a:cubicBezTo>
                    <a:pt x="7005" y="2395"/>
                    <a:pt x="6993" y="2450"/>
                    <a:pt x="6975" y="2504"/>
                  </a:cubicBezTo>
                  <a:cubicBezTo>
                    <a:pt x="6941" y="2613"/>
                    <a:pt x="6893" y="2717"/>
                    <a:pt x="6837" y="2817"/>
                  </a:cubicBezTo>
                  <a:cubicBezTo>
                    <a:pt x="6783" y="2912"/>
                    <a:pt x="6723" y="3002"/>
                    <a:pt x="6656" y="3087"/>
                  </a:cubicBezTo>
                  <a:lnTo>
                    <a:pt x="6656" y="3087"/>
                  </a:lnTo>
                  <a:cubicBezTo>
                    <a:pt x="6616" y="3088"/>
                    <a:pt x="6577" y="3088"/>
                    <a:pt x="6537" y="3088"/>
                  </a:cubicBezTo>
                  <a:cubicBezTo>
                    <a:pt x="5907" y="3088"/>
                    <a:pt x="5277" y="3050"/>
                    <a:pt x="4651" y="2975"/>
                  </a:cubicBezTo>
                  <a:cubicBezTo>
                    <a:pt x="4482" y="2954"/>
                    <a:pt x="4314" y="2930"/>
                    <a:pt x="4146" y="2904"/>
                  </a:cubicBezTo>
                  <a:cubicBezTo>
                    <a:pt x="3979" y="2875"/>
                    <a:pt x="3814" y="2845"/>
                    <a:pt x="3648" y="2810"/>
                  </a:cubicBezTo>
                  <a:cubicBezTo>
                    <a:pt x="3317" y="2741"/>
                    <a:pt x="2989" y="2656"/>
                    <a:pt x="2667" y="2553"/>
                  </a:cubicBezTo>
                  <a:cubicBezTo>
                    <a:pt x="2345" y="2449"/>
                    <a:pt x="2030" y="2325"/>
                    <a:pt x="1726" y="2180"/>
                  </a:cubicBezTo>
                  <a:cubicBezTo>
                    <a:pt x="1421" y="2034"/>
                    <a:pt x="1131" y="1860"/>
                    <a:pt x="861" y="1657"/>
                  </a:cubicBezTo>
                  <a:cubicBezTo>
                    <a:pt x="727" y="1554"/>
                    <a:pt x="600" y="1442"/>
                    <a:pt x="483" y="1322"/>
                  </a:cubicBezTo>
                  <a:cubicBezTo>
                    <a:pt x="424" y="1260"/>
                    <a:pt x="369" y="1196"/>
                    <a:pt x="317" y="1131"/>
                  </a:cubicBezTo>
                  <a:cubicBezTo>
                    <a:pt x="265" y="1064"/>
                    <a:pt x="217" y="993"/>
                    <a:pt x="175" y="922"/>
                  </a:cubicBezTo>
                  <a:cubicBezTo>
                    <a:pt x="92" y="777"/>
                    <a:pt x="26" y="616"/>
                    <a:pt x="17" y="448"/>
                  </a:cubicBezTo>
                  <a:cubicBezTo>
                    <a:pt x="16" y="437"/>
                    <a:pt x="16" y="427"/>
                    <a:pt x="16" y="416"/>
                  </a:cubicBezTo>
                  <a:lnTo>
                    <a:pt x="16" y="385"/>
                  </a:lnTo>
                  <a:cubicBezTo>
                    <a:pt x="16" y="364"/>
                    <a:pt x="19" y="343"/>
                    <a:pt x="20" y="322"/>
                  </a:cubicBezTo>
                  <a:cubicBezTo>
                    <a:pt x="26" y="281"/>
                    <a:pt x="38" y="240"/>
                    <a:pt x="53" y="200"/>
                  </a:cubicBezTo>
                  <a:cubicBezTo>
                    <a:pt x="86" y="123"/>
                    <a:pt x="138" y="53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7447;p67"/>
            <p:cNvSpPr/>
            <p:nvPr/>
          </p:nvSpPr>
          <p:spPr>
            <a:xfrm>
              <a:off x="9919700" y="3688338"/>
              <a:ext cx="79300" cy="40025"/>
            </a:xfrm>
            <a:custGeom>
              <a:avLst/>
              <a:gdLst/>
              <a:ahLst/>
              <a:cxnLst/>
              <a:rect l="l" t="t" r="r" b="b"/>
              <a:pathLst>
                <a:path w="3172" h="1601" extrusionOk="0">
                  <a:moveTo>
                    <a:pt x="676" y="1"/>
                  </a:moveTo>
                  <a:cubicBezTo>
                    <a:pt x="305" y="1"/>
                    <a:pt x="162" y="208"/>
                    <a:pt x="118" y="391"/>
                  </a:cubicBezTo>
                  <a:cubicBezTo>
                    <a:pt x="0" y="867"/>
                    <a:pt x="558" y="1199"/>
                    <a:pt x="863" y="1289"/>
                  </a:cubicBezTo>
                  <a:cubicBezTo>
                    <a:pt x="1155" y="1374"/>
                    <a:pt x="1921" y="1601"/>
                    <a:pt x="2439" y="1601"/>
                  </a:cubicBezTo>
                  <a:cubicBezTo>
                    <a:pt x="2464" y="1601"/>
                    <a:pt x="2489" y="1600"/>
                    <a:pt x="2513" y="1599"/>
                  </a:cubicBezTo>
                  <a:cubicBezTo>
                    <a:pt x="3029" y="1575"/>
                    <a:pt x="3172" y="958"/>
                    <a:pt x="2824" y="737"/>
                  </a:cubicBezTo>
                  <a:cubicBezTo>
                    <a:pt x="2483" y="519"/>
                    <a:pt x="1491" y="181"/>
                    <a:pt x="1087" y="66"/>
                  </a:cubicBezTo>
                  <a:cubicBezTo>
                    <a:pt x="926" y="20"/>
                    <a:pt x="790" y="1"/>
                    <a:pt x="6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7448;p67"/>
            <p:cNvSpPr/>
            <p:nvPr/>
          </p:nvSpPr>
          <p:spPr>
            <a:xfrm>
              <a:off x="9899400" y="3679463"/>
              <a:ext cx="69025" cy="39575"/>
            </a:xfrm>
            <a:custGeom>
              <a:avLst/>
              <a:gdLst/>
              <a:ahLst/>
              <a:cxnLst/>
              <a:rect l="l" t="t" r="r" b="b"/>
              <a:pathLst>
                <a:path w="2761" h="1583" extrusionOk="0">
                  <a:moveTo>
                    <a:pt x="459" y="1"/>
                  </a:moveTo>
                  <a:cubicBezTo>
                    <a:pt x="1" y="287"/>
                    <a:pt x="163" y="979"/>
                    <a:pt x="163" y="979"/>
                  </a:cubicBezTo>
                  <a:cubicBezTo>
                    <a:pt x="163" y="979"/>
                    <a:pt x="1766" y="1550"/>
                    <a:pt x="2263" y="1581"/>
                  </a:cubicBezTo>
                  <a:cubicBezTo>
                    <a:pt x="2276" y="1582"/>
                    <a:pt x="2288" y="1582"/>
                    <a:pt x="2300" y="1582"/>
                  </a:cubicBezTo>
                  <a:cubicBezTo>
                    <a:pt x="2760" y="1582"/>
                    <a:pt x="2761" y="1042"/>
                    <a:pt x="2519" y="928"/>
                  </a:cubicBezTo>
                  <a:cubicBezTo>
                    <a:pt x="2270" y="812"/>
                    <a:pt x="459" y="1"/>
                    <a:pt x="459" y="1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7449;p67"/>
            <p:cNvSpPr/>
            <p:nvPr/>
          </p:nvSpPr>
          <p:spPr>
            <a:xfrm>
              <a:off x="9899400" y="3679463"/>
              <a:ext cx="66775" cy="34550"/>
            </a:xfrm>
            <a:custGeom>
              <a:avLst/>
              <a:gdLst/>
              <a:ahLst/>
              <a:cxnLst/>
              <a:rect l="l" t="t" r="r" b="b"/>
              <a:pathLst>
                <a:path w="2671" h="1382" extrusionOk="0">
                  <a:moveTo>
                    <a:pt x="459" y="1"/>
                  </a:moveTo>
                  <a:cubicBezTo>
                    <a:pt x="1" y="287"/>
                    <a:pt x="163" y="977"/>
                    <a:pt x="163" y="977"/>
                  </a:cubicBezTo>
                  <a:cubicBezTo>
                    <a:pt x="163" y="977"/>
                    <a:pt x="805" y="1206"/>
                    <a:pt x="1403" y="1381"/>
                  </a:cubicBezTo>
                  <a:cubicBezTo>
                    <a:pt x="1850" y="1307"/>
                    <a:pt x="2290" y="1223"/>
                    <a:pt x="2670" y="1135"/>
                  </a:cubicBezTo>
                  <a:cubicBezTo>
                    <a:pt x="2648" y="1044"/>
                    <a:pt x="2595" y="964"/>
                    <a:pt x="2519" y="928"/>
                  </a:cubicBezTo>
                  <a:cubicBezTo>
                    <a:pt x="2270" y="812"/>
                    <a:pt x="459" y="1"/>
                    <a:pt x="459" y="1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7450;p67"/>
            <p:cNvSpPr/>
            <p:nvPr/>
          </p:nvSpPr>
          <p:spPr>
            <a:xfrm>
              <a:off x="9780175" y="3694413"/>
              <a:ext cx="79325" cy="40025"/>
            </a:xfrm>
            <a:custGeom>
              <a:avLst/>
              <a:gdLst/>
              <a:ahLst/>
              <a:cxnLst/>
              <a:rect l="l" t="t" r="r" b="b"/>
              <a:pathLst>
                <a:path w="3173" h="1601" extrusionOk="0">
                  <a:moveTo>
                    <a:pt x="2497" y="1"/>
                  </a:moveTo>
                  <a:cubicBezTo>
                    <a:pt x="2383" y="1"/>
                    <a:pt x="2248" y="20"/>
                    <a:pt x="2087" y="66"/>
                  </a:cubicBezTo>
                  <a:cubicBezTo>
                    <a:pt x="1683" y="181"/>
                    <a:pt x="690" y="520"/>
                    <a:pt x="350" y="737"/>
                  </a:cubicBezTo>
                  <a:cubicBezTo>
                    <a:pt x="1" y="958"/>
                    <a:pt x="144" y="1575"/>
                    <a:pt x="660" y="1599"/>
                  </a:cubicBezTo>
                  <a:cubicBezTo>
                    <a:pt x="684" y="1600"/>
                    <a:pt x="708" y="1601"/>
                    <a:pt x="733" y="1601"/>
                  </a:cubicBezTo>
                  <a:cubicBezTo>
                    <a:pt x="1251" y="1601"/>
                    <a:pt x="2018" y="1374"/>
                    <a:pt x="2311" y="1289"/>
                  </a:cubicBezTo>
                  <a:cubicBezTo>
                    <a:pt x="2617" y="1200"/>
                    <a:pt x="3173" y="867"/>
                    <a:pt x="3056" y="391"/>
                  </a:cubicBezTo>
                  <a:cubicBezTo>
                    <a:pt x="3011" y="208"/>
                    <a:pt x="2868" y="1"/>
                    <a:pt x="24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7451;p67"/>
            <p:cNvSpPr/>
            <p:nvPr/>
          </p:nvSpPr>
          <p:spPr>
            <a:xfrm>
              <a:off x="9810775" y="3685538"/>
              <a:ext cx="69000" cy="39575"/>
            </a:xfrm>
            <a:custGeom>
              <a:avLst/>
              <a:gdLst/>
              <a:ahLst/>
              <a:cxnLst/>
              <a:rect l="l" t="t" r="r" b="b"/>
              <a:pathLst>
                <a:path w="2760" h="1583" extrusionOk="0">
                  <a:moveTo>
                    <a:pt x="2302" y="1"/>
                  </a:moveTo>
                  <a:cubicBezTo>
                    <a:pt x="2302" y="1"/>
                    <a:pt x="490" y="812"/>
                    <a:pt x="241" y="928"/>
                  </a:cubicBezTo>
                  <a:cubicBezTo>
                    <a:pt x="0" y="1042"/>
                    <a:pt x="1" y="1583"/>
                    <a:pt x="461" y="1583"/>
                  </a:cubicBezTo>
                  <a:cubicBezTo>
                    <a:pt x="473" y="1583"/>
                    <a:pt x="485" y="1582"/>
                    <a:pt x="498" y="1581"/>
                  </a:cubicBezTo>
                  <a:cubicBezTo>
                    <a:pt x="994" y="1552"/>
                    <a:pt x="2597" y="979"/>
                    <a:pt x="2597" y="979"/>
                  </a:cubicBezTo>
                  <a:cubicBezTo>
                    <a:pt x="2597" y="979"/>
                    <a:pt x="2760" y="287"/>
                    <a:pt x="2302" y="1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7452;p67"/>
            <p:cNvSpPr/>
            <p:nvPr/>
          </p:nvSpPr>
          <p:spPr>
            <a:xfrm>
              <a:off x="9854375" y="3611063"/>
              <a:ext cx="200725" cy="102525"/>
            </a:xfrm>
            <a:custGeom>
              <a:avLst/>
              <a:gdLst/>
              <a:ahLst/>
              <a:cxnLst/>
              <a:rect l="l" t="t" r="r" b="b"/>
              <a:pathLst>
                <a:path w="8029" h="4101" extrusionOk="0">
                  <a:moveTo>
                    <a:pt x="4219" y="0"/>
                  </a:moveTo>
                  <a:cubicBezTo>
                    <a:pt x="4219" y="0"/>
                    <a:pt x="4693" y="1135"/>
                    <a:pt x="4130" y="1332"/>
                  </a:cubicBezTo>
                  <a:cubicBezTo>
                    <a:pt x="3566" y="1529"/>
                    <a:pt x="445" y="2878"/>
                    <a:pt x="445" y="2878"/>
                  </a:cubicBezTo>
                  <a:cubicBezTo>
                    <a:pt x="0" y="3484"/>
                    <a:pt x="701" y="4100"/>
                    <a:pt x="701" y="4100"/>
                  </a:cubicBezTo>
                  <a:cubicBezTo>
                    <a:pt x="742" y="4100"/>
                    <a:pt x="782" y="4100"/>
                    <a:pt x="822" y="4100"/>
                  </a:cubicBezTo>
                  <a:cubicBezTo>
                    <a:pt x="6301" y="4100"/>
                    <a:pt x="8029" y="1389"/>
                    <a:pt x="7201" y="762"/>
                  </a:cubicBezTo>
                  <a:cubicBezTo>
                    <a:pt x="6366" y="133"/>
                    <a:pt x="4219" y="0"/>
                    <a:pt x="4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7453;p67"/>
            <p:cNvSpPr/>
            <p:nvPr/>
          </p:nvSpPr>
          <p:spPr>
            <a:xfrm>
              <a:off x="9860550" y="3630113"/>
              <a:ext cx="178975" cy="84550"/>
            </a:xfrm>
            <a:custGeom>
              <a:avLst/>
              <a:gdLst/>
              <a:ahLst/>
              <a:cxnLst/>
              <a:rect l="l" t="t" r="r" b="b"/>
              <a:pathLst>
                <a:path w="7159" h="3382" extrusionOk="0">
                  <a:moveTo>
                    <a:pt x="6954" y="0"/>
                  </a:moveTo>
                  <a:lnTo>
                    <a:pt x="6954" y="0"/>
                  </a:lnTo>
                  <a:cubicBezTo>
                    <a:pt x="7022" y="54"/>
                    <a:pt x="7072" y="124"/>
                    <a:pt x="7104" y="205"/>
                  </a:cubicBezTo>
                  <a:cubicBezTo>
                    <a:pt x="7118" y="243"/>
                    <a:pt x="7130" y="285"/>
                    <a:pt x="7135" y="328"/>
                  </a:cubicBezTo>
                  <a:cubicBezTo>
                    <a:pt x="7141" y="370"/>
                    <a:pt x="7142" y="413"/>
                    <a:pt x="7139" y="457"/>
                  </a:cubicBezTo>
                  <a:cubicBezTo>
                    <a:pt x="7130" y="628"/>
                    <a:pt x="7069" y="792"/>
                    <a:pt x="6989" y="943"/>
                  </a:cubicBezTo>
                  <a:cubicBezTo>
                    <a:pt x="6968" y="982"/>
                    <a:pt x="6947" y="1019"/>
                    <a:pt x="6923" y="1055"/>
                  </a:cubicBezTo>
                  <a:cubicBezTo>
                    <a:pt x="6901" y="1090"/>
                    <a:pt x="6875" y="1125"/>
                    <a:pt x="6852" y="1160"/>
                  </a:cubicBezTo>
                  <a:cubicBezTo>
                    <a:pt x="6826" y="1195"/>
                    <a:pt x="6801" y="1231"/>
                    <a:pt x="6774" y="1263"/>
                  </a:cubicBezTo>
                  <a:cubicBezTo>
                    <a:pt x="6747" y="1296"/>
                    <a:pt x="6719" y="1329"/>
                    <a:pt x="6690" y="1360"/>
                  </a:cubicBezTo>
                  <a:cubicBezTo>
                    <a:pt x="6576" y="1489"/>
                    <a:pt x="6453" y="1608"/>
                    <a:pt x="6321" y="1718"/>
                  </a:cubicBezTo>
                  <a:cubicBezTo>
                    <a:pt x="6055" y="1936"/>
                    <a:pt x="5767" y="2127"/>
                    <a:pt x="5463" y="2285"/>
                  </a:cubicBezTo>
                  <a:cubicBezTo>
                    <a:pt x="5159" y="2444"/>
                    <a:pt x="4843" y="2582"/>
                    <a:pt x="4518" y="2695"/>
                  </a:cubicBezTo>
                  <a:cubicBezTo>
                    <a:pt x="4437" y="2725"/>
                    <a:pt x="4357" y="2753"/>
                    <a:pt x="4275" y="2778"/>
                  </a:cubicBezTo>
                  <a:cubicBezTo>
                    <a:pt x="4191" y="2804"/>
                    <a:pt x="4111" y="2829"/>
                    <a:pt x="4027" y="2853"/>
                  </a:cubicBezTo>
                  <a:cubicBezTo>
                    <a:pt x="3862" y="2901"/>
                    <a:pt x="3696" y="2942"/>
                    <a:pt x="3528" y="2981"/>
                  </a:cubicBezTo>
                  <a:cubicBezTo>
                    <a:pt x="3192" y="3059"/>
                    <a:pt x="2854" y="3121"/>
                    <a:pt x="2514" y="3168"/>
                  </a:cubicBezTo>
                  <a:cubicBezTo>
                    <a:pt x="1871" y="3252"/>
                    <a:pt x="1225" y="3295"/>
                    <a:pt x="578" y="3295"/>
                  </a:cubicBezTo>
                  <a:cubicBezTo>
                    <a:pt x="542" y="3295"/>
                    <a:pt x="506" y="3295"/>
                    <a:pt x="470" y="3294"/>
                  </a:cubicBezTo>
                  <a:lnTo>
                    <a:pt x="470" y="3294"/>
                  </a:lnTo>
                  <a:cubicBezTo>
                    <a:pt x="433" y="3260"/>
                    <a:pt x="399" y="3223"/>
                    <a:pt x="366" y="3185"/>
                  </a:cubicBezTo>
                  <a:cubicBezTo>
                    <a:pt x="331" y="3142"/>
                    <a:pt x="296" y="3099"/>
                    <a:pt x="265" y="3053"/>
                  </a:cubicBezTo>
                  <a:cubicBezTo>
                    <a:pt x="202" y="2960"/>
                    <a:pt x="153" y="2860"/>
                    <a:pt x="120" y="2756"/>
                  </a:cubicBezTo>
                  <a:cubicBezTo>
                    <a:pt x="87" y="2652"/>
                    <a:pt x="80" y="2541"/>
                    <a:pt x="98" y="2434"/>
                  </a:cubicBezTo>
                  <a:cubicBezTo>
                    <a:pt x="102" y="2407"/>
                    <a:pt x="110" y="2382"/>
                    <a:pt x="117" y="2355"/>
                  </a:cubicBezTo>
                  <a:lnTo>
                    <a:pt x="131" y="2318"/>
                  </a:lnTo>
                  <a:cubicBezTo>
                    <a:pt x="132" y="2312"/>
                    <a:pt x="135" y="2306"/>
                    <a:pt x="137" y="2300"/>
                  </a:cubicBezTo>
                  <a:lnTo>
                    <a:pt x="146" y="2280"/>
                  </a:lnTo>
                  <a:cubicBezTo>
                    <a:pt x="167" y="2234"/>
                    <a:pt x="193" y="2189"/>
                    <a:pt x="222" y="2148"/>
                  </a:cubicBezTo>
                  <a:lnTo>
                    <a:pt x="222" y="2148"/>
                  </a:lnTo>
                  <a:lnTo>
                    <a:pt x="1127" y="1751"/>
                  </a:lnTo>
                  <a:lnTo>
                    <a:pt x="2042" y="1351"/>
                  </a:lnTo>
                  <a:lnTo>
                    <a:pt x="2960" y="955"/>
                  </a:lnTo>
                  <a:cubicBezTo>
                    <a:pt x="3112" y="889"/>
                    <a:pt x="3265" y="823"/>
                    <a:pt x="3419" y="759"/>
                  </a:cubicBezTo>
                  <a:cubicBezTo>
                    <a:pt x="3495" y="728"/>
                    <a:pt x="3571" y="694"/>
                    <a:pt x="3648" y="662"/>
                  </a:cubicBezTo>
                  <a:cubicBezTo>
                    <a:pt x="3687" y="647"/>
                    <a:pt x="3726" y="631"/>
                    <a:pt x="3765" y="616"/>
                  </a:cubicBezTo>
                  <a:lnTo>
                    <a:pt x="3881" y="571"/>
                  </a:lnTo>
                  <a:lnTo>
                    <a:pt x="3881" y="571"/>
                  </a:lnTo>
                  <a:cubicBezTo>
                    <a:pt x="3566" y="680"/>
                    <a:pt x="3258" y="806"/>
                    <a:pt x="2949" y="929"/>
                  </a:cubicBezTo>
                  <a:cubicBezTo>
                    <a:pt x="2639" y="1055"/>
                    <a:pt x="2332" y="1180"/>
                    <a:pt x="2025" y="1308"/>
                  </a:cubicBezTo>
                  <a:lnTo>
                    <a:pt x="1103" y="1693"/>
                  </a:lnTo>
                  <a:cubicBezTo>
                    <a:pt x="796" y="1823"/>
                    <a:pt x="489" y="1952"/>
                    <a:pt x="183" y="2082"/>
                  </a:cubicBezTo>
                  <a:lnTo>
                    <a:pt x="172" y="2086"/>
                  </a:lnTo>
                  <a:lnTo>
                    <a:pt x="167" y="2095"/>
                  </a:lnTo>
                  <a:cubicBezTo>
                    <a:pt x="131" y="2143"/>
                    <a:pt x="101" y="2195"/>
                    <a:pt x="76" y="2249"/>
                  </a:cubicBezTo>
                  <a:lnTo>
                    <a:pt x="67" y="2270"/>
                  </a:lnTo>
                  <a:cubicBezTo>
                    <a:pt x="64" y="2277"/>
                    <a:pt x="61" y="2283"/>
                    <a:pt x="58" y="2291"/>
                  </a:cubicBezTo>
                  <a:cubicBezTo>
                    <a:pt x="53" y="2306"/>
                    <a:pt x="47" y="2319"/>
                    <a:pt x="43" y="2334"/>
                  </a:cubicBezTo>
                  <a:cubicBezTo>
                    <a:pt x="34" y="2362"/>
                    <a:pt x="26" y="2392"/>
                    <a:pt x="22" y="2422"/>
                  </a:cubicBezTo>
                  <a:cubicBezTo>
                    <a:pt x="1" y="2541"/>
                    <a:pt x="8" y="2664"/>
                    <a:pt x="44" y="2780"/>
                  </a:cubicBezTo>
                  <a:cubicBezTo>
                    <a:pt x="79" y="2893"/>
                    <a:pt x="129" y="3002"/>
                    <a:pt x="196" y="3100"/>
                  </a:cubicBezTo>
                  <a:cubicBezTo>
                    <a:pt x="229" y="3148"/>
                    <a:pt x="263" y="3196"/>
                    <a:pt x="302" y="3241"/>
                  </a:cubicBezTo>
                  <a:cubicBezTo>
                    <a:pt x="339" y="3287"/>
                    <a:pt x="381" y="3330"/>
                    <a:pt x="424" y="3370"/>
                  </a:cubicBezTo>
                  <a:lnTo>
                    <a:pt x="436" y="3381"/>
                  </a:lnTo>
                  <a:lnTo>
                    <a:pt x="453" y="3381"/>
                  </a:lnTo>
                  <a:cubicBezTo>
                    <a:pt x="512" y="3382"/>
                    <a:pt x="572" y="3382"/>
                    <a:pt x="632" y="3382"/>
                  </a:cubicBezTo>
                  <a:cubicBezTo>
                    <a:pt x="1265" y="3382"/>
                    <a:pt x="1897" y="3339"/>
                    <a:pt x="2526" y="3256"/>
                  </a:cubicBezTo>
                  <a:cubicBezTo>
                    <a:pt x="2870" y="3208"/>
                    <a:pt x="3210" y="3145"/>
                    <a:pt x="3549" y="3066"/>
                  </a:cubicBezTo>
                  <a:cubicBezTo>
                    <a:pt x="3717" y="3024"/>
                    <a:pt x="3886" y="2981"/>
                    <a:pt x="4051" y="2932"/>
                  </a:cubicBezTo>
                  <a:cubicBezTo>
                    <a:pt x="4135" y="2908"/>
                    <a:pt x="4218" y="2883"/>
                    <a:pt x="4300" y="2854"/>
                  </a:cubicBezTo>
                  <a:cubicBezTo>
                    <a:pt x="4382" y="2826"/>
                    <a:pt x="4464" y="2799"/>
                    <a:pt x="4546" y="2769"/>
                  </a:cubicBezTo>
                  <a:cubicBezTo>
                    <a:pt x="4873" y="2652"/>
                    <a:pt x="5190" y="2508"/>
                    <a:pt x="5495" y="2343"/>
                  </a:cubicBezTo>
                  <a:cubicBezTo>
                    <a:pt x="5802" y="2177"/>
                    <a:pt x="6090" y="1982"/>
                    <a:pt x="6353" y="1757"/>
                  </a:cubicBezTo>
                  <a:cubicBezTo>
                    <a:pt x="6421" y="1700"/>
                    <a:pt x="6485" y="1642"/>
                    <a:pt x="6546" y="1579"/>
                  </a:cubicBezTo>
                  <a:cubicBezTo>
                    <a:pt x="6607" y="1518"/>
                    <a:pt x="6667" y="1454"/>
                    <a:pt x="6722" y="1389"/>
                  </a:cubicBezTo>
                  <a:cubicBezTo>
                    <a:pt x="6752" y="1356"/>
                    <a:pt x="6778" y="1322"/>
                    <a:pt x="6804" y="1287"/>
                  </a:cubicBezTo>
                  <a:cubicBezTo>
                    <a:pt x="6831" y="1251"/>
                    <a:pt x="6856" y="1216"/>
                    <a:pt x="6881" y="1181"/>
                  </a:cubicBezTo>
                  <a:cubicBezTo>
                    <a:pt x="6905" y="1146"/>
                    <a:pt x="6929" y="1108"/>
                    <a:pt x="6951" y="1071"/>
                  </a:cubicBezTo>
                  <a:cubicBezTo>
                    <a:pt x="6974" y="1034"/>
                    <a:pt x="6996" y="996"/>
                    <a:pt x="7014" y="958"/>
                  </a:cubicBezTo>
                  <a:cubicBezTo>
                    <a:pt x="7093" y="803"/>
                    <a:pt x="7151" y="634"/>
                    <a:pt x="7157" y="458"/>
                  </a:cubicBezTo>
                  <a:cubicBezTo>
                    <a:pt x="7159" y="415"/>
                    <a:pt x="7156" y="372"/>
                    <a:pt x="7150" y="328"/>
                  </a:cubicBezTo>
                  <a:cubicBezTo>
                    <a:pt x="7142" y="285"/>
                    <a:pt x="7130" y="243"/>
                    <a:pt x="7112" y="203"/>
                  </a:cubicBezTo>
                  <a:cubicBezTo>
                    <a:pt x="7080" y="123"/>
                    <a:pt x="7024" y="53"/>
                    <a:pt x="69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7454;p67"/>
            <p:cNvSpPr/>
            <p:nvPr/>
          </p:nvSpPr>
          <p:spPr>
            <a:xfrm>
              <a:off x="9796400" y="3255713"/>
              <a:ext cx="46100" cy="69425"/>
            </a:xfrm>
            <a:custGeom>
              <a:avLst/>
              <a:gdLst/>
              <a:ahLst/>
              <a:cxnLst/>
              <a:rect l="l" t="t" r="r" b="b"/>
              <a:pathLst>
                <a:path w="1844" h="2777" extrusionOk="0">
                  <a:moveTo>
                    <a:pt x="1181" y="1"/>
                  </a:moveTo>
                  <a:cubicBezTo>
                    <a:pt x="1112" y="1"/>
                    <a:pt x="822" y="542"/>
                    <a:pt x="822" y="542"/>
                  </a:cubicBezTo>
                  <a:cubicBezTo>
                    <a:pt x="864" y="304"/>
                    <a:pt x="854" y="68"/>
                    <a:pt x="797" y="68"/>
                  </a:cubicBezTo>
                  <a:cubicBezTo>
                    <a:pt x="771" y="68"/>
                    <a:pt x="735" y="117"/>
                    <a:pt x="691" y="236"/>
                  </a:cubicBezTo>
                  <a:cubicBezTo>
                    <a:pt x="590" y="512"/>
                    <a:pt x="183" y="1119"/>
                    <a:pt x="35" y="2343"/>
                  </a:cubicBezTo>
                  <a:cubicBezTo>
                    <a:pt x="0" y="2638"/>
                    <a:pt x="260" y="2776"/>
                    <a:pt x="459" y="2776"/>
                  </a:cubicBezTo>
                  <a:cubicBezTo>
                    <a:pt x="577" y="2776"/>
                    <a:pt x="674" y="2727"/>
                    <a:pt x="673" y="2634"/>
                  </a:cubicBezTo>
                  <a:cubicBezTo>
                    <a:pt x="673" y="2415"/>
                    <a:pt x="845" y="1949"/>
                    <a:pt x="845" y="1949"/>
                  </a:cubicBezTo>
                  <a:cubicBezTo>
                    <a:pt x="1450" y="1823"/>
                    <a:pt x="1844" y="1238"/>
                    <a:pt x="1799" y="1144"/>
                  </a:cubicBezTo>
                  <a:cubicBezTo>
                    <a:pt x="1790" y="1126"/>
                    <a:pt x="1774" y="1119"/>
                    <a:pt x="1753" y="1119"/>
                  </a:cubicBezTo>
                  <a:cubicBezTo>
                    <a:pt x="1667" y="1119"/>
                    <a:pt x="1501" y="1233"/>
                    <a:pt x="1419" y="1233"/>
                  </a:cubicBezTo>
                  <a:cubicBezTo>
                    <a:pt x="1415" y="1233"/>
                    <a:pt x="1411" y="1233"/>
                    <a:pt x="1407" y="1232"/>
                  </a:cubicBezTo>
                  <a:cubicBezTo>
                    <a:pt x="1310" y="1216"/>
                    <a:pt x="1707" y="549"/>
                    <a:pt x="1723" y="331"/>
                  </a:cubicBezTo>
                  <a:cubicBezTo>
                    <a:pt x="1725" y="303"/>
                    <a:pt x="1720" y="291"/>
                    <a:pt x="1708" y="291"/>
                  </a:cubicBezTo>
                  <a:cubicBezTo>
                    <a:pt x="1628" y="291"/>
                    <a:pt x="1271" y="855"/>
                    <a:pt x="1271" y="855"/>
                  </a:cubicBezTo>
                  <a:cubicBezTo>
                    <a:pt x="1271" y="855"/>
                    <a:pt x="1419" y="364"/>
                    <a:pt x="1456" y="148"/>
                  </a:cubicBezTo>
                  <a:cubicBezTo>
                    <a:pt x="1461" y="122"/>
                    <a:pt x="1458" y="110"/>
                    <a:pt x="1449" y="110"/>
                  </a:cubicBezTo>
                  <a:cubicBezTo>
                    <a:pt x="1386" y="110"/>
                    <a:pt x="1027" y="701"/>
                    <a:pt x="1027" y="701"/>
                  </a:cubicBezTo>
                  <a:cubicBezTo>
                    <a:pt x="1027" y="701"/>
                    <a:pt x="1201" y="203"/>
                    <a:pt x="1195" y="29"/>
                  </a:cubicBezTo>
                  <a:cubicBezTo>
                    <a:pt x="1194" y="9"/>
                    <a:pt x="1189" y="1"/>
                    <a:pt x="1181" y="1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7455;p67"/>
            <p:cNvSpPr/>
            <p:nvPr/>
          </p:nvSpPr>
          <p:spPr>
            <a:xfrm>
              <a:off x="9813250" y="3271013"/>
              <a:ext cx="15100" cy="10750"/>
            </a:xfrm>
            <a:custGeom>
              <a:avLst/>
              <a:gdLst/>
              <a:ahLst/>
              <a:cxnLst/>
              <a:rect l="l" t="t" r="r" b="b"/>
              <a:pathLst>
                <a:path w="604" h="430" extrusionOk="0">
                  <a:moveTo>
                    <a:pt x="57" y="0"/>
                  </a:moveTo>
                  <a:cubicBezTo>
                    <a:pt x="38" y="0"/>
                    <a:pt x="19" y="1"/>
                    <a:pt x="1" y="3"/>
                  </a:cubicBezTo>
                  <a:cubicBezTo>
                    <a:pt x="63" y="25"/>
                    <a:pt x="126" y="46"/>
                    <a:pt x="184" y="71"/>
                  </a:cubicBezTo>
                  <a:cubicBezTo>
                    <a:pt x="242" y="95"/>
                    <a:pt x="299" y="122"/>
                    <a:pt x="353" y="155"/>
                  </a:cubicBezTo>
                  <a:cubicBezTo>
                    <a:pt x="405" y="188"/>
                    <a:pt x="454" y="226"/>
                    <a:pt x="496" y="271"/>
                  </a:cubicBezTo>
                  <a:cubicBezTo>
                    <a:pt x="539" y="317"/>
                    <a:pt x="575" y="371"/>
                    <a:pt x="603" y="429"/>
                  </a:cubicBezTo>
                  <a:cubicBezTo>
                    <a:pt x="602" y="361"/>
                    <a:pt x="579" y="294"/>
                    <a:pt x="540" y="235"/>
                  </a:cubicBezTo>
                  <a:cubicBezTo>
                    <a:pt x="500" y="179"/>
                    <a:pt x="450" y="129"/>
                    <a:pt x="390" y="94"/>
                  </a:cubicBezTo>
                  <a:cubicBezTo>
                    <a:pt x="332" y="59"/>
                    <a:pt x="268" y="33"/>
                    <a:pt x="201" y="18"/>
                  </a:cubicBezTo>
                  <a:cubicBezTo>
                    <a:pt x="153" y="6"/>
                    <a:pt x="105" y="0"/>
                    <a:pt x="57" y="0"/>
                  </a:cubicBezTo>
                  <a:close/>
                </a:path>
              </a:pathLst>
            </a:custGeom>
            <a:solidFill>
              <a:srgbClr val="FB80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7456;p67"/>
            <p:cNvSpPr/>
            <p:nvPr/>
          </p:nvSpPr>
          <p:spPr>
            <a:xfrm>
              <a:off x="9817275" y="3288913"/>
              <a:ext cx="9600" cy="7525"/>
            </a:xfrm>
            <a:custGeom>
              <a:avLst/>
              <a:gdLst/>
              <a:ahLst/>
              <a:cxnLst/>
              <a:rect l="l" t="t" r="r" b="b"/>
              <a:pathLst>
                <a:path w="384" h="301" extrusionOk="0">
                  <a:moveTo>
                    <a:pt x="264" y="1"/>
                  </a:moveTo>
                  <a:cubicBezTo>
                    <a:pt x="260" y="1"/>
                    <a:pt x="256" y="1"/>
                    <a:pt x="253" y="1"/>
                  </a:cubicBezTo>
                  <a:cubicBezTo>
                    <a:pt x="202" y="4"/>
                    <a:pt x="156" y="25"/>
                    <a:pt x="117" y="58"/>
                  </a:cubicBezTo>
                  <a:cubicBezTo>
                    <a:pt x="108" y="65"/>
                    <a:pt x="99" y="73"/>
                    <a:pt x="92" y="82"/>
                  </a:cubicBezTo>
                  <a:cubicBezTo>
                    <a:pt x="84" y="90"/>
                    <a:pt x="75" y="99"/>
                    <a:pt x="68" y="108"/>
                  </a:cubicBezTo>
                  <a:cubicBezTo>
                    <a:pt x="62" y="119"/>
                    <a:pt x="56" y="128"/>
                    <a:pt x="50" y="138"/>
                  </a:cubicBezTo>
                  <a:cubicBezTo>
                    <a:pt x="44" y="149"/>
                    <a:pt x="38" y="159"/>
                    <a:pt x="34" y="168"/>
                  </a:cubicBezTo>
                  <a:cubicBezTo>
                    <a:pt x="25" y="190"/>
                    <a:pt x="17" y="211"/>
                    <a:pt x="11" y="234"/>
                  </a:cubicBezTo>
                  <a:cubicBezTo>
                    <a:pt x="5" y="255"/>
                    <a:pt x="2" y="278"/>
                    <a:pt x="1" y="301"/>
                  </a:cubicBezTo>
                  <a:cubicBezTo>
                    <a:pt x="16" y="284"/>
                    <a:pt x="29" y="266"/>
                    <a:pt x="42" y="249"/>
                  </a:cubicBezTo>
                  <a:cubicBezTo>
                    <a:pt x="56" y="231"/>
                    <a:pt x="68" y="214"/>
                    <a:pt x="81" y="198"/>
                  </a:cubicBezTo>
                  <a:cubicBezTo>
                    <a:pt x="95" y="183"/>
                    <a:pt x="108" y="167"/>
                    <a:pt x="122" y="152"/>
                  </a:cubicBezTo>
                  <a:cubicBezTo>
                    <a:pt x="135" y="138"/>
                    <a:pt x="148" y="125"/>
                    <a:pt x="163" y="113"/>
                  </a:cubicBezTo>
                  <a:cubicBezTo>
                    <a:pt x="192" y="87"/>
                    <a:pt x="224" y="70"/>
                    <a:pt x="262" y="58"/>
                  </a:cubicBezTo>
                  <a:cubicBezTo>
                    <a:pt x="289" y="49"/>
                    <a:pt x="318" y="45"/>
                    <a:pt x="348" y="45"/>
                  </a:cubicBezTo>
                  <a:cubicBezTo>
                    <a:pt x="360" y="45"/>
                    <a:pt x="372" y="46"/>
                    <a:pt x="384" y="47"/>
                  </a:cubicBezTo>
                  <a:cubicBezTo>
                    <a:pt x="351" y="17"/>
                    <a:pt x="308" y="1"/>
                    <a:pt x="264" y="1"/>
                  </a:cubicBezTo>
                  <a:close/>
                </a:path>
              </a:pathLst>
            </a:custGeom>
            <a:solidFill>
              <a:srgbClr val="FB80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7457;p67"/>
            <p:cNvSpPr/>
            <p:nvPr/>
          </p:nvSpPr>
          <p:spPr>
            <a:xfrm>
              <a:off x="9762025" y="3309763"/>
              <a:ext cx="104675" cy="164325"/>
            </a:xfrm>
            <a:custGeom>
              <a:avLst/>
              <a:gdLst/>
              <a:ahLst/>
              <a:cxnLst/>
              <a:rect l="l" t="t" r="r" b="b"/>
              <a:pathLst>
                <a:path w="4187" h="6573" extrusionOk="0">
                  <a:moveTo>
                    <a:pt x="1576" y="1"/>
                  </a:moveTo>
                  <a:cubicBezTo>
                    <a:pt x="1500" y="1"/>
                    <a:pt x="1420" y="6"/>
                    <a:pt x="1338" y="20"/>
                  </a:cubicBezTo>
                  <a:cubicBezTo>
                    <a:pt x="1338" y="20"/>
                    <a:pt x="95" y="2880"/>
                    <a:pt x="47" y="3606"/>
                  </a:cubicBezTo>
                  <a:cubicBezTo>
                    <a:pt x="1" y="4334"/>
                    <a:pt x="3189" y="6572"/>
                    <a:pt x="3189" y="6572"/>
                  </a:cubicBezTo>
                  <a:lnTo>
                    <a:pt x="4187" y="4957"/>
                  </a:lnTo>
                  <a:cubicBezTo>
                    <a:pt x="4187" y="4957"/>
                    <a:pt x="2381" y="4133"/>
                    <a:pt x="1696" y="3463"/>
                  </a:cubicBezTo>
                  <a:lnTo>
                    <a:pt x="2272" y="150"/>
                  </a:lnTo>
                  <a:cubicBezTo>
                    <a:pt x="2272" y="150"/>
                    <a:pt x="1967" y="1"/>
                    <a:pt x="15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7458;p67"/>
            <p:cNvSpPr/>
            <p:nvPr/>
          </p:nvSpPr>
          <p:spPr>
            <a:xfrm>
              <a:off x="9840100" y="3459813"/>
              <a:ext cx="9300" cy="13450"/>
            </a:xfrm>
            <a:custGeom>
              <a:avLst/>
              <a:gdLst/>
              <a:ahLst/>
              <a:cxnLst/>
              <a:rect l="l" t="t" r="r" b="b"/>
              <a:pathLst>
                <a:path w="372" h="538" extrusionOk="0">
                  <a:moveTo>
                    <a:pt x="372" y="1"/>
                  </a:moveTo>
                  <a:lnTo>
                    <a:pt x="372" y="1"/>
                  </a:lnTo>
                  <a:cubicBezTo>
                    <a:pt x="327" y="35"/>
                    <a:pt x="287" y="74"/>
                    <a:pt x="252" y="117"/>
                  </a:cubicBezTo>
                  <a:cubicBezTo>
                    <a:pt x="217" y="159"/>
                    <a:pt x="184" y="202"/>
                    <a:pt x="152" y="247"/>
                  </a:cubicBezTo>
                  <a:cubicBezTo>
                    <a:pt x="123" y="293"/>
                    <a:pt x="94" y="339"/>
                    <a:pt x="69" y="388"/>
                  </a:cubicBezTo>
                  <a:cubicBezTo>
                    <a:pt x="42" y="436"/>
                    <a:pt x="20" y="487"/>
                    <a:pt x="0" y="537"/>
                  </a:cubicBezTo>
                  <a:cubicBezTo>
                    <a:pt x="36" y="494"/>
                    <a:pt x="67" y="449"/>
                    <a:pt x="99" y="406"/>
                  </a:cubicBezTo>
                  <a:cubicBezTo>
                    <a:pt x="130" y="361"/>
                    <a:pt x="160" y="317"/>
                    <a:pt x="190" y="272"/>
                  </a:cubicBezTo>
                  <a:lnTo>
                    <a:pt x="279" y="136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7459;p67"/>
            <p:cNvSpPr/>
            <p:nvPr/>
          </p:nvSpPr>
          <p:spPr>
            <a:xfrm>
              <a:off x="9841325" y="3460738"/>
              <a:ext cx="1850" cy="9575"/>
            </a:xfrm>
            <a:custGeom>
              <a:avLst/>
              <a:gdLst/>
              <a:ahLst/>
              <a:cxnLst/>
              <a:rect l="l" t="t" r="r" b="b"/>
              <a:pathLst>
                <a:path w="74" h="383" extrusionOk="0">
                  <a:moveTo>
                    <a:pt x="74" y="1"/>
                  </a:moveTo>
                  <a:lnTo>
                    <a:pt x="74" y="1"/>
                  </a:lnTo>
                  <a:cubicBezTo>
                    <a:pt x="56" y="28"/>
                    <a:pt x="41" y="58"/>
                    <a:pt x="30" y="90"/>
                  </a:cubicBezTo>
                  <a:cubicBezTo>
                    <a:pt x="20" y="122"/>
                    <a:pt x="11" y="153"/>
                    <a:pt x="7" y="186"/>
                  </a:cubicBezTo>
                  <a:cubicBezTo>
                    <a:pt x="2" y="219"/>
                    <a:pt x="1" y="253"/>
                    <a:pt x="4" y="286"/>
                  </a:cubicBezTo>
                  <a:cubicBezTo>
                    <a:pt x="5" y="318"/>
                    <a:pt x="11" y="351"/>
                    <a:pt x="21" y="383"/>
                  </a:cubicBezTo>
                  <a:cubicBezTo>
                    <a:pt x="29" y="350"/>
                    <a:pt x="33" y="318"/>
                    <a:pt x="38" y="287"/>
                  </a:cubicBezTo>
                  <a:lnTo>
                    <a:pt x="51" y="192"/>
                  </a:lnTo>
                  <a:cubicBezTo>
                    <a:pt x="60" y="129"/>
                    <a:pt x="69" y="68"/>
                    <a:pt x="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7460;p67"/>
            <p:cNvSpPr/>
            <p:nvPr/>
          </p:nvSpPr>
          <p:spPr>
            <a:xfrm>
              <a:off x="9938550" y="3255713"/>
              <a:ext cx="46125" cy="69425"/>
            </a:xfrm>
            <a:custGeom>
              <a:avLst/>
              <a:gdLst/>
              <a:ahLst/>
              <a:cxnLst/>
              <a:rect l="l" t="t" r="r" b="b"/>
              <a:pathLst>
                <a:path w="1845" h="2777" extrusionOk="0">
                  <a:moveTo>
                    <a:pt x="664" y="1"/>
                  </a:moveTo>
                  <a:cubicBezTo>
                    <a:pt x="655" y="1"/>
                    <a:pt x="650" y="9"/>
                    <a:pt x="649" y="29"/>
                  </a:cubicBezTo>
                  <a:cubicBezTo>
                    <a:pt x="643" y="203"/>
                    <a:pt x="818" y="701"/>
                    <a:pt x="818" y="701"/>
                  </a:cubicBezTo>
                  <a:cubicBezTo>
                    <a:pt x="818" y="701"/>
                    <a:pt x="459" y="111"/>
                    <a:pt x="396" y="111"/>
                  </a:cubicBezTo>
                  <a:cubicBezTo>
                    <a:pt x="387" y="111"/>
                    <a:pt x="384" y="123"/>
                    <a:pt x="388" y="149"/>
                  </a:cubicBezTo>
                  <a:cubicBezTo>
                    <a:pt x="426" y="364"/>
                    <a:pt x="575" y="855"/>
                    <a:pt x="575" y="855"/>
                  </a:cubicBezTo>
                  <a:cubicBezTo>
                    <a:pt x="575" y="855"/>
                    <a:pt x="217" y="291"/>
                    <a:pt x="137" y="291"/>
                  </a:cubicBezTo>
                  <a:cubicBezTo>
                    <a:pt x="125" y="291"/>
                    <a:pt x="119" y="303"/>
                    <a:pt x="121" y="331"/>
                  </a:cubicBezTo>
                  <a:cubicBezTo>
                    <a:pt x="139" y="549"/>
                    <a:pt x="515" y="1222"/>
                    <a:pt x="418" y="1238"/>
                  </a:cubicBezTo>
                  <a:cubicBezTo>
                    <a:pt x="414" y="1239"/>
                    <a:pt x="410" y="1239"/>
                    <a:pt x="405" y="1239"/>
                  </a:cubicBezTo>
                  <a:cubicBezTo>
                    <a:pt x="323" y="1239"/>
                    <a:pt x="169" y="1119"/>
                    <a:pt x="89" y="1119"/>
                  </a:cubicBezTo>
                  <a:cubicBezTo>
                    <a:pt x="69" y="1119"/>
                    <a:pt x="54" y="1126"/>
                    <a:pt x="45" y="1144"/>
                  </a:cubicBezTo>
                  <a:cubicBezTo>
                    <a:pt x="1" y="1238"/>
                    <a:pt x="394" y="1823"/>
                    <a:pt x="1000" y="1949"/>
                  </a:cubicBezTo>
                  <a:cubicBezTo>
                    <a:pt x="1000" y="1949"/>
                    <a:pt x="1173" y="2415"/>
                    <a:pt x="1173" y="2634"/>
                  </a:cubicBezTo>
                  <a:cubicBezTo>
                    <a:pt x="1172" y="2727"/>
                    <a:pt x="1268" y="2776"/>
                    <a:pt x="1386" y="2776"/>
                  </a:cubicBezTo>
                  <a:cubicBezTo>
                    <a:pt x="1585" y="2776"/>
                    <a:pt x="1845" y="2638"/>
                    <a:pt x="1809" y="2343"/>
                  </a:cubicBezTo>
                  <a:cubicBezTo>
                    <a:pt x="1662" y="1119"/>
                    <a:pt x="1255" y="512"/>
                    <a:pt x="1153" y="236"/>
                  </a:cubicBezTo>
                  <a:cubicBezTo>
                    <a:pt x="1109" y="117"/>
                    <a:pt x="1074" y="68"/>
                    <a:pt x="1048" y="68"/>
                  </a:cubicBezTo>
                  <a:cubicBezTo>
                    <a:pt x="992" y="68"/>
                    <a:pt x="980" y="304"/>
                    <a:pt x="1022" y="542"/>
                  </a:cubicBezTo>
                  <a:cubicBezTo>
                    <a:pt x="1022" y="542"/>
                    <a:pt x="734" y="1"/>
                    <a:pt x="664" y="1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7461;p67"/>
            <p:cNvSpPr/>
            <p:nvPr/>
          </p:nvSpPr>
          <p:spPr>
            <a:xfrm>
              <a:off x="9952750" y="3271013"/>
              <a:ext cx="15050" cy="10750"/>
            </a:xfrm>
            <a:custGeom>
              <a:avLst/>
              <a:gdLst/>
              <a:ahLst/>
              <a:cxnLst/>
              <a:rect l="l" t="t" r="r" b="b"/>
              <a:pathLst>
                <a:path w="602" h="430" extrusionOk="0">
                  <a:moveTo>
                    <a:pt x="546" y="0"/>
                  </a:moveTo>
                  <a:cubicBezTo>
                    <a:pt x="498" y="0"/>
                    <a:pt x="449" y="6"/>
                    <a:pt x="403" y="18"/>
                  </a:cubicBezTo>
                  <a:cubicBezTo>
                    <a:pt x="336" y="33"/>
                    <a:pt x="272" y="59"/>
                    <a:pt x="214" y="94"/>
                  </a:cubicBezTo>
                  <a:cubicBezTo>
                    <a:pt x="154" y="129"/>
                    <a:pt x="102" y="179"/>
                    <a:pt x="63" y="237"/>
                  </a:cubicBezTo>
                  <a:cubicBezTo>
                    <a:pt x="25" y="294"/>
                    <a:pt x="2" y="361"/>
                    <a:pt x="1" y="429"/>
                  </a:cubicBezTo>
                  <a:cubicBezTo>
                    <a:pt x="28" y="371"/>
                    <a:pt x="65" y="317"/>
                    <a:pt x="108" y="271"/>
                  </a:cubicBezTo>
                  <a:cubicBezTo>
                    <a:pt x="150" y="226"/>
                    <a:pt x="198" y="188"/>
                    <a:pt x="251" y="155"/>
                  </a:cubicBezTo>
                  <a:cubicBezTo>
                    <a:pt x="305" y="124"/>
                    <a:pt x="360" y="95"/>
                    <a:pt x="418" y="71"/>
                  </a:cubicBezTo>
                  <a:cubicBezTo>
                    <a:pt x="478" y="46"/>
                    <a:pt x="539" y="25"/>
                    <a:pt x="602" y="3"/>
                  </a:cubicBezTo>
                  <a:cubicBezTo>
                    <a:pt x="583" y="1"/>
                    <a:pt x="565" y="0"/>
                    <a:pt x="546" y="0"/>
                  </a:cubicBezTo>
                  <a:close/>
                </a:path>
              </a:pathLst>
            </a:custGeom>
            <a:solidFill>
              <a:srgbClr val="FB80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7462;p67"/>
            <p:cNvSpPr/>
            <p:nvPr/>
          </p:nvSpPr>
          <p:spPr>
            <a:xfrm>
              <a:off x="9954200" y="3288963"/>
              <a:ext cx="9575" cy="7475"/>
            </a:xfrm>
            <a:custGeom>
              <a:avLst/>
              <a:gdLst/>
              <a:ahLst/>
              <a:cxnLst/>
              <a:rect l="l" t="t" r="r" b="b"/>
              <a:pathLst>
                <a:path w="383" h="299" extrusionOk="0">
                  <a:moveTo>
                    <a:pt x="119" y="0"/>
                  </a:moveTo>
                  <a:cubicBezTo>
                    <a:pt x="76" y="0"/>
                    <a:pt x="32" y="16"/>
                    <a:pt x="1" y="45"/>
                  </a:cubicBezTo>
                  <a:cubicBezTo>
                    <a:pt x="11" y="44"/>
                    <a:pt x="22" y="44"/>
                    <a:pt x="32" y="44"/>
                  </a:cubicBezTo>
                  <a:cubicBezTo>
                    <a:pt x="62" y="44"/>
                    <a:pt x="93" y="48"/>
                    <a:pt x="122" y="57"/>
                  </a:cubicBezTo>
                  <a:cubicBezTo>
                    <a:pt x="157" y="68"/>
                    <a:pt x="192" y="87"/>
                    <a:pt x="220" y="111"/>
                  </a:cubicBezTo>
                  <a:cubicBezTo>
                    <a:pt x="235" y="124"/>
                    <a:pt x="248" y="138"/>
                    <a:pt x="262" y="151"/>
                  </a:cubicBezTo>
                  <a:cubicBezTo>
                    <a:pt x="275" y="166"/>
                    <a:pt x="290" y="181"/>
                    <a:pt x="302" y="197"/>
                  </a:cubicBezTo>
                  <a:cubicBezTo>
                    <a:pt x="314" y="214"/>
                    <a:pt x="327" y="230"/>
                    <a:pt x="341" y="247"/>
                  </a:cubicBezTo>
                  <a:cubicBezTo>
                    <a:pt x="353" y="266"/>
                    <a:pt x="368" y="282"/>
                    <a:pt x="383" y="299"/>
                  </a:cubicBezTo>
                  <a:cubicBezTo>
                    <a:pt x="381" y="276"/>
                    <a:pt x="377" y="254"/>
                    <a:pt x="372" y="232"/>
                  </a:cubicBezTo>
                  <a:cubicBezTo>
                    <a:pt x="366" y="211"/>
                    <a:pt x="359" y="188"/>
                    <a:pt x="350" y="168"/>
                  </a:cubicBezTo>
                  <a:cubicBezTo>
                    <a:pt x="345" y="157"/>
                    <a:pt x="339" y="147"/>
                    <a:pt x="333" y="138"/>
                  </a:cubicBezTo>
                  <a:cubicBezTo>
                    <a:pt x="327" y="127"/>
                    <a:pt x="321" y="117"/>
                    <a:pt x="314" y="108"/>
                  </a:cubicBezTo>
                  <a:cubicBezTo>
                    <a:pt x="307" y="99"/>
                    <a:pt x="299" y="90"/>
                    <a:pt x="292" y="81"/>
                  </a:cubicBezTo>
                  <a:cubicBezTo>
                    <a:pt x="284" y="72"/>
                    <a:pt x="275" y="63"/>
                    <a:pt x="265" y="56"/>
                  </a:cubicBezTo>
                  <a:cubicBezTo>
                    <a:pt x="228" y="23"/>
                    <a:pt x="180" y="3"/>
                    <a:pt x="131" y="0"/>
                  </a:cubicBezTo>
                  <a:cubicBezTo>
                    <a:pt x="127" y="0"/>
                    <a:pt x="123" y="0"/>
                    <a:pt x="119" y="0"/>
                  </a:cubicBezTo>
                  <a:close/>
                </a:path>
              </a:pathLst>
            </a:custGeom>
            <a:solidFill>
              <a:srgbClr val="FB80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7463;p67"/>
            <p:cNvSpPr/>
            <p:nvPr/>
          </p:nvSpPr>
          <p:spPr>
            <a:xfrm>
              <a:off x="9914400" y="3309763"/>
              <a:ext cx="104625" cy="164325"/>
            </a:xfrm>
            <a:custGeom>
              <a:avLst/>
              <a:gdLst/>
              <a:ahLst/>
              <a:cxnLst/>
              <a:rect l="l" t="t" r="r" b="b"/>
              <a:pathLst>
                <a:path w="4185" h="6573" extrusionOk="0">
                  <a:moveTo>
                    <a:pt x="2609" y="1"/>
                  </a:moveTo>
                  <a:cubicBezTo>
                    <a:pt x="2218" y="1"/>
                    <a:pt x="1913" y="150"/>
                    <a:pt x="1913" y="150"/>
                  </a:cubicBezTo>
                  <a:lnTo>
                    <a:pt x="2489" y="3463"/>
                  </a:lnTo>
                  <a:cubicBezTo>
                    <a:pt x="1805" y="4133"/>
                    <a:pt x="0" y="4957"/>
                    <a:pt x="0" y="4957"/>
                  </a:cubicBezTo>
                  <a:lnTo>
                    <a:pt x="998" y="6572"/>
                  </a:lnTo>
                  <a:cubicBezTo>
                    <a:pt x="998" y="6572"/>
                    <a:pt x="4185" y="4334"/>
                    <a:pt x="4138" y="3606"/>
                  </a:cubicBezTo>
                  <a:cubicBezTo>
                    <a:pt x="4092" y="2880"/>
                    <a:pt x="2847" y="20"/>
                    <a:pt x="2847" y="20"/>
                  </a:cubicBezTo>
                  <a:cubicBezTo>
                    <a:pt x="2765" y="6"/>
                    <a:pt x="2686" y="1"/>
                    <a:pt x="2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7464;p67"/>
            <p:cNvSpPr/>
            <p:nvPr/>
          </p:nvSpPr>
          <p:spPr>
            <a:xfrm>
              <a:off x="9931700" y="3459813"/>
              <a:ext cx="9250" cy="13450"/>
            </a:xfrm>
            <a:custGeom>
              <a:avLst/>
              <a:gdLst/>
              <a:ahLst/>
              <a:cxnLst/>
              <a:rect l="l" t="t" r="r" b="b"/>
              <a:pathLst>
                <a:path w="370" h="538" extrusionOk="0">
                  <a:moveTo>
                    <a:pt x="0" y="1"/>
                  </a:moveTo>
                  <a:lnTo>
                    <a:pt x="91" y="135"/>
                  </a:lnTo>
                  <a:lnTo>
                    <a:pt x="181" y="270"/>
                  </a:lnTo>
                  <a:cubicBezTo>
                    <a:pt x="212" y="315"/>
                    <a:pt x="242" y="360"/>
                    <a:pt x="273" y="405"/>
                  </a:cubicBezTo>
                  <a:cubicBezTo>
                    <a:pt x="303" y="449"/>
                    <a:pt x="336" y="494"/>
                    <a:pt x="370" y="537"/>
                  </a:cubicBezTo>
                  <a:cubicBezTo>
                    <a:pt x="351" y="485"/>
                    <a:pt x="328" y="435"/>
                    <a:pt x="301" y="387"/>
                  </a:cubicBezTo>
                  <a:cubicBezTo>
                    <a:pt x="276" y="339"/>
                    <a:pt x="248" y="291"/>
                    <a:pt x="218" y="245"/>
                  </a:cubicBezTo>
                  <a:cubicBezTo>
                    <a:pt x="188" y="200"/>
                    <a:pt x="154" y="157"/>
                    <a:pt x="119" y="115"/>
                  </a:cubicBezTo>
                  <a:cubicBezTo>
                    <a:pt x="84" y="72"/>
                    <a:pt x="43" y="35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7465;p67"/>
            <p:cNvSpPr/>
            <p:nvPr/>
          </p:nvSpPr>
          <p:spPr>
            <a:xfrm>
              <a:off x="9937875" y="3460738"/>
              <a:ext cx="1850" cy="9575"/>
            </a:xfrm>
            <a:custGeom>
              <a:avLst/>
              <a:gdLst/>
              <a:ahLst/>
              <a:cxnLst/>
              <a:rect l="l" t="t" r="r" b="b"/>
              <a:pathLst>
                <a:path w="74" h="383" extrusionOk="0">
                  <a:moveTo>
                    <a:pt x="1" y="1"/>
                  </a:moveTo>
                  <a:lnTo>
                    <a:pt x="1" y="1"/>
                  </a:lnTo>
                  <a:cubicBezTo>
                    <a:pt x="5" y="68"/>
                    <a:pt x="16" y="129"/>
                    <a:pt x="23" y="193"/>
                  </a:cubicBezTo>
                  <a:lnTo>
                    <a:pt x="37" y="287"/>
                  </a:lnTo>
                  <a:cubicBezTo>
                    <a:pt x="41" y="318"/>
                    <a:pt x="45" y="350"/>
                    <a:pt x="53" y="383"/>
                  </a:cubicBezTo>
                  <a:cubicBezTo>
                    <a:pt x="63" y="351"/>
                    <a:pt x="69" y="318"/>
                    <a:pt x="71" y="286"/>
                  </a:cubicBezTo>
                  <a:cubicBezTo>
                    <a:pt x="74" y="253"/>
                    <a:pt x="72" y="219"/>
                    <a:pt x="68" y="186"/>
                  </a:cubicBezTo>
                  <a:cubicBezTo>
                    <a:pt x="63" y="153"/>
                    <a:pt x="54" y="122"/>
                    <a:pt x="44" y="90"/>
                  </a:cubicBezTo>
                  <a:cubicBezTo>
                    <a:pt x="34" y="59"/>
                    <a:pt x="20" y="2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7466;p67"/>
            <p:cNvSpPr/>
            <p:nvPr/>
          </p:nvSpPr>
          <p:spPr>
            <a:xfrm>
              <a:off x="9826200" y="3433638"/>
              <a:ext cx="128775" cy="164875"/>
            </a:xfrm>
            <a:custGeom>
              <a:avLst/>
              <a:gdLst/>
              <a:ahLst/>
              <a:cxnLst/>
              <a:rect l="l" t="t" r="r" b="b"/>
              <a:pathLst>
                <a:path w="5151" h="6595" extrusionOk="0">
                  <a:moveTo>
                    <a:pt x="1620" y="1"/>
                  </a:moveTo>
                  <a:cubicBezTo>
                    <a:pt x="1620" y="1"/>
                    <a:pt x="561" y="1425"/>
                    <a:pt x="280" y="2109"/>
                  </a:cubicBezTo>
                  <a:cubicBezTo>
                    <a:pt x="0" y="2795"/>
                    <a:pt x="266" y="3184"/>
                    <a:pt x="483" y="3590"/>
                  </a:cubicBezTo>
                  <a:cubicBezTo>
                    <a:pt x="701" y="3994"/>
                    <a:pt x="622" y="6073"/>
                    <a:pt x="622" y="6073"/>
                  </a:cubicBezTo>
                  <a:cubicBezTo>
                    <a:pt x="622" y="6073"/>
                    <a:pt x="1029" y="6534"/>
                    <a:pt x="2575" y="6595"/>
                  </a:cubicBezTo>
                  <a:cubicBezTo>
                    <a:pt x="4123" y="6532"/>
                    <a:pt x="4426" y="6073"/>
                    <a:pt x="4426" y="6073"/>
                  </a:cubicBezTo>
                  <a:cubicBezTo>
                    <a:pt x="4426" y="6073"/>
                    <a:pt x="4451" y="3994"/>
                    <a:pt x="4669" y="3590"/>
                  </a:cubicBezTo>
                  <a:cubicBezTo>
                    <a:pt x="4887" y="3184"/>
                    <a:pt x="5151" y="2795"/>
                    <a:pt x="4870" y="2109"/>
                  </a:cubicBezTo>
                  <a:cubicBezTo>
                    <a:pt x="4590" y="1425"/>
                    <a:pt x="3531" y="1"/>
                    <a:pt x="3531" y="1"/>
                  </a:cubicBezTo>
                  <a:lnTo>
                    <a:pt x="2575" y="172"/>
                  </a:lnTo>
                  <a:lnTo>
                    <a:pt x="16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7467;p67"/>
            <p:cNvSpPr/>
            <p:nvPr/>
          </p:nvSpPr>
          <p:spPr>
            <a:xfrm>
              <a:off x="9890200" y="3468663"/>
              <a:ext cx="1150" cy="130425"/>
            </a:xfrm>
            <a:custGeom>
              <a:avLst/>
              <a:gdLst/>
              <a:ahLst/>
              <a:cxnLst/>
              <a:rect l="l" t="t" r="r" b="b"/>
              <a:pathLst>
                <a:path w="46" h="5217" extrusionOk="0">
                  <a:moveTo>
                    <a:pt x="23" y="0"/>
                  </a:moveTo>
                  <a:cubicBezTo>
                    <a:pt x="12" y="0"/>
                    <a:pt x="0" y="7"/>
                    <a:pt x="0" y="22"/>
                  </a:cubicBezTo>
                  <a:lnTo>
                    <a:pt x="0" y="5194"/>
                  </a:lnTo>
                  <a:cubicBezTo>
                    <a:pt x="0" y="5206"/>
                    <a:pt x="11" y="5216"/>
                    <a:pt x="23" y="5216"/>
                  </a:cubicBezTo>
                  <a:cubicBezTo>
                    <a:pt x="35" y="5216"/>
                    <a:pt x="45" y="5206"/>
                    <a:pt x="45" y="5194"/>
                  </a:cubicBezTo>
                  <a:lnTo>
                    <a:pt x="45" y="22"/>
                  </a:lnTo>
                  <a:cubicBezTo>
                    <a:pt x="45" y="7"/>
                    <a:pt x="34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7468;p67"/>
            <p:cNvSpPr/>
            <p:nvPr/>
          </p:nvSpPr>
          <p:spPr>
            <a:xfrm>
              <a:off x="9861950" y="3436063"/>
              <a:ext cx="58325" cy="33175"/>
            </a:xfrm>
            <a:custGeom>
              <a:avLst/>
              <a:gdLst/>
              <a:ahLst/>
              <a:cxnLst/>
              <a:rect l="l" t="t" r="r" b="b"/>
              <a:pathLst>
                <a:path w="2333" h="1327" extrusionOk="0">
                  <a:moveTo>
                    <a:pt x="521" y="1"/>
                  </a:moveTo>
                  <a:cubicBezTo>
                    <a:pt x="521" y="1"/>
                    <a:pt x="0" y="148"/>
                    <a:pt x="140" y="272"/>
                  </a:cubicBezTo>
                  <a:cubicBezTo>
                    <a:pt x="279" y="397"/>
                    <a:pt x="600" y="552"/>
                    <a:pt x="600" y="552"/>
                  </a:cubicBezTo>
                  <a:cubicBezTo>
                    <a:pt x="600" y="552"/>
                    <a:pt x="267" y="779"/>
                    <a:pt x="376" y="837"/>
                  </a:cubicBezTo>
                  <a:cubicBezTo>
                    <a:pt x="485" y="895"/>
                    <a:pt x="1153" y="1326"/>
                    <a:pt x="1153" y="1326"/>
                  </a:cubicBezTo>
                  <a:cubicBezTo>
                    <a:pt x="1153" y="1326"/>
                    <a:pt x="1848" y="895"/>
                    <a:pt x="1957" y="837"/>
                  </a:cubicBezTo>
                  <a:cubicBezTo>
                    <a:pt x="2065" y="779"/>
                    <a:pt x="1733" y="552"/>
                    <a:pt x="1733" y="552"/>
                  </a:cubicBezTo>
                  <a:cubicBezTo>
                    <a:pt x="1733" y="552"/>
                    <a:pt x="2052" y="397"/>
                    <a:pt x="2192" y="272"/>
                  </a:cubicBezTo>
                  <a:cubicBezTo>
                    <a:pt x="2332" y="148"/>
                    <a:pt x="1812" y="1"/>
                    <a:pt x="18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7469;p67"/>
            <p:cNvSpPr/>
            <p:nvPr/>
          </p:nvSpPr>
          <p:spPr>
            <a:xfrm>
              <a:off x="9864150" y="3435538"/>
              <a:ext cx="53850" cy="34250"/>
            </a:xfrm>
            <a:custGeom>
              <a:avLst/>
              <a:gdLst/>
              <a:ahLst/>
              <a:cxnLst/>
              <a:rect l="l" t="t" r="r" b="b"/>
              <a:pathLst>
                <a:path w="2154" h="1370" extrusionOk="0">
                  <a:moveTo>
                    <a:pt x="1722" y="0"/>
                  </a:moveTo>
                  <a:cubicBezTo>
                    <a:pt x="1713" y="0"/>
                    <a:pt x="1704" y="6"/>
                    <a:pt x="1702" y="16"/>
                  </a:cubicBezTo>
                  <a:cubicBezTo>
                    <a:pt x="1699" y="28"/>
                    <a:pt x="1705" y="40"/>
                    <a:pt x="1717" y="44"/>
                  </a:cubicBezTo>
                  <a:cubicBezTo>
                    <a:pt x="1858" y="83"/>
                    <a:pt x="2088" y="172"/>
                    <a:pt x="2104" y="242"/>
                  </a:cubicBezTo>
                  <a:cubicBezTo>
                    <a:pt x="2106" y="250"/>
                    <a:pt x="2106" y="262"/>
                    <a:pt x="2088" y="277"/>
                  </a:cubicBezTo>
                  <a:cubicBezTo>
                    <a:pt x="1952" y="397"/>
                    <a:pt x="1637" y="551"/>
                    <a:pt x="1634" y="553"/>
                  </a:cubicBezTo>
                  <a:cubicBezTo>
                    <a:pt x="1627" y="557"/>
                    <a:pt x="1623" y="564"/>
                    <a:pt x="1621" y="572"/>
                  </a:cubicBezTo>
                  <a:cubicBezTo>
                    <a:pt x="1621" y="579"/>
                    <a:pt x="1624" y="587"/>
                    <a:pt x="1632" y="591"/>
                  </a:cubicBezTo>
                  <a:cubicBezTo>
                    <a:pt x="1731" y="658"/>
                    <a:pt x="1870" y="778"/>
                    <a:pt x="1867" y="827"/>
                  </a:cubicBezTo>
                  <a:cubicBezTo>
                    <a:pt x="1867" y="830"/>
                    <a:pt x="1867" y="834"/>
                    <a:pt x="1857" y="840"/>
                  </a:cubicBezTo>
                  <a:cubicBezTo>
                    <a:pt x="1755" y="894"/>
                    <a:pt x="1160" y="1262"/>
                    <a:pt x="1065" y="1322"/>
                  </a:cubicBezTo>
                  <a:cubicBezTo>
                    <a:pt x="971" y="1261"/>
                    <a:pt x="398" y="894"/>
                    <a:pt x="297" y="840"/>
                  </a:cubicBezTo>
                  <a:cubicBezTo>
                    <a:pt x="286" y="834"/>
                    <a:pt x="286" y="830"/>
                    <a:pt x="286" y="827"/>
                  </a:cubicBezTo>
                  <a:cubicBezTo>
                    <a:pt x="283" y="778"/>
                    <a:pt x="422" y="660"/>
                    <a:pt x="522" y="591"/>
                  </a:cubicBezTo>
                  <a:cubicBezTo>
                    <a:pt x="528" y="587"/>
                    <a:pt x="533" y="579"/>
                    <a:pt x="533" y="572"/>
                  </a:cubicBezTo>
                  <a:cubicBezTo>
                    <a:pt x="531" y="564"/>
                    <a:pt x="527" y="557"/>
                    <a:pt x="519" y="553"/>
                  </a:cubicBezTo>
                  <a:cubicBezTo>
                    <a:pt x="516" y="551"/>
                    <a:pt x="201" y="397"/>
                    <a:pt x="66" y="277"/>
                  </a:cubicBezTo>
                  <a:cubicBezTo>
                    <a:pt x="48" y="260"/>
                    <a:pt x="48" y="250"/>
                    <a:pt x="49" y="242"/>
                  </a:cubicBezTo>
                  <a:cubicBezTo>
                    <a:pt x="66" y="172"/>
                    <a:pt x="295" y="83"/>
                    <a:pt x="437" y="44"/>
                  </a:cubicBezTo>
                  <a:cubicBezTo>
                    <a:pt x="461" y="34"/>
                    <a:pt x="452" y="0"/>
                    <a:pt x="428" y="0"/>
                  </a:cubicBezTo>
                  <a:cubicBezTo>
                    <a:pt x="427" y="0"/>
                    <a:pt x="425" y="1"/>
                    <a:pt x="424" y="1"/>
                  </a:cubicBezTo>
                  <a:cubicBezTo>
                    <a:pt x="358" y="20"/>
                    <a:pt x="294" y="43"/>
                    <a:pt x="230" y="68"/>
                  </a:cubicBezTo>
                  <a:cubicBezTo>
                    <a:pt x="91" y="126"/>
                    <a:pt x="18" y="180"/>
                    <a:pt x="6" y="232"/>
                  </a:cubicBezTo>
                  <a:cubicBezTo>
                    <a:pt x="0" y="262"/>
                    <a:pt x="12" y="292"/>
                    <a:pt x="36" y="310"/>
                  </a:cubicBezTo>
                  <a:cubicBezTo>
                    <a:pt x="151" y="412"/>
                    <a:pt x="380" y="533"/>
                    <a:pt x="467" y="576"/>
                  </a:cubicBezTo>
                  <a:cubicBezTo>
                    <a:pt x="394" y="630"/>
                    <a:pt x="239" y="752"/>
                    <a:pt x="243" y="828"/>
                  </a:cubicBezTo>
                  <a:cubicBezTo>
                    <a:pt x="243" y="851"/>
                    <a:pt x="257" y="870"/>
                    <a:pt x="276" y="879"/>
                  </a:cubicBezTo>
                  <a:cubicBezTo>
                    <a:pt x="383" y="936"/>
                    <a:pt x="1047" y="1362"/>
                    <a:pt x="1053" y="1365"/>
                  </a:cubicBezTo>
                  <a:cubicBezTo>
                    <a:pt x="1056" y="1368"/>
                    <a:pt x="1060" y="1370"/>
                    <a:pt x="1065" y="1370"/>
                  </a:cubicBezTo>
                  <a:cubicBezTo>
                    <a:pt x="1068" y="1370"/>
                    <a:pt x="1072" y="1368"/>
                    <a:pt x="1075" y="1365"/>
                  </a:cubicBezTo>
                  <a:cubicBezTo>
                    <a:pt x="1081" y="1362"/>
                    <a:pt x="1770" y="936"/>
                    <a:pt x="1878" y="879"/>
                  </a:cubicBezTo>
                  <a:cubicBezTo>
                    <a:pt x="1897" y="870"/>
                    <a:pt x="1909" y="851"/>
                    <a:pt x="1910" y="828"/>
                  </a:cubicBezTo>
                  <a:cubicBezTo>
                    <a:pt x="1915" y="752"/>
                    <a:pt x="1761" y="630"/>
                    <a:pt x="1687" y="576"/>
                  </a:cubicBezTo>
                  <a:cubicBezTo>
                    <a:pt x="1773" y="533"/>
                    <a:pt x="2003" y="412"/>
                    <a:pt x="2118" y="310"/>
                  </a:cubicBezTo>
                  <a:cubicBezTo>
                    <a:pt x="2141" y="292"/>
                    <a:pt x="2153" y="262"/>
                    <a:pt x="2147" y="232"/>
                  </a:cubicBezTo>
                  <a:cubicBezTo>
                    <a:pt x="2136" y="180"/>
                    <a:pt x="2062" y="126"/>
                    <a:pt x="1924" y="68"/>
                  </a:cubicBezTo>
                  <a:cubicBezTo>
                    <a:pt x="1860" y="43"/>
                    <a:pt x="1796" y="20"/>
                    <a:pt x="1728" y="1"/>
                  </a:cubicBezTo>
                  <a:cubicBezTo>
                    <a:pt x="1726" y="0"/>
                    <a:pt x="1724" y="0"/>
                    <a:pt x="17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7470;p67"/>
            <p:cNvSpPr/>
            <p:nvPr/>
          </p:nvSpPr>
          <p:spPr>
            <a:xfrm>
              <a:off x="9874925" y="3420438"/>
              <a:ext cx="31325" cy="42125"/>
            </a:xfrm>
            <a:custGeom>
              <a:avLst/>
              <a:gdLst/>
              <a:ahLst/>
              <a:cxnLst/>
              <a:rect l="l" t="t" r="r" b="b"/>
              <a:pathLst>
                <a:path w="1253" h="1685" extrusionOk="0">
                  <a:moveTo>
                    <a:pt x="0" y="1"/>
                  </a:moveTo>
                  <a:lnTo>
                    <a:pt x="0" y="626"/>
                  </a:lnTo>
                  <a:lnTo>
                    <a:pt x="626" y="1684"/>
                  </a:lnTo>
                  <a:lnTo>
                    <a:pt x="1253" y="626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7471;p67"/>
            <p:cNvSpPr/>
            <p:nvPr/>
          </p:nvSpPr>
          <p:spPr>
            <a:xfrm>
              <a:off x="9874925" y="3420438"/>
              <a:ext cx="31325" cy="12375"/>
            </a:xfrm>
            <a:custGeom>
              <a:avLst/>
              <a:gdLst/>
              <a:ahLst/>
              <a:cxnLst/>
              <a:rect l="l" t="t" r="r" b="b"/>
              <a:pathLst>
                <a:path w="1253" h="495" extrusionOk="0">
                  <a:moveTo>
                    <a:pt x="0" y="1"/>
                  </a:moveTo>
                  <a:lnTo>
                    <a:pt x="0" y="271"/>
                  </a:lnTo>
                  <a:cubicBezTo>
                    <a:pt x="0" y="271"/>
                    <a:pt x="285" y="494"/>
                    <a:pt x="626" y="494"/>
                  </a:cubicBezTo>
                  <a:cubicBezTo>
                    <a:pt x="968" y="494"/>
                    <a:pt x="1253" y="271"/>
                    <a:pt x="1253" y="271"/>
                  </a:cubicBezTo>
                  <a:lnTo>
                    <a:pt x="12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7472;p67"/>
            <p:cNvSpPr/>
            <p:nvPr/>
          </p:nvSpPr>
          <p:spPr>
            <a:xfrm>
              <a:off x="9850600" y="3322338"/>
              <a:ext cx="79950" cy="106000"/>
            </a:xfrm>
            <a:custGeom>
              <a:avLst/>
              <a:gdLst/>
              <a:ahLst/>
              <a:cxnLst/>
              <a:rect l="l" t="t" r="r" b="b"/>
              <a:pathLst>
                <a:path w="3198" h="4240" extrusionOk="0">
                  <a:moveTo>
                    <a:pt x="1599" y="0"/>
                  </a:moveTo>
                  <a:cubicBezTo>
                    <a:pt x="474" y="0"/>
                    <a:pt x="1" y="701"/>
                    <a:pt x="1" y="1306"/>
                  </a:cubicBezTo>
                  <a:lnTo>
                    <a:pt x="1" y="2860"/>
                  </a:lnTo>
                  <a:cubicBezTo>
                    <a:pt x="1" y="3560"/>
                    <a:pt x="845" y="4240"/>
                    <a:pt x="1599" y="4240"/>
                  </a:cubicBezTo>
                  <a:cubicBezTo>
                    <a:pt x="2354" y="4240"/>
                    <a:pt x="3198" y="3560"/>
                    <a:pt x="3198" y="2860"/>
                  </a:cubicBezTo>
                  <a:lnTo>
                    <a:pt x="3198" y="1306"/>
                  </a:lnTo>
                  <a:cubicBezTo>
                    <a:pt x="3198" y="701"/>
                    <a:pt x="2725" y="0"/>
                    <a:pt x="1599" y="0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7473;p67"/>
            <p:cNvSpPr/>
            <p:nvPr/>
          </p:nvSpPr>
          <p:spPr>
            <a:xfrm>
              <a:off x="9846100" y="3316288"/>
              <a:ext cx="88825" cy="57725"/>
            </a:xfrm>
            <a:custGeom>
              <a:avLst/>
              <a:gdLst/>
              <a:ahLst/>
              <a:cxnLst/>
              <a:rect l="l" t="t" r="r" b="b"/>
              <a:pathLst>
                <a:path w="3553" h="2309" extrusionOk="0">
                  <a:moveTo>
                    <a:pt x="1826" y="1"/>
                  </a:moveTo>
                  <a:cubicBezTo>
                    <a:pt x="1790" y="1"/>
                    <a:pt x="1754" y="1"/>
                    <a:pt x="1717" y="2"/>
                  </a:cubicBezTo>
                  <a:cubicBezTo>
                    <a:pt x="179" y="44"/>
                    <a:pt x="0" y="837"/>
                    <a:pt x="5" y="1155"/>
                  </a:cubicBezTo>
                  <a:cubicBezTo>
                    <a:pt x="11" y="1472"/>
                    <a:pt x="5" y="2122"/>
                    <a:pt x="5" y="2122"/>
                  </a:cubicBezTo>
                  <a:lnTo>
                    <a:pt x="184" y="2097"/>
                  </a:lnTo>
                  <a:cubicBezTo>
                    <a:pt x="184" y="2097"/>
                    <a:pt x="846" y="1802"/>
                    <a:pt x="892" y="763"/>
                  </a:cubicBezTo>
                  <a:cubicBezTo>
                    <a:pt x="892" y="763"/>
                    <a:pt x="1154" y="1363"/>
                    <a:pt x="1963" y="1363"/>
                  </a:cubicBezTo>
                  <a:cubicBezTo>
                    <a:pt x="1985" y="1363"/>
                    <a:pt x="2007" y="1363"/>
                    <a:pt x="2030" y="1362"/>
                  </a:cubicBezTo>
                  <a:cubicBezTo>
                    <a:pt x="2045" y="1361"/>
                    <a:pt x="2059" y="1361"/>
                    <a:pt x="2073" y="1361"/>
                  </a:cubicBezTo>
                  <a:cubicBezTo>
                    <a:pt x="2888" y="1361"/>
                    <a:pt x="2783" y="2309"/>
                    <a:pt x="3552" y="2309"/>
                  </a:cubicBezTo>
                  <a:lnTo>
                    <a:pt x="3552" y="1219"/>
                  </a:lnTo>
                  <a:cubicBezTo>
                    <a:pt x="3552" y="807"/>
                    <a:pt x="3268" y="1"/>
                    <a:pt x="18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7474;p67"/>
            <p:cNvSpPr/>
            <p:nvPr/>
          </p:nvSpPr>
          <p:spPr>
            <a:xfrm>
              <a:off x="9838975" y="3367163"/>
              <a:ext cx="11725" cy="25025"/>
            </a:xfrm>
            <a:custGeom>
              <a:avLst/>
              <a:gdLst/>
              <a:ahLst/>
              <a:cxnLst/>
              <a:rect l="l" t="t" r="r" b="b"/>
              <a:pathLst>
                <a:path w="469" h="1001" extrusionOk="0">
                  <a:moveTo>
                    <a:pt x="288" y="1"/>
                  </a:moveTo>
                  <a:cubicBezTo>
                    <a:pt x="120" y="1"/>
                    <a:pt x="8" y="175"/>
                    <a:pt x="7" y="369"/>
                  </a:cubicBezTo>
                  <a:cubicBezTo>
                    <a:pt x="1" y="894"/>
                    <a:pt x="469" y="1000"/>
                    <a:pt x="469" y="1000"/>
                  </a:cubicBezTo>
                  <a:lnTo>
                    <a:pt x="469" y="62"/>
                  </a:lnTo>
                  <a:cubicBezTo>
                    <a:pt x="404" y="19"/>
                    <a:pt x="343" y="1"/>
                    <a:pt x="288" y="1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7475;p67"/>
            <p:cNvSpPr/>
            <p:nvPr/>
          </p:nvSpPr>
          <p:spPr>
            <a:xfrm>
              <a:off x="9930525" y="3367163"/>
              <a:ext cx="11750" cy="25025"/>
            </a:xfrm>
            <a:custGeom>
              <a:avLst/>
              <a:gdLst/>
              <a:ahLst/>
              <a:cxnLst/>
              <a:rect l="l" t="t" r="r" b="b"/>
              <a:pathLst>
                <a:path w="470" h="1001" extrusionOk="0">
                  <a:moveTo>
                    <a:pt x="182" y="1"/>
                  </a:moveTo>
                  <a:cubicBezTo>
                    <a:pt x="127" y="1"/>
                    <a:pt x="66" y="19"/>
                    <a:pt x="1" y="62"/>
                  </a:cubicBezTo>
                  <a:lnTo>
                    <a:pt x="1" y="1000"/>
                  </a:lnTo>
                  <a:cubicBezTo>
                    <a:pt x="1" y="1000"/>
                    <a:pt x="469" y="894"/>
                    <a:pt x="465" y="369"/>
                  </a:cubicBezTo>
                  <a:cubicBezTo>
                    <a:pt x="462" y="175"/>
                    <a:pt x="350" y="1"/>
                    <a:pt x="182" y="1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7476;p67"/>
            <p:cNvSpPr/>
            <p:nvPr/>
          </p:nvSpPr>
          <p:spPr>
            <a:xfrm>
              <a:off x="9770675" y="3061813"/>
              <a:ext cx="240300" cy="240325"/>
            </a:xfrm>
            <a:custGeom>
              <a:avLst/>
              <a:gdLst/>
              <a:ahLst/>
              <a:cxnLst/>
              <a:rect l="l" t="t" r="r" b="b"/>
              <a:pathLst>
                <a:path w="9612" h="9613" extrusionOk="0">
                  <a:moveTo>
                    <a:pt x="4805" y="1"/>
                  </a:moveTo>
                  <a:cubicBezTo>
                    <a:pt x="2151" y="1"/>
                    <a:pt x="1" y="2152"/>
                    <a:pt x="1" y="4807"/>
                  </a:cubicBezTo>
                  <a:cubicBezTo>
                    <a:pt x="1" y="7461"/>
                    <a:pt x="2151" y="9613"/>
                    <a:pt x="4805" y="9613"/>
                  </a:cubicBezTo>
                  <a:cubicBezTo>
                    <a:pt x="7460" y="9613"/>
                    <a:pt x="9611" y="7461"/>
                    <a:pt x="9611" y="4807"/>
                  </a:cubicBezTo>
                  <a:cubicBezTo>
                    <a:pt x="9611" y="2152"/>
                    <a:pt x="7460" y="1"/>
                    <a:pt x="48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7477;p67"/>
            <p:cNvSpPr/>
            <p:nvPr/>
          </p:nvSpPr>
          <p:spPr>
            <a:xfrm>
              <a:off x="9809850" y="3144713"/>
              <a:ext cx="117200" cy="112950"/>
            </a:xfrm>
            <a:custGeom>
              <a:avLst/>
              <a:gdLst/>
              <a:ahLst/>
              <a:cxnLst/>
              <a:rect l="l" t="t" r="r" b="b"/>
              <a:pathLst>
                <a:path w="4688" h="4518" extrusionOk="0">
                  <a:moveTo>
                    <a:pt x="2382" y="663"/>
                  </a:moveTo>
                  <a:cubicBezTo>
                    <a:pt x="2868" y="663"/>
                    <a:pt x="3347" y="888"/>
                    <a:pt x="3654" y="1312"/>
                  </a:cubicBezTo>
                  <a:cubicBezTo>
                    <a:pt x="4035" y="1826"/>
                    <a:pt x="4066" y="2520"/>
                    <a:pt x="3735" y="3067"/>
                  </a:cubicBezTo>
                  <a:cubicBezTo>
                    <a:pt x="3446" y="3545"/>
                    <a:pt x="2931" y="3829"/>
                    <a:pt x="2384" y="3829"/>
                  </a:cubicBezTo>
                  <a:cubicBezTo>
                    <a:pt x="2304" y="3829"/>
                    <a:pt x="2224" y="3823"/>
                    <a:pt x="2144" y="3811"/>
                  </a:cubicBezTo>
                  <a:cubicBezTo>
                    <a:pt x="1512" y="3716"/>
                    <a:pt x="1000" y="3247"/>
                    <a:pt x="846" y="2627"/>
                  </a:cubicBezTo>
                  <a:cubicBezTo>
                    <a:pt x="693" y="2007"/>
                    <a:pt x="930" y="1354"/>
                    <a:pt x="1444" y="975"/>
                  </a:cubicBezTo>
                  <a:cubicBezTo>
                    <a:pt x="1727" y="765"/>
                    <a:pt x="2056" y="663"/>
                    <a:pt x="2382" y="663"/>
                  </a:cubicBezTo>
                  <a:close/>
                  <a:moveTo>
                    <a:pt x="2381" y="0"/>
                  </a:moveTo>
                  <a:cubicBezTo>
                    <a:pt x="1244" y="0"/>
                    <a:pt x="270" y="853"/>
                    <a:pt x="138" y="2001"/>
                  </a:cubicBezTo>
                  <a:cubicBezTo>
                    <a:pt x="1" y="3207"/>
                    <a:pt x="841" y="4308"/>
                    <a:pt x="2041" y="4491"/>
                  </a:cubicBezTo>
                  <a:cubicBezTo>
                    <a:pt x="2154" y="4509"/>
                    <a:pt x="2271" y="4518"/>
                    <a:pt x="2387" y="4518"/>
                  </a:cubicBezTo>
                  <a:cubicBezTo>
                    <a:pt x="3601" y="4516"/>
                    <a:pt x="4597" y="3556"/>
                    <a:pt x="4642" y="2342"/>
                  </a:cubicBezTo>
                  <a:cubicBezTo>
                    <a:pt x="4688" y="1130"/>
                    <a:pt x="3766" y="100"/>
                    <a:pt x="2555" y="7"/>
                  </a:cubicBezTo>
                  <a:cubicBezTo>
                    <a:pt x="2497" y="3"/>
                    <a:pt x="2439" y="0"/>
                    <a:pt x="23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7478;p67"/>
            <p:cNvSpPr/>
            <p:nvPr/>
          </p:nvSpPr>
          <p:spPr>
            <a:xfrm>
              <a:off x="9896325" y="3125313"/>
              <a:ext cx="73950" cy="55725"/>
            </a:xfrm>
            <a:custGeom>
              <a:avLst/>
              <a:gdLst/>
              <a:ahLst/>
              <a:cxnLst/>
              <a:rect l="l" t="t" r="r" b="b"/>
              <a:pathLst>
                <a:path w="2958" h="2229" extrusionOk="0">
                  <a:moveTo>
                    <a:pt x="2565" y="0"/>
                  </a:moveTo>
                  <a:cubicBezTo>
                    <a:pt x="2492" y="0"/>
                    <a:pt x="2419" y="23"/>
                    <a:pt x="2356" y="70"/>
                  </a:cubicBezTo>
                  <a:lnTo>
                    <a:pt x="268" y="1608"/>
                  </a:lnTo>
                  <a:cubicBezTo>
                    <a:pt x="1" y="1804"/>
                    <a:pt x="140" y="2228"/>
                    <a:pt x="472" y="2228"/>
                  </a:cubicBezTo>
                  <a:cubicBezTo>
                    <a:pt x="473" y="2228"/>
                    <a:pt x="474" y="2228"/>
                    <a:pt x="474" y="2228"/>
                  </a:cubicBezTo>
                  <a:cubicBezTo>
                    <a:pt x="546" y="2228"/>
                    <a:pt x="617" y="2204"/>
                    <a:pt x="677" y="2161"/>
                  </a:cubicBezTo>
                  <a:lnTo>
                    <a:pt x="2765" y="625"/>
                  </a:lnTo>
                  <a:cubicBezTo>
                    <a:pt x="2921" y="513"/>
                    <a:pt x="2957" y="295"/>
                    <a:pt x="2842" y="140"/>
                  </a:cubicBezTo>
                  <a:cubicBezTo>
                    <a:pt x="2775" y="48"/>
                    <a:pt x="2671" y="0"/>
                    <a:pt x="2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7479;p67"/>
            <p:cNvSpPr/>
            <p:nvPr/>
          </p:nvSpPr>
          <p:spPr>
            <a:xfrm>
              <a:off x="9905175" y="3118363"/>
              <a:ext cx="59425" cy="69550"/>
            </a:xfrm>
            <a:custGeom>
              <a:avLst/>
              <a:gdLst/>
              <a:ahLst/>
              <a:cxnLst/>
              <a:rect l="l" t="t" r="r" b="b"/>
              <a:pathLst>
                <a:path w="2377" h="2782" extrusionOk="0">
                  <a:moveTo>
                    <a:pt x="391" y="1"/>
                  </a:moveTo>
                  <a:cubicBezTo>
                    <a:pt x="321" y="1"/>
                    <a:pt x="249" y="22"/>
                    <a:pt x="187" y="68"/>
                  </a:cubicBezTo>
                  <a:cubicBezTo>
                    <a:pt x="32" y="181"/>
                    <a:pt x="1" y="400"/>
                    <a:pt x="119" y="554"/>
                  </a:cubicBezTo>
                  <a:lnTo>
                    <a:pt x="1655" y="2642"/>
                  </a:lnTo>
                  <a:cubicBezTo>
                    <a:pt x="1719" y="2730"/>
                    <a:pt x="1822" y="2782"/>
                    <a:pt x="1932" y="2782"/>
                  </a:cubicBezTo>
                  <a:cubicBezTo>
                    <a:pt x="2214" y="2782"/>
                    <a:pt x="2376" y="2461"/>
                    <a:pt x="2209" y="2233"/>
                  </a:cubicBezTo>
                  <a:lnTo>
                    <a:pt x="672" y="145"/>
                  </a:lnTo>
                  <a:cubicBezTo>
                    <a:pt x="605" y="51"/>
                    <a:pt x="49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7480;p67"/>
            <p:cNvSpPr/>
            <p:nvPr/>
          </p:nvSpPr>
          <p:spPr>
            <a:xfrm>
              <a:off x="9826850" y="3283813"/>
              <a:ext cx="16375" cy="13550"/>
            </a:xfrm>
            <a:custGeom>
              <a:avLst/>
              <a:gdLst/>
              <a:ahLst/>
              <a:cxnLst/>
              <a:rect l="l" t="t" r="r" b="b"/>
              <a:pathLst>
                <a:path w="655" h="542" extrusionOk="0">
                  <a:moveTo>
                    <a:pt x="540" y="0"/>
                  </a:moveTo>
                  <a:cubicBezTo>
                    <a:pt x="421" y="0"/>
                    <a:pt x="1" y="251"/>
                    <a:pt x="1" y="251"/>
                  </a:cubicBezTo>
                  <a:cubicBezTo>
                    <a:pt x="1" y="251"/>
                    <a:pt x="22" y="541"/>
                    <a:pt x="158" y="541"/>
                  </a:cubicBezTo>
                  <a:cubicBezTo>
                    <a:pt x="184" y="541"/>
                    <a:pt x="215" y="531"/>
                    <a:pt x="250" y="505"/>
                  </a:cubicBezTo>
                  <a:cubicBezTo>
                    <a:pt x="471" y="344"/>
                    <a:pt x="654" y="14"/>
                    <a:pt x="548" y="1"/>
                  </a:cubicBezTo>
                  <a:cubicBezTo>
                    <a:pt x="546" y="0"/>
                    <a:pt x="543" y="0"/>
                    <a:pt x="540" y="0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7481;p67"/>
            <p:cNvSpPr/>
            <p:nvPr/>
          </p:nvSpPr>
          <p:spPr>
            <a:xfrm>
              <a:off x="9937125" y="3283813"/>
              <a:ext cx="16375" cy="13225"/>
            </a:xfrm>
            <a:custGeom>
              <a:avLst/>
              <a:gdLst/>
              <a:ahLst/>
              <a:cxnLst/>
              <a:rect l="l" t="t" r="r" b="b"/>
              <a:pathLst>
                <a:path w="655" h="529" extrusionOk="0">
                  <a:moveTo>
                    <a:pt x="115" y="0"/>
                  </a:moveTo>
                  <a:cubicBezTo>
                    <a:pt x="112" y="0"/>
                    <a:pt x="109" y="0"/>
                    <a:pt x="107" y="1"/>
                  </a:cubicBezTo>
                  <a:cubicBezTo>
                    <a:pt x="1" y="14"/>
                    <a:pt x="199" y="329"/>
                    <a:pt x="418" y="490"/>
                  </a:cubicBezTo>
                  <a:cubicBezTo>
                    <a:pt x="455" y="517"/>
                    <a:pt x="487" y="528"/>
                    <a:pt x="513" y="528"/>
                  </a:cubicBezTo>
                  <a:cubicBezTo>
                    <a:pt x="644" y="528"/>
                    <a:pt x="654" y="251"/>
                    <a:pt x="654" y="251"/>
                  </a:cubicBezTo>
                  <a:cubicBezTo>
                    <a:pt x="654" y="251"/>
                    <a:pt x="234" y="0"/>
                    <a:pt x="115" y="0"/>
                  </a:cubicBezTo>
                  <a:close/>
                </a:path>
              </a:pathLst>
            </a:custGeom>
            <a:solidFill>
              <a:srgbClr val="FF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7482;p67"/>
            <p:cNvSpPr/>
            <p:nvPr/>
          </p:nvSpPr>
          <p:spPr>
            <a:xfrm>
              <a:off x="10703350" y="3821363"/>
              <a:ext cx="71750" cy="58350"/>
            </a:xfrm>
            <a:custGeom>
              <a:avLst/>
              <a:gdLst/>
              <a:ahLst/>
              <a:cxnLst/>
              <a:rect l="l" t="t" r="r" b="b"/>
              <a:pathLst>
                <a:path w="2870" h="2334" extrusionOk="0">
                  <a:moveTo>
                    <a:pt x="278" y="0"/>
                  </a:moveTo>
                  <a:cubicBezTo>
                    <a:pt x="278" y="0"/>
                    <a:pt x="0" y="640"/>
                    <a:pt x="124" y="875"/>
                  </a:cubicBezTo>
                  <a:cubicBezTo>
                    <a:pt x="249" y="1113"/>
                    <a:pt x="735" y="1737"/>
                    <a:pt x="1333" y="2085"/>
                  </a:cubicBezTo>
                  <a:cubicBezTo>
                    <a:pt x="1641" y="2264"/>
                    <a:pt x="1947" y="2333"/>
                    <a:pt x="2195" y="2333"/>
                  </a:cubicBezTo>
                  <a:cubicBezTo>
                    <a:pt x="2429" y="2333"/>
                    <a:pt x="2611" y="2271"/>
                    <a:pt x="2695" y="2182"/>
                  </a:cubicBezTo>
                  <a:cubicBezTo>
                    <a:pt x="2869" y="1998"/>
                    <a:pt x="2653" y="1612"/>
                    <a:pt x="2459" y="1390"/>
                  </a:cubicBezTo>
                  <a:cubicBezTo>
                    <a:pt x="2264" y="1168"/>
                    <a:pt x="1417" y="404"/>
                    <a:pt x="1417" y="404"/>
                  </a:cubicBezTo>
                  <a:lnTo>
                    <a:pt x="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7483;p67"/>
            <p:cNvSpPr/>
            <p:nvPr/>
          </p:nvSpPr>
          <p:spPr>
            <a:xfrm>
              <a:off x="10705500" y="3835938"/>
              <a:ext cx="69600" cy="43775"/>
            </a:xfrm>
            <a:custGeom>
              <a:avLst/>
              <a:gdLst/>
              <a:ahLst/>
              <a:cxnLst/>
              <a:rect l="l" t="t" r="r" b="b"/>
              <a:pathLst>
                <a:path w="2784" h="1751" extrusionOk="0">
                  <a:moveTo>
                    <a:pt x="17" y="0"/>
                  </a:moveTo>
                  <a:cubicBezTo>
                    <a:pt x="1" y="115"/>
                    <a:pt x="2" y="222"/>
                    <a:pt x="39" y="292"/>
                  </a:cubicBezTo>
                  <a:cubicBezTo>
                    <a:pt x="165" y="530"/>
                    <a:pt x="651" y="1154"/>
                    <a:pt x="1249" y="1502"/>
                  </a:cubicBezTo>
                  <a:cubicBezTo>
                    <a:pt x="1556" y="1681"/>
                    <a:pt x="1861" y="1750"/>
                    <a:pt x="2109" y="1750"/>
                  </a:cubicBezTo>
                  <a:cubicBezTo>
                    <a:pt x="2343" y="1750"/>
                    <a:pt x="2526" y="1688"/>
                    <a:pt x="2610" y="1599"/>
                  </a:cubicBezTo>
                  <a:cubicBezTo>
                    <a:pt x="2783" y="1415"/>
                    <a:pt x="2567" y="1029"/>
                    <a:pt x="2376" y="807"/>
                  </a:cubicBezTo>
                  <a:cubicBezTo>
                    <a:pt x="2376" y="807"/>
                    <a:pt x="2211" y="720"/>
                    <a:pt x="1992" y="720"/>
                  </a:cubicBezTo>
                  <a:cubicBezTo>
                    <a:pt x="1778" y="720"/>
                    <a:pt x="1514" y="803"/>
                    <a:pt x="1304" y="1133"/>
                  </a:cubicBezTo>
                  <a:cubicBezTo>
                    <a:pt x="1304" y="1133"/>
                    <a:pt x="682" y="871"/>
                    <a:pt x="390" y="533"/>
                  </a:cubicBezTo>
                  <a:cubicBezTo>
                    <a:pt x="250" y="367"/>
                    <a:pt x="124" y="190"/>
                    <a:pt x="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7484;p67"/>
            <p:cNvSpPr/>
            <p:nvPr/>
          </p:nvSpPr>
          <p:spPr>
            <a:xfrm>
              <a:off x="10738125" y="3846163"/>
              <a:ext cx="18375" cy="6650"/>
            </a:xfrm>
            <a:custGeom>
              <a:avLst/>
              <a:gdLst/>
              <a:ahLst/>
              <a:cxnLst/>
              <a:rect l="l" t="t" r="r" b="b"/>
              <a:pathLst>
                <a:path w="735" h="266" extrusionOk="0">
                  <a:moveTo>
                    <a:pt x="486" y="1"/>
                  </a:moveTo>
                  <a:cubicBezTo>
                    <a:pt x="433" y="1"/>
                    <a:pt x="379" y="8"/>
                    <a:pt x="329" y="24"/>
                  </a:cubicBezTo>
                  <a:cubicBezTo>
                    <a:pt x="312" y="28"/>
                    <a:pt x="296" y="34"/>
                    <a:pt x="279" y="40"/>
                  </a:cubicBezTo>
                  <a:lnTo>
                    <a:pt x="254" y="50"/>
                  </a:lnTo>
                  <a:cubicBezTo>
                    <a:pt x="247" y="53"/>
                    <a:pt x="239" y="58"/>
                    <a:pt x="230" y="62"/>
                  </a:cubicBezTo>
                  <a:cubicBezTo>
                    <a:pt x="215" y="70"/>
                    <a:pt x="199" y="77"/>
                    <a:pt x="184" y="86"/>
                  </a:cubicBezTo>
                  <a:cubicBezTo>
                    <a:pt x="171" y="97"/>
                    <a:pt x="156" y="106"/>
                    <a:pt x="141" y="116"/>
                  </a:cubicBezTo>
                  <a:lnTo>
                    <a:pt x="120" y="131"/>
                  </a:lnTo>
                  <a:lnTo>
                    <a:pt x="102" y="149"/>
                  </a:lnTo>
                  <a:cubicBezTo>
                    <a:pt x="88" y="161"/>
                    <a:pt x="77" y="173"/>
                    <a:pt x="65" y="185"/>
                  </a:cubicBezTo>
                  <a:cubicBezTo>
                    <a:pt x="53" y="197"/>
                    <a:pt x="41" y="210"/>
                    <a:pt x="32" y="223"/>
                  </a:cubicBezTo>
                  <a:cubicBezTo>
                    <a:pt x="20" y="238"/>
                    <a:pt x="11" y="252"/>
                    <a:pt x="1" y="265"/>
                  </a:cubicBezTo>
                  <a:cubicBezTo>
                    <a:pt x="33" y="252"/>
                    <a:pt x="62" y="234"/>
                    <a:pt x="91" y="219"/>
                  </a:cubicBezTo>
                  <a:cubicBezTo>
                    <a:pt x="106" y="211"/>
                    <a:pt x="120" y="206"/>
                    <a:pt x="135" y="197"/>
                  </a:cubicBezTo>
                  <a:lnTo>
                    <a:pt x="156" y="186"/>
                  </a:lnTo>
                  <a:lnTo>
                    <a:pt x="178" y="176"/>
                  </a:lnTo>
                  <a:cubicBezTo>
                    <a:pt x="193" y="170"/>
                    <a:pt x="208" y="164"/>
                    <a:pt x="221" y="156"/>
                  </a:cubicBezTo>
                  <a:lnTo>
                    <a:pt x="266" y="138"/>
                  </a:lnTo>
                  <a:cubicBezTo>
                    <a:pt x="273" y="135"/>
                    <a:pt x="281" y="132"/>
                    <a:pt x="287" y="129"/>
                  </a:cubicBezTo>
                  <a:lnTo>
                    <a:pt x="309" y="124"/>
                  </a:lnTo>
                  <a:cubicBezTo>
                    <a:pt x="324" y="118"/>
                    <a:pt x="339" y="112"/>
                    <a:pt x="354" y="109"/>
                  </a:cubicBezTo>
                  <a:cubicBezTo>
                    <a:pt x="415" y="91"/>
                    <a:pt x="476" y="77"/>
                    <a:pt x="539" y="71"/>
                  </a:cubicBezTo>
                  <a:cubicBezTo>
                    <a:pt x="584" y="66"/>
                    <a:pt x="629" y="64"/>
                    <a:pt x="673" y="64"/>
                  </a:cubicBezTo>
                  <a:cubicBezTo>
                    <a:pt x="693" y="64"/>
                    <a:pt x="714" y="64"/>
                    <a:pt x="734" y="65"/>
                  </a:cubicBezTo>
                  <a:cubicBezTo>
                    <a:pt x="676" y="28"/>
                    <a:pt x="607" y="6"/>
                    <a:pt x="537" y="3"/>
                  </a:cubicBezTo>
                  <a:cubicBezTo>
                    <a:pt x="520" y="1"/>
                    <a:pt x="503" y="1"/>
                    <a:pt x="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7485;p67"/>
            <p:cNvSpPr/>
            <p:nvPr/>
          </p:nvSpPr>
          <p:spPr>
            <a:xfrm>
              <a:off x="10735250" y="3840463"/>
              <a:ext cx="14300" cy="5250"/>
            </a:xfrm>
            <a:custGeom>
              <a:avLst/>
              <a:gdLst/>
              <a:ahLst/>
              <a:cxnLst/>
              <a:rect l="l" t="t" r="r" b="b"/>
              <a:pathLst>
                <a:path w="572" h="210" extrusionOk="0">
                  <a:moveTo>
                    <a:pt x="402" y="1"/>
                  </a:moveTo>
                  <a:cubicBezTo>
                    <a:pt x="353" y="1"/>
                    <a:pt x="303" y="8"/>
                    <a:pt x="256" y="22"/>
                  </a:cubicBezTo>
                  <a:cubicBezTo>
                    <a:pt x="203" y="37"/>
                    <a:pt x="154" y="59"/>
                    <a:pt x="110" y="91"/>
                  </a:cubicBezTo>
                  <a:cubicBezTo>
                    <a:pt x="63" y="122"/>
                    <a:pt x="28" y="162"/>
                    <a:pt x="1" y="210"/>
                  </a:cubicBezTo>
                  <a:cubicBezTo>
                    <a:pt x="51" y="190"/>
                    <a:pt x="96" y="170"/>
                    <a:pt x="142" y="153"/>
                  </a:cubicBezTo>
                  <a:cubicBezTo>
                    <a:pt x="189" y="137"/>
                    <a:pt x="233" y="120"/>
                    <a:pt x="280" y="107"/>
                  </a:cubicBezTo>
                  <a:cubicBezTo>
                    <a:pt x="327" y="94"/>
                    <a:pt x="373" y="82"/>
                    <a:pt x="423" y="70"/>
                  </a:cubicBezTo>
                  <a:cubicBezTo>
                    <a:pt x="470" y="59"/>
                    <a:pt x="520" y="47"/>
                    <a:pt x="572" y="32"/>
                  </a:cubicBezTo>
                  <a:cubicBezTo>
                    <a:pt x="521" y="12"/>
                    <a:pt x="469" y="1"/>
                    <a:pt x="415" y="1"/>
                  </a:cubicBezTo>
                  <a:cubicBezTo>
                    <a:pt x="411" y="1"/>
                    <a:pt x="406" y="1"/>
                    <a:pt x="4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7486;p67"/>
            <p:cNvSpPr/>
            <p:nvPr/>
          </p:nvSpPr>
          <p:spPr>
            <a:xfrm>
              <a:off x="10710800" y="3807038"/>
              <a:ext cx="35250" cy="29350"/>
            </a:xfrm>
            <a:custGeom>
              <a:avLst/>
              <a:gdLst/>
              <a:ahLst/>
              <a:cxnLst/>
              <a:rect l="l" t="t" r="r" b="b"/>
              <a:pathLst>
                <a:path w="1410" h="1174" extrusionOk="0">
                  <a:moveTo>
                    <a:pt x="162" y="0"/>
                  </a:moveTo>
                  <a:lnTo>
                    <a:pt x="0" y="815"/>
                  </a:lnTo>
                  <a:cubicBezTo>
                    <a:pt x="323" y="1107"/>
                    <a:pt x="658" y="1174"/>
                    <a:pt x="898" y="1174"/>
                  </a:cubicBezTo>
                  <a:cubicBezTo>
                    <a:pt x="1102" y="1174"/>
                    <a:pt x="1238" y="1125"/>
                    <a:pt x="1238" y="1125"/>
                  </a:cubicBezTo>
                  <a:lnTo>
                    <a:pt x="1410" y="282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7487;p67"/>
            <p:cNvSpPr/>
            <p:nvPr/>
          </p:nvSpPr>
          <p:spPr>
            <a:xfrm>
              <a:off x="10569050" y="3821363"/>
              <a:ext cx="71775" cy="58350"/>
            </a:xfrm>
            <a:custGeom>
              <a:avLst/>
              <a:gdLst/>
              <a:ahLst/>
              <a:cxnLst/>
              <a:rect l="l" t="t" r="r" b="b"/>
              <a:pathLst>
                <a:path w="2871" h="2334" extrusionOk="0">
                  <a:moveTo>
                    <a:pt x="2593" y="0"/>
                  </a:moveTo>
                  <a:lnTo>
                    <a:pt x="1453" y="404"/>
                  </a:lnTo>
                  <a:cubicBezTo>
                    <a:pt x="1453" y="404"/>
                    <a:pt x="605" y="1168"/>
                    <a:pt x="411" y="1390"/>
                  </a:cubicBezTo>
                  <a:cubicBezTo>
                    <a:pt x="217" y="1612"/>
                    <a:pt x="1" y="1998"/>
                    <a:pt x="175" y="2182"/>
                  </a:cubicBezTo>
                  <a:cubicBezTo>
                    <a:pt x="259" y="2271"/>
                    <a:pt x="442" y="2333"/>
                    <a:pt x="675" y="2333"/>
                  </a:cubicBezTo>
                  <a:cubicBezTo>
                    <a:pt x="923" y="2333"/>
                    <a:pt x="1229" y="2264"/>
                    <a:pt x="1537" y="2085"/>
                  </a:cubicBezTo>
                  <a:cubicBezTo>
                    <a:pt x="2135" y="1737"/>
                    <a:pt x="2621" y="1113"/>
                    <a:pt x="2745" y="875"/>
                  </a:cubicBezTo>
                  <a:cubicBezTo>
                    <a:pt x="2870" y="640"/>
                    <a:pt x="2593" y="0"/>
                    <a:pt x="2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7488;p67"/>
            <p:cNvSpPr/>
            <p:nvPr/>
          </p:nvSpPr>
          <p:spPr>
            <a:xfrm>
              <a:off x="10569050" y="3835938"/>
              <a:ext cx="69600" cy="43775"/>
            </a:xfrm>
            <a:custGeom>
              <a:avLst/>
              <a:gdLst/>
              <a:ahLst/>
              <a:cxnLst/>
              <a:rect l="l" t="t" r="r" b="b"/>
              <a:pathLst>
                <a:path w="2784" h="1751" extrusionOk="0">
                  <a:moveTo>
                    <a:pt x="2767" y="0"/>
                  </a:moveTo>
                  <a:cubicBezTo>
                    <a:pt x="2660" y="190"/>
                    <a:pt x="2535" y="367"/>
                    <a:pt x="2394" y="533"/>
                  </a:cubicBezTo>
                  <a:cubicBezTo>
                    <a:pt x="2102" y="871"/>
                    <a:pt x="1482" y="1133"/>
                    <a:pt x="1482" y="1133"/>
                  </a:cubicBezTo>
                  <a:cubicBezTo>
                    <a:pt x="1272" y="803"/>
                    <a:pt x="1007" y="720"/>
                    <a:pt x="793" y="720"/>
                  </a:cubicBezTo>
                  <a:cubicBezTo>
                    <a:pt x="575" y="720"/>
                    <a:pt x="410" y="807"/>
                    <a:pt x="410" y="807"/>
                  </a:cubicBezTo>
                  <a:cubicBezTo>
                    <a:pt x="217" y="1029"/>
                    <a:pt x="1" y="1415"/>
                    <a:pt x="175" y="1599"/>
                  </a:cubicBezTo>
                  <a:cubicBezTo>
                    <a:pt x="259" y="1688"/>
                    <a:pt x="442" y="1750"/>
                    <a:pt x="675" y="1750"/>
                  </a:cubicBezTo>
                  <a:cubicBezTo>
                    <a:pt x="923" y="1750"/>
                    <a:pt x="1229" y="1681"/>
                    <a:pt x="1537" y="1502"/>
                  </a:cubicBezTo>
                  <a:cubicBezTo>
                    <a:pt x="2135" y="1154"/>
                    <a:pt x="2621" y="530"/>
                    <a:pt x="2745" y="292"/>
                  </a:cubicBezTo>
                  <a:cubicBezTo>
                    <a:pt x="2782" y="222"/>
                    <a:pt x="2784" y="115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7489;p67"/>
            <p:cNvSpPr/>
            <p:nvPr/>
          </p:nvSpPr>
          <p:spPr>
            <a:xfrm>
              <a:off x="10587625" y="3846138"/>
              <a:ext cx="18375" cy="6675"/>
            </a:xfrm>
            <a:custGeom>
              <a:avLst/>
              <a:gdLst/>
              <a:ahLst/>
              <a:cxnLst/>
              <a:rect l="l" t="t" r="r" b="b"/>
              <a:pathLst>
                <a:path w="735" h="267" extrusionOk="0">
                  <a:moveTo>
                    <a:pt x="245" y="0"/>
                  </a:moveTo>
                  <a:cubicBezTo>
                    <a:pt x="229" y="0"/>
                    <a:pt x="213" y="1"/>
                    <a:pt x="197" y="2"/>
                  </a:cubicBezTo>
                  <a:cubicBezTo>
                    <a:pt x="127" y="7"/>
                    <a:pt x="60" y="29"/>
                    <a:pt x="1" y="66"/>
                  </a:cubicBezTo>
                  <a:cubicBezTo>
                    <a:pt x="22" y="65"/>
                    <a:pt x="44" y="65"/>
                    <a:pt x="66" y="65"/>
                  </a:cubicBezTo>
                  <a:cubicBezTo>
                    <a:pt x="110" y="65"/>
                    <a:pt x="153" y="67"/>
                    <a:pt x="196" y="71"/>
                  </a:cubicBezTo>
                  <a:cubicBezTo>
                    <a:pt x="259" y="78"/>
                    <a:pt x="320" y="90"/>
                    <a:pt x="381" y="108"/>
                  </a:cubicBezTo>
                  <a:cubicBezTo>
                    <a:pt x="396" y="113"/>
                    <a:pt x="411" y="119"/>
                    <a:pt x="426" y="123"/>
                  </a:cubicBezTo>
                  <a:lnTo>
                    <a:pt x="448" y="130"/>
                  </a:lnTo>
                  <a:cubicBezTo>
                    <a:pt x="455" y="133"/>
                    <a:pt x="463" y="136"/>
                    <a:pt x="469" y="139"/>
                  </a:cubicBezTo>
                  <a:lnTo>
                    <a:pt x="514" y="156"/>
                  </a:lnTo>
                  <a:cubicBezTo>
                    <a:pt x="528" y="163"/>
                    <a:pt x="542" y="169"/>
                    <a:pt x="557" y="177"/>
                  </a:cubicBezTo>
                  <a:lnTo>
                    <a:pt x="579" y="186"/>
                  </a:lnTo>
                  <a:lnTo>
                    <a:pt x="600" y="198"/>
                  </a:lnTo>
                  <a:cubicBezTo>
                    <a:pt x="615" y="205"/>
                    <a:pt x="630" y="212"/>
                    <a:pt x="645" y="220"/>
                  </a:cubicBezTo>
                  <a:cubicBezTo>
                    <a:pt x="673" y="235"/>
                    <a:pt x="701" y="251"/>
                    <a:pt x="734" y="266"/>
                  </a:cubicBezTo>
                  <a:cubicBezTo>
                    <a:pt x="725" y="251"/>
                    <a:pt x="715" y="238"/>
                    <a:pt x="704" y="224"/>
                  </a:cubicBezTo>
                  <a:cubicBezTo>
                    <a:pt x="694" y="211"/>
                    <a:pt x="682" y="198"/>
                    <a:pt x="670" y="184"/>
                  </a:cubicBezTo>
                  <a:cubicBezTo>
                    <a:pt x="658" y="172"/>
                    <a:pt x="646" y="160"/>
                    <a:pt x="633" y="148"/>
                  </a:cubicBezTo>
                  <a:lnTo>
                    <a:pt x="615" y="132"/>
                  </a:lnTo>
                  <a:lnTo>
                    <a:pt x="594" y="117"/>
                  </a:lnTo>
                  <a:cubicBezTo>
                    <a:pt x="579" y="105"/>
                    <a:pt x="566" y="96"/>
                    <a:pt x="551" y="87"/>
                  </a:cubicBezTo>
                  <a:cubicBezTo>
                    <a:pt x="536" y="78"/>
                    <a:pt x="520" y="71"/>
                    <a:pt x="505" y="62"/>
                  </a:cubicBezTo>
                  <a:cubicBezTo>
                    <a:pt x="497" y="57"/>
                    <a:pt x="488" y="54"/>
                    <a:pt x="481" y="50"/>
                  </a:cubicBezTo>
                  <a:lnTo>
                    <a:pt x="457" y="41"/>
                  </a:lnTo>
                  <a:cubicBezTo>
                    <a:pt x="440" y="35"/>
                    <a:pt x="424" y="28"/>
                    <a:pt x="406" y="23"/>
                  </a:cubicBezTo>
                  <a:cubicBezTo>
                    <a:pt x="354" y="8"/>
                    <a:pt x="300" y="0"/>
                    <a:pt x="2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7490;p67"/>
            <p:cNvSpPr/>
            <p:nvPr/>
          </p:nvSpPr>
          <p:spPr>
            <a:xfrm>
              <a:off x="10594600" y="3840488"/>
              <a:ext cx="14300" cy="5275"/>
            </a:xfrm>
            <a:custGeom>
              <a:avLst/>
              <a:gdLst/>
              <a:ahLst/>
              <a:cxnLst/>
              <a:rect l="l" t="t" r="r" b="b"/>
              <a:pathLst>
                <a:path w="572" h="211" extrusionOk="0">
                  <a:moveTo>
                    <a:pt x="157" y="0"/>
                  </a:moveTo>
                  <a:cubicBezTo>
                    <a:pt x="103" y="0"/>
                    <a:pt x="50" y="11"/>
                    <a:pt x="0" y="31"/>
                  </a:cubicBezTo>
                  <a:cubicBezTo>
                    <a:pt x="53" y="46"/>
                    <a:pt x="100" y="58"/>
                    <a:pt x="150" y="70"/>
                  </a:cubicBezTo>
                  <a:cubicBezTo>
                    <a:pt x="199" y="82"/>
                    <a:pt x="245" y="94"/>
                    <a:pt x="291" y="107"/>
                  </a:cubicBezTo>
                  <a:cubicBezTo>
                    <a:pt x="339" y="119"/>
                    <a:pt x="382" y="136"/>
                    <a:pt x="430" y="152"/>
                  </a:cubicBezTo>
                  <a:cubicBezTo>
                    <a:pt x="476" y="169"/>
                    <a:pt x="519" y="189"/>
                    <a:pt x="572" y="210"/>
                  </a:cubicBezTo>
                  <a:cubicBezTo>
                    <a:pt x="545" y="163"/>
                    <a:pt x="507" y="121"/>
                    <a:pt x="463" y="91"/>
                  </a:cubicBezTo>
                  <a:cubicBezTo>
                    <a:pt x="418" y="60"/>
                    <a:pt x="369" y="36"/>
                    <a:pt x="317" y="21"/>
                  </a:cubicBezTo>
                  <a:cubicBezTo>
                    <a:pt x="264" y="8"/>
                    <a:pt x="211" y="0"/>
                    <a:pt x="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7491;p67"/>
            <p:cNvSpPr/>
            <p:nvPr/>
          </p:nvSpPr>
          <p:spPr>
            <a:xfrm>
              <a:off x="10598075" y="3807038"/>
              <a:ext cx="35250" cy="29350"/>
            </a:xfrm>
            <a:custGeom>
              <a:avLst/>
              <a:gdLst/>
              <a:ahLst/>
              <a:cxnLst/>
              <a:rect l="l" t="t" r="r" b="b"/>
              <a:pathLst>
                <a:path w="1410" h="1174" extrusionOk="0">
                  <a:moveTo>
                    <a:pt x="1248" y="0"/>
                  </a:moveTo>
                  <a:lnTo>
                    <a:pt x="0" y="282"/>
                  </a:lnTo>
                  <a:lnTo>
                    <a:pt x="172" y="1125"/>
                  </a:lnTo>
                  <a:cubicBezTo>
                    <a:pt x="172" y="1125"/>
                    <a:pt x="307" y="1174"/>
                    <a:pt x="512" y="1174"/>
                  </a:cubicBezTo>
                  <a:cubicBezTo>
                    <a:pt x="752" y="1174"/>
                    <a:pt x="1087" y="1107"/>
                    <a:pt x="1409" y="815"/>
                  </a:cubicBezTo>
                  <a:lnTo>
                    <a:pt x="1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7492;p67"/>
            <p:cNvSpPr/>
            <p:nvPr/>
          </p:nvSpPr>
          <p:spPr>
            <a:xfrm>
              <a:off x="10562975" y="3622763"/>
              <a:ext cx="218200" cy="203825"/>
            </a:xfrm>
            <a:custGeom>
              <a:avLst/>
              <a:gdLst/>
              <a:ahLst/>
              <a:cxnLst/>
              <a:rect l="l" t="t" r="r" b="b"/>
              <a:pathLst>
                <a:path w="8728" h="8153" extrusionOk="0">
                  <a:moveTo>
                    <a:pt x="2461" y="1"/>
                  </a:moveTo>
                  <a:cubicBezTo>
                    <a:pt x="2461" y="1"/>
                    <a:pt x="418" y="1331"/>
                    <a:pt x="210" y="2067"/>
                  </a:cubicBezTo>
                  <a:cubicBezTo>
                    <a:pt x="1" y="2804"/>
                    <a:pt x="1353" y="8098"/>
                    <a:pt x="1353" y="8098"/>
                  </a:cubicBezTo>
                  <a:cubicBezTo>
                    <a:pt x="1353" y="8098"/>
                    <a:pt x="1513" y="8153"/>
                    <a:pt x="1755" y="8153"/>
                  </a:cubicBezTo>
                  <a:cubicBezTo>
                    <a:pt x="2038" y="8153"/>
                    <a:pt x="2433" y="8077"/>
                    <a:pt x="2813" y="7746"/>
                  </a:cubicBezTo>
                  <a:cubicBezTo>
                    <a:pt x="2813" y="7746"/>
                    <a:pt x="2154" y="2873"/>
                    <a:pt x="2279" y="2679"/>
                  </a:cubicBezTo>
                  <a:cubicBezTo>
                    <a:pt x="2405" y="2483"/>
                    <a:pt x="4364" y="1414"/>
                    <a:pt x="4364" y="1414"/>
                  </a:cubicBezTo>
                  <a:cubicBezTo>
                    <a:pt x="4364" y="1414"/>
                    <a:pt x="6324" y="2485"/>
                    <a:pt x="6449" y="2679"/>
                  </a:cubicBezTo>
                  <a:cubicBezTo>
                    <a:pt x="6574" y="2873"/>
                    <a:pt x="5915" y="7746"/>
                    <a:pt x="5915" y="7746"/>
                  </a:cubicBezTo>
                  <a:cubicBezTo>
                    <a:pt x="6295" y="8077"/>
                    <a:pt x="6690" y="8153"/>
                    <a:pt x="6973" y="8153"/>
                  </a:cubicBezTo>
                  <a:cubicBezTo>
                    <a:pt x="7214" y="8153"/>
                    <a:pt x="7373" y="8098"/>
                    <a:pt x="7373" y="8098"/>
                  </a:cubicBezTo>
                  <a:cubicBezTo>
                    <a:pt x="7373" y="8098"/>
                    <a:pt x="8727" y="2804"/>
                    <a:pt x="8519" y="2067"/>
                  </a:cubicBezTo>
                  <a:cubicBezTo>
                    <a:pt x="8311" y="1331"/>
                    <a:pt x="6267" y="1"/>
                    <a:pt x="6267" y="1"/>
                  </a:cubicBezTo>
                  <a:lnTo>
                    <a:pt x="4364" y="80"/>
                  </a:lnTo>
                  <a:lnTo>
                    <a:pt x="24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7493;p67"/>
            <p:cNvSpPr/>
            <p:nvPr/>
          </p:nvSpPr>
          <p:spPr>
            <a:xfrm>
              <a:off x="10619825" y="3471638"/>
              <a:ext cx="106025" cy="164825"/>
            </a:xfrm>
            <a:custGeom>
              <a:avLst/>
              <a:gdLst/>
              <a:ahLst/>
              <a:cxnLst/>
              <a:rect l="l" t="t" r="r" b="b"/>
              <a:pathLst>
                <a:path w="4241" h="6593" extrusionOk="0">
                  <a:moveTo>
                    <a:pt x="1185" y="0"/>
                  </a:moveTo>
                  <a:lnTo>
                    <a:pt x="1" y="389"/>
                  </a:lnTo>
                  <a:lnTo>
                    <a:pt x="187" y="6071"/>
                  </a:lnTo>
                  <a:cubicBezTo>
                    <a:pt x="187" y="6071"/>
                    <a:pt x="591" y="6527"/>
                    <a:pt x="2121" y="6593"/>
                  </a:cubicBezTo>
                  <a:cubicBezTo>
                    <a:pt x="3650" y="6527"/>
                    <a:pt x="4054" y="6071"/>
                    <a:pt x="4054" y="6071"/>
                  </a:cubicBezTo>
                  <a:lnTo>
                    <a:pt x="4240" y="389"/>
                  </a:lnTo>
                  <a:lnTo>
                    <a:pt x="3056" y="0"/>
                  </a:lnTo>
                  <a:lnTo>
                    <a:pt x="2121" y="169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7494;p67"/>
            <p:cNvSpPr/>
            <p:nvPr/>
          </p:nvSpPr>
          <p:spPr>
            <a:xfrm>
              <a:off x="10657675" y="3458388"/>
              <a:ext cx="31350" cy="28925"/>
            </a:xfrm>
            <a:custGeom>
              <a:avLst/>
              <a:gdLst/>
              <a:ahLst/>
              <a:cxnLst/>
              <a:rect l="l" t="t" r="r" b="b"/>
              <a:pathLst>
                <a:path w="1254" h="1157" extrusionOk="0">
                  <a:moveTo>
                    <a:pt x="1" y="1"/>
                  </a:moveTo>
                  <a:lnTo>
                    <a:pt x="1" y="627"/>
                  </a:lnTo>
                  <a:cubicBezTo>
                    <a:pt x="1" y="627"/>
                    <a:pt x="75" y="1157"/>
                    <a:pt x="627" y="1157"/>
                  </a:cubicBezTo>
                  <a:cubicBezTo>
                    <a:pt x="1179" y="1157"/>
                    <a:pt x="1253" y="627"/>
                    <a:pt x="1253" y="627"/>
                  </a:cubicBezTo>
                  <a:lnTo>
                    <a:pt x="1253" y="1"/>
                  </a:ln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7495;p67"/>
            <p:cNvSpPr/>
            <p:nvPr/>
          </p:nvSpPr>
          <p:spPr>
            <a:xfrm>
              <a:off x="10657675" y="3458388"/>
              <a:ext cx="31350" cy="11225"/>
            </a:xfrm>
            <a:custGeom>
              <a:avLst/>
              <a:gdLst/>
              <a:ahLst/>
              <a:cxnLst/>
              <a:rect l="l" t="t" r="r" b="b"/>
              <a:pathLst>
                <a:path w="1254" h="449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271"/>
                    <a:pt x="285" y="448"/>
                    <a:pt x="627" y="448"/>
                  </a:cubicBezTo>
                  <a:cubicBezTo>
                    <a:pt x="968" y="448"/>
                    <a:pt x="1253" y="271"/>
                    <a:pt x="1253" y="271"/>
                  </a:cubicBezTo>
                  <a:lnTo>
                    <a:pt x="12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7496;p67"/>
            <p:cNvSpPr/>
            <p:nvPr/>
          </p:nvSpPr>
          <p:spPr>
            <a:xfrm>
              <a:off x="10633400" y="3360288"/>
              <a:ext cx="79925" cy="106000"/>
            </a:xfrm>
            <a:custGeom>
              <a:avLst/>
              <a:gdLst/>
              <a:ahLst/>
              <a:cxnLst/>
              <a:rect l="l" t="t" r="r" b="b"/>
              <a:pathLst>
                <a:path w="3197" h="4240" extrusionOk="0">
                  <a:moveTo>
                    <a:pt x="1598" y="0"/>
                  </a:moveTo>
                  <a:cubicBezTo>
                    <a:pt x="472" y="0"/>
                    <a:pt x="1" y="702"/>
                    <a:pt x="1" y="1308"/>
                  </a:cubicBezTo>
                  <a:lnTo>
                    <a:pt x="1" y="2860"/>
                  </a:lnTo>
                  <a:cubicBezTo>
                    <a:pt x="1" y="3561"/>
                    <a:pt x="843" y="4240"/>
                    <a:pt x="1598" y="4240"/>
                  </a:cubicBezTo>
                  <a:cubicBezTo>
                    <a:pt x="2352" y="4240"/>
                    <a:pt x="3196" y="3560"/>
                    <a:pt x="3196" y="2860"/>
                  </a:cubicBezTo>
                  <a:lnTo>
                    <a:pt x="3196" y="1308"/>
                  </a:lnTo>
                  <a:cubicBezTo>
                    <a:pt x="3196" y="702"/>
                    <a:pt x="2724" y="0"/>
                    <a:pt x="1598" y="0"/>
                  </a:cubicBez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7497;p67"/>
            <p:cNvSpPr/>
            <p:nvPr/>
          </p:nvSpPr>
          <p:spPr>
            <a:xfrm>
              <a:off x="10629600" y="3403188"/>
              <a:ext cx="87975" cy="63150"/>
            </a:xfrm>
            <a:custGeom>
              <a:avLst/>
              <a:gdLst/>
              <a:ahLst/>
              <a:cxnLst/>
              <a:rect l="l" t="t" r="r" b="b"/>
              <a:pathLst>
                <a:path w="3519" h="2526" extrusionOk="0">
                  <a:moveTo>
                    <a:pt x="3137" y="0"/>
                  </a:moveTo>
                  <a:cubicBezTo>
                    <a:pt x="3137" y="0"/>
                    <a:pt x="3056" y="904"/>
                    <a:pt x="3019" y="986"/>
                  </a:cubicBezTo>
                  <a:cubicBezTo>
                    <a:pt x="2984" y="1062"/>
                    <a:pt x="2479" y="1253"/>
                    <a:pt x="1880" y="1253"/>
                  </a:cubicBezTo>
                  <a:cubicBezTo>
                    <a:pt x="1841" y="1253"/>
                    <a:pt x="1801" y="1252"/>
                    <a:pt x="1760" y="1250"/>
                  </a:cubicBezTo>
                  <a:cubicBezTo>
                    <a:pt x="1720" y="1252"/>
                    <a:pt x="1680" y="1253"/>
                    <a:pt x="1640" y="1253"/>
                  </a:cubicBezTo>
                  <a:cubicBezTo>
                    <a:pt x="1040" y="1253"/>
                    <a:pt x="535" y="1062"/>
                    <a:pt x="500" y="986"/>
                  </a:cubicBezTo>
                  <a:cubicBezTo>
                    <a:pt x="463" y="904"/>
                    <a:pt x="397" y="24"/>
                    <a:pt x="397" y="24"/>
                  </a:cubicBezTo>
                  <a:lnTo>
                    <a:pt x="156" y="139"/>
                  </a:lnTo>
                  <a:cubicBezTo>
                    <a:pt x="156" y="139"/>
                    <a:pt x="1" y="1442"/>
                    <a:pt x="203" y="1851"/>
                  </a:cubicBezTo>
                  <a:cubicBezTo>
                    <a:pt x="406" y="2261"/>
                    <a:pt x="1328" y="2525"/>
                    <a:pt x="1760" y="2525"/>
                  </a:cubicBezTo>
                  <a:cubicBezTo>
                    <a:pt x="2191" y="2525"/>
                    <a:pt x="3113" y="2261"/>
                    <a:pt x="3316" y="1851"/>
                  </a:cubicBezTo>
                  <a:cubicBezTo>
                    <a:pt x="3518" y="1442"/>
                    <a:pt x="3365" y="139"/>
                    <a:pt x="3365" y="139"/>
                  </a:cubicBezTo>
                  <a:lnTo>
                    <a:pt x="3137" y="0"/>
                  </a:lnTo>
                  <a:close/>
                </a:path>
              </a:pathLst>
            </a:custGeom>
            <a:solidFill>
              <a:srgbClr val="7021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7498;p67"/>
            <p:cNvSpPr/>
            <p:nvPr/>
          </p:nvSpPr>
          <p:spPr>
            <a:xfrm>
              <a:off x="10616975" y="3331363"/>
              <a:ext cx="113200" cy="80700"/>
            </a:xfrm>
            <a:custGeom>
              <a:avLst/>
              <a:gdLst/>
              <a:ahLst/>
              <a:cxnLst/>
              <a:rect l="l" t="t" r="r" b="b"/>
              <a:pathLst>
                <a:path w="4528" h="3228" extrusionOk="0">
                  <a:moveTo>
                    <a:pt x="2633" y="1"/>
                  </a:moveTo>
                  <a:cubicBezTo>
                    <a:pt x="2252" y="1"/>
                    <a:pt x="1983" y="415"/>
                    <a:pt x="1983" y="415"/>
                  </a:cubicBezTo>
                  <a:cubicBezTo>
                    <a:pt x="1983" y="415"/>
                    <a:pt x="1930" y="342"/>
                    <a:pt x="1832" y="342"/>
                  </a:cubicBezTo>
                  <a:cubicBezTo>
                    <a:pt x="1770" y="342"/>
                    <a:pt x="1690" y="371"/>
                    <a:pt x="1594" y="468"/>
                  </a:cubicBezTo>
                  <a:cubicBezTo>
                    <a:pt x="1594" y="468"/>
                    <a:pt x="1433" y="383"/>
                    <a:pt x="1267" y="383"/>
                  </a:cubicBezTo>
                  <a:cubicBezTo>
                    <a:pt x="1113" y="383"/>
                    <a:pt x="956" y="455"/>
                    <a:pt x="914" y="732"/>
                  </a:cubicBezTo>
                  <a:cubicBezTo>
                    <a:pt x="914" y="732"/>
                    <a:pt x="632" y="747"/>
                    <a:pt x="658" y="1008"/>
                  </a:cubicBezTo>
                  <a:lnTo>
                    <a:pt x="658" y="1008"/>
                  </a:lnTo>
                  <a:cubicBezTo>
                    <a:pt x="658" y="1008"/>
                    <a:pt x="658" y="1008"/>
                    <a:pt x="657" y="1008"/>
                  </a:cubicBezTo>
                  <a:cubicBezTo>
                    <a:pt x="646" y="1008"/>
                    <a:pt x="347" y="1048"/>
                    <a:pt x="255" y="1245"/>
                  </a:cubicBezTo>
                  <a:cubicBezTo>
                    <a:pt x="131" y="1506"/>
                    <a:pt x="301" y="1755"/>
                    <a:pt x="301" y="1755"/>
                  </a:cubicBezTo>
                  <a:cubicBezTo>
                    <a:pt x="301" y="1755"/>
                    <a:pt x="0" y="2106"/>
                    <a:pt x="476" y="2217"/>
                  </a:cubicBezTo>
                  <a:lnTo>
                    <a:pt x="476" y="3227"/>
                  </a:lnTo>
                  <a:lnTo>
                    <a:pt x="717" y="3227"/>
                  </a:lnTo>
                  <a:cubicBezTo>
                    <a:pt x="717" y="3227"/>
                    <a:pt x="720" y="3227"/>
                    <a:pt x="723" y="3227"/>
                  </a:cubicBezTo>
                  <a:cubicBezTo>
                    <a:pt x="756" y="3227"/>
                    <a:pt x="910" y="3207"/>
                    <a:pt x="910" y="2818"/>
                  </a:cubicBezTo>
                  <a:cubicBezTo>
                    <a:pt x="910" y="2384"/>
                    <a:pt x="908" y="1912"/>
                    <a:pt x="1165" y="1798"/>
                  </a:cubicBezTo>
                  <a:cubicBezTo>
                    <a:pt x="1225" y="1772"/>
                    <a:pt x="1284" y="1761"/>
                    <a:pt x="1344" y="1761"/>
                  </a:cubicBezTo>
                  <a:cubicBezTo>
                    <a:pt x="1607" y="1761"/>
                    <a:pt x="1881" y="1969"/>
                    <a:pt x="2240" y="1969"/>
                  </a:cubicBezTo>
                  <a:cubicBezTo>
                    <a:pt x="2321" y="1969"/>
                    <a:pt x="2407" y="1959"/>
                    <a:pt x="2498" y="1933"/>
                  </a:cubicBezTo>
                  <a:cubicBezTo>
                    <a:pt x="2727" y="1867"/>
                    <a:pt x="2990" y="1756"/>
                    <a:pt x="3195" y="1756"/>
                  </a:cubicBezTo>
                  <a:cubicBezTo>
                    <a:pt x="3350" y="1756"/>
                    <a:pt x="3473" y="1820"/>
                    <a:pt x="3521" y="2018"/>
                  </a:cubicBezTo>
                  <a:cubicBezTo>
                    <a:pt x="3642" y="2520"/>
                    <a:pt x="3580" y="3203"/>
                    <a:pt x="3852" y="3227"/>
                  </a:cubicBezTo>
                  <a:lnTo>
                    <a:pt x="4037" y="3227"/>
                  </a:lnTo>
                  <a:lnTo>
                    <a:pt x="4037" y="2307"/>
                  </a:lnTo>
                  <a:cubicBezTo>
                    <a:pt x="4037" y="2307"/>
                    <a:pt x="4302" y="2307"/>
                    <a:pt x="4414" y="2016"/>
                  </a:cubicBezTo>
                  <a:cubicBezTo>
                    <a:pt x="4527" y="1725"/>
                    <a:pt x="4159" y="1518"/>
                    <a:pt x="4159" y="1518"/>
                  </a:cubicBezTo>
                  <a:cubicBezTo>
                    <a:pt x="4159" y="1518"/>
                    <a:pt x="4380" y="1144"/>
                    <a:pt x="3989" y="1050"/>
                  </a:cubicBezTo>
                  <a:cubicBezTo>
                    <a:pt x="3989" y="1050"/>
                    <a:pt x="3970" y="705"/>
                    <a:pt x="3503" y="705"/>
                  </a:cubicBezTo>
                  <a:cubicBezTo>
                    <a:pt x="3495" y="705"/>
                    <a:pt x="3487" y="705"/>
                    <a:pt x="3479" y="705"/>
                  </a:cubicBezTo>
                  <a:cubicBezTo>
                    <a:pt x="3479" y="705"/>
                    <a:pt x="3494" y="493"/>
                    <a:pt x="3327" y="493"/>
                  </a:cubicBezTo>
                  <a:cubicBezTo>
                    <a:pt x="3295" y="493"/>
                    <a:pt x="3255" y="501"/>
                    <a:pt x="3208" y="520"/>
                  </a:cubicBezTo>
                  <a:cubicBezTo>
                    <a:pt x="3208" y="520"/>
                    <a:pt x="3106" y="52"/>
                    <a:pt x="2693" y="4"/>
                  </a:cubicBezTo>
                  <a:cubicBezTo>
                    <a:pt x="2673" y="2"/>
                    <a:pt x="2653" y="1"/>
                    <a:pt x="2633" y="1"/>
                  </a:cubicBezTo>
                  <a:close/>
                </a:path>
              </a:pathLst>
            </a:custGeom>
            <a:solidFill>
              <a:srgbClr val="7021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7499;p67"/>
            <p:cNvSpPr/>
            <p:nvPr/>
          </p:nvSpPr>
          <p:spPr>
            <a:xfrm>
              <a:off x="10621750" y="3405138"/>
              <a:ext cx="11750" cy="25000"/>
            </a:xfrm>
            <a:custGeom>
              <a:avLst/>
              <a:gdLst/>
              <a:ahLst/>
              <a:cxnLst/>
              <a:rect l="l" t="t" r="r" b="b"/>
              <a:pathLst>
                <a:path w="470" h="1000" extrusionOk="0">
                  <a:moveTo>
                    <a:pt x="289" y="1"/>
                  </a:moveTo>
                  <a:cubicBezTo>
                    <a:pt x="120" y="1"/>
                    <a:pt x="7" y="175"/>
                    <a:pt x="6" y="368"/>
                  </a:cubicBezTo>
                  <a:cubicBezTo>
                    <a:pt x="0" y="895"/>
                    <a:pt x="470" y="999"/>
                    <a:pt x="470" y="999"/>
                  </a:cubicBezTo>
                  <a:lnTo>
                    <a:pt x="470" y="61"/>
                  </a:lnTo>
                  <a:cubicBezTo>
                    <a:pt x="405" y="19"/>
                    <a:pt x="344" y="1"/>
                    <a:pt x="289" y="1"/>
                  </a:cubicBez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7500;p67"/>
            <p:cNvSpPr/>
            <p:nvPr/>
          </p:nvSpPr>
          <p:spPr>
            <a:xfrm>
              <a:off x="10713300" y="3405138"/>
              <a:ext cx="11725" cy="25000"/>
            </a:xfrm>
            <a:custGeom>
              <a:avLst/>
              <a:gdLst/>
              <a:ahLst/>
              <a:cxnLst/>
              <a:rect l="l" t="t" r="r" b="b"/>
              <a:pathLst>
                <a:path w="469" h="1000" extrusionOk="0">
                  <a:moveTo>
                    <a:pt x="181" y="1"/>
                  </a:moveTo>
                  <a:cubicBezTo>
                    <a:pt x="126" y="1"/>
                    <a:pt x="65" y="19"/>
                    <a:pt x="0" y="61"/>
                  </a:cubicBezTo>
                  <a:lnTo>
                    <a:pt x="0" y="999"/>
                  </a:lnTo>
                  <a:cubicBezTo>
                    <a:pt x="0" y="999"/>
                    <a:pt x="469" y="895"/>
                    <a:pt x="464" y="368"/>
                  </a:cubicBezTo>
                  <a:cubicBezTo>
                    <a:pt x="462" y="175"/>
                    <a:pt x="349" y="1"/>
                    <a:pt x="181" y="1"/>
                  </a:cubicBez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7501;p67"/>
            <p:cNvSpPr/>
            <p:nvPr/>
          </p:nvSpPr>
          <p:spPr>
            <a:xfrm>
              <a:off x="10655075" y="3472413"/>
              <a:ext cx="37100" cy="19350"/>
            </a:xfrm>
            <a:custGeom>
              <a:avLst/>
              <a:gdLst/>
              <a:ahLst/>
              <a:cxnLst/>
              <a:rect l="l" t="t" r="r" b="b"/>
              <a:pathLst>
                <a:path w="1484" h="774" extrusionOk="0">
                  <a:moveTo>
                    <a:pt x="1475" y="1"/>
                  </a:moveTo>
                  <a:lnTo>
                    <a:pt x="1475" y="1"/>
                  </a:lnTo>
                  <a:cubicBezTo>
                    <a:pt x="1479" y="101"/>
                    <a:pt x="1467" y="199"/>
                    <a:pt x="1438" y="294"/>
                  </a:cubicBezTo>
                  <a:cubicBezTo>
                    <a:pt x="1409" y="388"/>
                    <a:pt x="1357" y="475"/>
                    <a:pt x="1289" y="543"/>
                  </a:cubicBezTo>
                  <a:cubicBezTo>
                    <a:pt x="1217" y="611"/>
                    <a:pt x="1132" y="660"/>
                    <a:pt x="1038" y="688"/>
                  </a:cubicBezTo>
                  <a:cubicBezTo>
                    <a:pt x="944" y="715"/>
                    <a:pt x="847" y="730"/>
                    <a:pt x="749" y="730"/>
                  </a:cubicBezTo>
                  <a:cubicBezTo>
                    <a:pt x="739" y="730"/>
                    <a:pt x="729" y="730"/>
                    <a:pt x="719" y="730"/>
                  </a:cubicBezTo>
                  <a:cubicBezTo>
                    <a:pt x="631" y="730"/>
                    <a:pt x="544" y="718"/>
                    <a:pt x="458" y="696"/>
                  </a:cubicBezTo>
                  <a:cubicBezTo>
                    <a:pt x="266" y="646"/>
                    <a:pt x="112" y="502"/>
                    <a:pt x="51" y="311"/>
                  </a:cubicBezTo>
                  <a:cubicBezTo>
                    <a:pt x="20" y="217"/>
                    <a:pt x="3" y="118"/>
                    <a:pt x="6" y="19"/>
                  </a:cubicBezTo>
                  <a:lnTo>
                    <a:pt x="6" y="19"/>
                  </a:lnTo>
                  <a:cubicBezTo>
                    <a:pt x="0" y="68"/>
                    <a:pt x="0" y="118"/>
                    <a:pt x="6" y="169"/>
                  </a:cubicBezTo>
                  <a:cubicBezTo>
                    <a:pt x="11" y="218"/>
                    <a:pt x="20" y="269"/>
                    <a:pt x="33" y="318"/>
                  </a:cubicBezTo>
                  <a:cubicBezTo>
                    <a:pt x="60" y="417"/>
                    <a:pt x="112" y="508"/>
                    <a:pt x="184" y="582"/>
                  </a:cubicBezTo>
                  <a:cubicBezTo>
                    <a:pt x="258" y="654"/>
                    <a:pt x="349" y="707"/>
                    <a:pt x="449" y="736"/>
                  </a:cubicBezTo>
                  <a:cubicBezTo>
                    <a:pt x="538" y="760"/>
                    <a:pt x="630" y="773"/>
                    <a:pt x="723" y="773"/>
                  </a:cubicBezTo>
                  <a:cubicBezTo>
                    <a:pt x="733" y="773"/>
                    <a:pt x="742" y="773"/>
                    <a:pt x="752" y="773"/>
                  </a:cubicBezTo>
                  <a:cubicBezTo>
                    <a:pt x="853" y="773"/>
                    <a:pt x="956" y="757"/>
                    <a:pt x="1053" y="727"/>
                  </a:cubicBezTo>
                  <a:cubicBezTo>
                    <a:pt x="1153" y="697"/>
                    <a:pt x="1242" y="642"/>
                    <a:pt x="1314" y="567"/>
                  </a:cubicBezTo>
                  <a:cubicBezTo>
                    <a:pt x="1384" y="493"/>
                    <a:pt x="1435" y="400"/>
                    <a:pt x="1459" y="300"/>
                  </a:cubicBezTo>
                  <a:cubicBezTo>
                    <a:pt x="1470" y="251"/>
                    <a:pt x="1478" y="200"/>
                    <a:pt x="1481" y="151"/>
                  </a:cubicBezTo>
                  <a:cubicBezTo>
                    <a:pt x="1484" y="101"/>
                    <a:pt x="1482" y="50"/>
                    <a:pt x="14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7502;p67"/>
            <p:cNvSpPr/>
            <p:nvPr/>
          </p:nvSpPr>
          <p:spPr>
            <a:xfrm>
              <a:off x="10548700" y="3298488"/>
              <a:ext cx="76600" cy="188825"/>
            </a:xfrm>
            <a:custGeom>
              <a:avLst/>
              <a:gdLst/>
              <a:ahLst/>
              <a:cxnLst/>
              <a:rect l="l" t="t" r="r" b="b"/>
              <a:pathLst>
                <a:path w="3064" h="7553" extrusionOk="0">
                  <a:moveTo>
                    <a:pt x="2400" y="0"/>
                  </a:moveTo>
                  <a:cubicBezTo>
                    <a:pt x="2332" y="0"/>
                    <a:pt x="2042" y="541"/>
                    <a:pt x="2042" y="541"/>
                  </a:cubicBezTo>
                  <a:cubicBezTo>
                    <a:pt x="2084" y="303"/>
                    <a:pt x="2073" y="67"/>
                    <a:pt x="2017" y="67"/>
                  </a:cubicBezTo>
                  <a:cubicBezTo>
                    <a:pt x="1991" y="67"/>
                    <a:pt x="1956" y="116"/>
                    <a:pt x="1912" y="235"/>
                  </a:cubicBezTo>
                  <a:cubicBezTo>
                    <a:pt x="1811" y="511"/>
                    <a:pt x="1543" y="1223"/>
                    <a:pt x="1179" y="2295"/>
                  </a:cubicBezTo>
                  <a:cubicBezTo>
                    <a:pt x="981" y="2878"/>
                    <a:pt x="1" y="5240"/>
                    <a:pt x="53" y="5675"/>
                  </a:cubicBezTo>
                  <a:cubicBezTo>
                    <a:pt x="104" y="6111"/>
                    <a:pt x="1842" y="7553"/>
                    <a:pt x="1842" y="7553"/>
                  </a:cubicBezTo>
                  <a:lnTo>
                    <a:pt x="2685" y="6269"/>
                  </a:lnTo>
                  <a:cubicBezTo>
                    <a:pt x="2685" y="6269"/>
                    <a:pt x="1338" y="5340"/>
                    <a:pt x="1338" y="5147"/>
                  </a:cubicBezTo>
                  <a:cubicBezTo>
                    <a:pt x="1338" y="4956"/>
                    <a:pt x="2066" y="1949"/>
                    <a:pt x="2066" y="1949"/>
                  </a:cubicBezTo>
                  <a:cubicBezTo>
                    <a:pt x="2672" y="1820"/>
                    <a:pt x="3064" y="1237"/>
                    <a:pt x="3019" y="1143"/>
                  </a:cubicBezTo>
                  <a:cubicBezTo>
                    <a:pt x="3010" y="1126"/>
                    <a:pt x="2995" y="1119"/>
                    <a:pt x="2974" y="1119"/>
                  </a:cubicBezTo>
                  <a:cubicBezTo>
                    <a:pt x="2891" y="1119"/>
                    <a:pt x="2728" y="1237"/>
                    <a:pt x="2646" y="1237"/>
                  </a:cubicBezTo>
                  <a:cubicBezTo>
                    <a:pt x="2642" y="1237"/>
                    <a:pt x="2638" y="1237"/>
                    <a:pt x="2634" y="1236"/>
                  </a:cubicBezTo>
                  <a:cubicBezTo>
                    <a:pt x="2539" y="1218"/>
                    <a:pt x="2927" y="549"/>
                    <a:pt x="2943" y="331"/>
                  </a:cubicBezTo>
                  <a:cubicBezTo>
                    <a:pt x="2945" y="303"/>
                    <a:pt x="2939" y="290"/>
                    <a:pt x="2928" y="290"/>
                  </a:cubicBezTo>
                  <a:cubicBezTo>
                    <a:pt x="2848" y="290"/>
                    <a:pt x="2491" y="854"/>
                    <a:pt x="2491" y="854"/>
                  </a:cubicBezTo>
                  <a:cubicBezTo>
                    <a:pt x="2491" y="854"/>
                    <a:pt x="2639" y="364"/>
                    <a:pt x="2676" y="147"/>
                  </a:cubicBezTo>
                  <a:cubicBezTo>
                    <a:pt x="2681" y="121"/>
                    <a:pt x="2678" y="109"/>
                    <a:pt x="2669" y="109"/>
                  </a:cubicBezTo>
                  <a:cubicBezTo>
                    <a:pt x="2606" y="109"/>
                    <a:pt x="2248" y="701"/>
                    <a:pt x="2248" y="701"/>
                  </a:cubicBezTo>
                  <a:cubicBezTo>
                    <a:pt x="2248" y="701"/>
                    <a:pt x="2421" y="201"/>
                    <a:pt x="2415" y="28"/>
                  </a:cubicBezTo>
                  <a:cubicBezTo>
                    <a:pt x="2414" y="9"/>
                    <a:pt x="2409" y="0"/>
                    <a:pt x="2400" y="0"/>
                  </a:cubicBez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7503;p67"/>
            <p:cNvSpPr/>
            <p:nvPr/>
          </p:nvSpPr>
          <p:spPr>
            <a:xfrm>
              <a:off x="10596025" y="3313738"/>
              <a:ext cx="15075" cy="10750"/>
            </a:xfrm>
            <a:custGeom>
              <a:avLst/>
              <a:gdLst/>
              <a:ahLst/>
              <a:cxnLst/>
              <a:rect l="l" t="t" r="r" b="b"/>
              <a:pathLst>
                <a:path w="603" h="430" extrusionOk="0">
                  <a:moveTo>
                    <a:pt x="63" y="1"/>
                  </a:moveTo>
                  <a:cubicBezTo>
                    <a:pt x="42" y="1"/>
                    <a:pt x="21" y="2"/>
                    <a:pt x="0" y="4"/>
                  </a:cubicBezTo>
                  <a:cubicBezTo>
                    <a:pt x="63" y="25"/>
                    <a:pt x="124" y="47"/>
                    <a:pt x="184" y="71"/>
                  </a:cubicBezTo>
                  <a:cubicBezTo>
                    <a:pt x="242" y="95"/>
                    <a:pt x="298" y="123"/>
                    <a:pt x="352" y="156"/>
                  </a:cubicBezTo>
                  <a:cubicBezTo>
                    <a:pt x="404" y="188"/>
                    <a:pt x="453" y="226"/>
                    <a:pt x="495" y="271"/>
                  </a:cubicBezTo>
                  <a:cubicBezTo>
                    <a:pt x="538" y="319"/>
                    <a:pt x="574" y="371"/>
                    <a:pt x="603" y="429"/>
                  </a:cubicBezTo>
                  <a:cubicBezTo>
                    <a:pt x="601" y="361"/>
                    <a:pt x="579" y="293"/>
                    <a:pt x="540" y="237"/>
                  </a:cubicBezTo>
                  <a:cubicBezTo>
                    <a:pt x="501" y="179"/>
                    <a:pt x="449" y="131"/>
                    <a:pt x="389" y="95"/>
                  </a:cubicBezTo>
                  <a:cubicBezTo>
                    <a:pt x="331" y="59"/>
                    <a:pt x="267" y="34"/>
                    <a:pt x="200" y="18"/>
                  </a:cubicBezTo>
                  <a:cubicBezTo>
                    <a:pt x="155" y="6"/>
                    <a:pt x="109" y="1"/>
                    <a:pt x="63" y="1"/>
                  </a:cubicBezTo>
                  <a:close/>
                </a:path>
              </a:pathLst>
            </a:custGeom>
            <a:solidFill>
              <a:srgbClr val="6B28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7504;p67"/>
            <p:cNvSpPr/>
            <p:nvPr/>
          </p:nvSpPr>
          <p:spPr>
            <a:xfrm>
              <a:off x="10600050" y="3331688"/>
              <a:ext cx="9600" cy="7475"/>
            </a:xfrm>
            <a:custGeom>
              <a:avLst/>
              <a:gdLst/>
              <a:ahLst/>
              <a:cxnLst/>
              <a:rect l="l" t="t" r="r" b="b"/>
              <a:pathLst>
                <a:path w="384" h="299" extrusionOk="0">
                  <a:moveTo>
                    <a:pt x="262" y="0"/>
                  </a:moveTo>
                  <a:cubicBezTo>
                    <a:pt x="258" y="0"/>
                    <a:pt x="254" y="0"/>
                    <a:pt x="251" y="0"/>
                  </a:cubicBezTo>
                  <a:cubicBezTo>
                    <a:pt x="201" y="3"/>
                    <a:pt x="155" y="23"/>
                    <a:pt x="116" y="56"/>
                  </a:cubicBezTo>
                  <a:cubicBezTo>
                    <a:pt x="108" y="63"/>
                    <a:pt x="99" y="72"/>
                    <a:pt x="91" y="81"/>
                  </a:cubicBezTo>
                  <a:cubicBezTo>
                    <a:pt x="84" y="88"/>
                    <a:pt x="75" y="99"/>
                    <a:pt x="69" y="108"/>
                  </a:cubicBezTo>
                  <a:cubicBezTo>
                    <a:pt x="61" y="117"/>
                    <a:pt x="55" y="127"/>
                    <a:pt x="49" y="138"/>
                  </a:cubicBezTo>
                  <a:cubicBezTo>
                    <a:pt x="43" y="147"/>
                    <a:pt x="37" y="157"/>
                    <a:pt x="33" y="167"/>
                  </a:cubicBezTo>
                  <a:cubicBezTo>
                    <a:pt x="24" y="188"/>
                    <a:pt x="17" y="209"/>
                    <a:pt x="11" y="232"/>
                  </a:cubicBezTo>
                  <a:cubicBezTo>
                    <a:pt x="5" y="254"/>
                    <a:pt x="2" y="276"/>
                    <a:pt x="0" y="299"/>
                  </a:cubicBezTo>
                  <a:cubicBezTo>
                    <a:pt x="15" y="282"/>
                    <a:pt x="28" y="264"/>
                    <a:pt x="42" y="246"/>
                  </a:cubicBezTo>
                  <a:cubicBezTo>
                    <a:pt x="55" y="230"/>
                    <a:pt x="67" y="212"/>
                    <a:pt x="81" y="197"/>
                  </a:cubicBezTo>
                  <a:cubicBezTo>
                    <a:pt x="94" y="181"/>
                    <a:pt x="108" y="166"/>
                    <a:pt x="121" y="151"/>
                  </a:cubicBezTo>
                  <a:cubicBezTo>
                    <a:pt x="134" y="136"/>
                    <a:pt x="148" y="123"/>
                    <a:pt x="163" y="111"/>
                  </a:cubicBezTo>
                  <a:cubicBezTo>
                    <a:pt x="191" y="85"/>
                    <a:pt x="224" y="67"/>
                    <a:pt x="261" y="56"/>
                  </a:cubicBezTo>
                  <a:cubicBezTo>
                    <a:pt x="288" y="48"/>
                    <a:pt x="316" y="44"/>
                    <a:pt x="345" y="44"/>
                  </a:cubicBezTo>
                  <a:cubicBezTo>
                    <a:pt x="358" y="44"/>
                    <a:pt x="371" y="45"/>
                    <a:pt x="383" y="47"/>
                  </a:cubicBezTo>
                  <a:cubicBezTo>
                    <a:pt x="350" y="16"/>
                    <a:pt x="307" y="0"/>
                    <a:pt x="262" y="0"/>
                  </a:cubicBezTo>
                  <a:close/>
                </a:path>
              </a:pathLst>
            </a:custGeom>
            <a:solidFill>
              <a:srgbClr val="6B28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7505;p67"/>
            <p:cNvSpPr/>
            <p:nvPr/>
          </p:nvSpPr>
          <p:spPr>
            <a:xfrm>
              <a:off x="10582100" y="3449463"/>
              <a:ext cx="67350" cy="62600"/>
            </a:xfrm>
            <a:custGeom>
              <a:avLst/>
              <a:gdLst/>
              <a:ahLst/>
              <a:cxnLst/>
              <a:rect l="l" t="t" r="r" b="b"/>
              <a:pathLst>
                <a:path w="2694" h="2504" extrusionOk="0">
                  <a:moveTo>
                    <a:pt x="1101" y="0"/>
                  </a:moveTo>
                  <a:cubicBezTo>
                    <a:pt x="345" y="286"/>
                    <a:pt x="44" y="862"/>
                    <a:pt x="1" y="1200"/>
                  </a:cubicBezTo>
                  <a:cubicBezTo>
                    <a:pt x="730" y="1789"/>
                    <a:pt x="1696" y="2504"/>
                    <a:pt x="1696" y="2504"/>
                  </a:cubicBezTo>
                  <a:lnTo>
                    <a:pt x="2694" y="887"/>
                  </a:lnTo>
                  <a:cubicBezTo>
                    <a:pt x="2694" y="887"/>
                    <a:pt x="1807" y="413"/>
                    <a:pt x="11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7506;p67"/>
            <p:cNvSpPr/>
            <p:nvPr/>
          </p:nvSpPr>
          <p:spPr>
            <a:xfrm>
              <a:off x="10620625" y="3495913"/>
              <a:ext cx="9275" cy="13400"/>
            </a:xfrm>
            <a:custGeom>
              <a:avLst/>
              <a:gdLst/>
              <a:ahLst/>
              <a:cxnLst/>
              <a:rect l="l" t="t" r="r" b="b"/>
              <a:pathLst>
                <a:path w="371" h="536" extrusionOk="0">
                  <a:moveTo>
                    <a:pt x="370" y="0"/>
                  </a:moveTo>
                  <a:lnTo>
                    <a:pt x="370" y="0"/>
                  </a:lnTo>
                  <a:cubicBezTo>
                    <a:pt x="327" y="33"/>
                    <a:pt x="287" y="72"/>
                    <a:pt x="251" y="115"/>
                  </a:cubicBezTo>
                  <a:cubicBezTo>
                    <a:pt x="215" y="157"/>
                    <a:pt x="182" y="200"/>
                    <a:pt x="152" y="246"/>
                  </a:cubicBezTo>
                  <a:cubicBezTo>
                    <a:pt x="123" y="291"/>
                    <a:pt x="94" y="339"/>
                    <a:pt x="67" y="386"/>
                  </a:cubicBezTo>
                  <a:cubicBezTo>
                    <a:pt x="42" y="435"/>
                    <a:pt x="20" y="485"/>
                    <a:pt x="0" y="535"/>
                  </a:cubicBezTo>
                  <a:cubicBezTo>
                    <a:pt x="35" y="492"/>
                    <a:pt x="66" y="449"/>
                    <a:pt x="97" y="404"/>
                  </a:cubicBezTo>
                  <a:cubicBezTo>
                    <a:pt x="129" y="359"/>
                    <a:pt x="158" y="315"/>
                    <a:pt x="190" y="270"/>
                  </a:cubicBezTo>
                  <a:lnTo>
                    <a:pt x="279" y="134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7507;p67"/>
            <p:cNvSpPr/>
            <p:nvPr/>
          </p:nvSpPr>
          <p:spPr>
            <a:xfrm>
              <a:off x="10621850" y="3496788"/>
              <a:ext cx="1850" cy="9625"/>
            </a:xfrm>
            <a:custGeom>
              <a:avLst/>
              <a:gdLst/>
              <a:ahLst/>
              <a:cxnLst/>
              <a:rect l="l" t="t" r="r" b="b"/>
              <a:pathLst>
                <a:path w="74" h="385" extrusionOk="0">
                  <a:moveTo>
                    <a:pt x="74" y="1"/>
                  </a:moveTo>
                  <a:cubicBezTo>
                    <a:pt x="54" y="29"/>
                    <a:pt x="39" y="59"/>
                    <a:pt x="29" y="90"/>
                  </a:cubicBezTo>
                  <a:cubicBezTo>
                    <a:pt x="18" y="122"/>
                    <a:pt x="11" y="154"/>
                    <a:pt x="6" y="187"/>
                  </a:cubicBezTo>
                  <a:cubicBezTo>
                    <a:pt x="2" y="220"/>
                    <a:pt x="1" y="253"/>
                    <a:pt x="2" y="286"/>
                  </a:cubicBezTo>
                  <a:cubicBezTo>
                    <a:pt x="3" y="318"/>
                    <a:pt x="11" y="351"/>
                    <a:pt x="21" y="384"/>
                  </a:cubicBezTo>
                  <a:cubicBezTo>
                    <a:pt x="29" y="351"/>
                    <a:pt x="32" y="318"/>
                    <a:pt x="38" y="287"/>
                  </a:cubicBezTo>
                  <a:lnTo>
                    <a:pt x="51" y="193"/>
                  </a:lnTo>
                  <a:cubicBezTo>
                    <a:pt x="59" y="131"/>
                    <a:pt x="69" y="68"/>
                    <a:pt x="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7508;p67"/>
            <p:cNvSpPr/>
            <p:nvPr/>
          </p:nvSpPr>
          <p:spPr>
            <a:xfrm>
              <a:off x="10585025" y="3451738"/>
              <a:ext cx="28450" cy="30100"/>
            </a:xfrm>
            <a:custGeom>
              <a:avLst/>
              <a:gdLst/>
              <a:ahLst/>
              <a:cxnLst/>
              <a:rect l="l" t="t" r="r" b="b"/>
              <a:pathLst>
                <a:path w="1138" h="1204" extrusionOk="0">
                  <a:moveTo>
                    <a:pt x="1138" y="0"/>
                  </a:moveTo>
                  <a:lnTo>
                    <a:pt x="1138" y="0"/>
                  </a:lnTo>
                  <a:cubicBezTo>
                    <a:pt x="999" y="39"/>
                    <a:pt x="870" y="98"/>
                    <a:pt x="750" y="180"/>
                  </a:cubicBezTo>
                  <a:cubicBezTo>
                    <a:pt x="631" y="261"/>
                    <a:pt x="524" y="358"/>
                    <a:pt x="428" y="465"/>
                  </a:cubicBezTo>
                  <a:cubicBezTo>
                    <a:pt x="382" y="519"/>
                    <a:pt x="336" y="576"/>
                    <a:pt x="294" y="634"/>
                  </a:cubicBezTo>
                  <a:cubicBezTo>
                    <a:pt x="252" y="692"/>
                    <a:pt x="213" y="752"/>
                    <a:pt x="178" y="814"/>
                  </a:cubicBezTo>
                  <a:cubicBezTo>
                    <a:pt x="105" y="936"/>
                    <a:pt x="45" y="1068"/>
                    <a:pt x="0" y="1203"/>
                  </a:cubicBezTo>
                  <a:cubicBezTo>
                    <a:pt x="61" y="1075"/>
                    <a:pt x="130" y="951"/>
                    <a:pt x="207" y="832"/>
                  </a:cubicBezTo>
                  <a:cubicBezTo>
                    <a:pt x="284" y="713"/>
                    <a:pt x="369" y="601"/>
                    <a:pt x="462" y="495"/>
                  </a:cubicBezTo>
                  <a:cubicBezTo>
                    <a:pt x="509" y="441"/>
                    <a:pt x="558" y="392"/>
                    <a:pt x="609" y="344"/>
                  </a:cubicBezTo>
                  <a:cubicBezTo>
                    <a:pt x="634" y="319"/>
                    <a:pt x="661" y="297"/>
                    <a:pt x="688" y="274"/>
                  </a:cubicBezTo>
                  <a:cubicBezTo>
                    <a:pt x="701" y="262"/>
                    <a:pt x="716" y="252"/>
                    <a:pt x="729" y="242"/>
                  </a:cubicBezTo>
                  <a:cubicBezTo>
                    <a:pt x="743" y="230"/>
                    <a:pt x="756" y="219"/>
                    <a:pt x="771" y="209"/>
                  </a:cubicBezTo>
                  <a:cubicBezTo>
                    <a:pt x="884" y="124"/>
                    <a:pt x="1008" y="54"/>
                    <a:pt x="1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7509;p67"/>
            <p:cNvSpPr/>
            <p:nvPr/>
          </p:nvSpPr>
          <p:spPr>
            <a:xfrm>
              <a:off x="10719300" y="3298488"/>
              <a:ext cx="76625" cy="188825"/>
            </a:xfrm>
            <a:custGeom>
              <a:avLst/>
              <a:gdLst/>
              <a:ahLst/>
              <a:cxnLst/>
              <a:rect l="l" t="t" r="r" b="b"/>
              <a:pathLst>
                <a:path w="3065" h="7553" extrusionOk="0">
                  <a:moveTo>
                    <a:pt x="664" y="0"/>
                  </a:moveTo>
                  <a:cubicBezTo>
                    <a:pt x="655" y="0"/>
                    <a:pt x="650" y="9"/>
                    <a:pt x="649" y="28"/>
                  </a:cubicBezTo>
                  <a:cubicBezTo>
                    <a:pt x="645" y="201"/>
                    <a:pt x="818" y="701"/>
                    <a:pt x="818" y="701"/>
                  </a:cubicBezTo>
                  <a:cubicBezTo>
                    <a:pt x="818" y="701"/>
                    <a:pt x="458" y="109"/>
                    <a:pt x="395" y="109"/>
                  </a:cubicBezTo>
                  <a:cubicBezTo>
                    <a:pt x="387" y="109"/>
                    <a:pt x="384" y="121"/>
                    <a:pt x="388" y="147"/>
                  </a:cubicBezTo>
                  <a:cubicBezTo>
                    <a:pt x="427" y="364"/>
                    <a:pt x="575" y="854"/>
                    <a:pt x="575" y="854"/>
                  </a:cubicBezTo>
                  <a:cubicBezTo>
                    <a:pt x="575" y="854"/>
                    <a:pt x="217" y="290"/>
                    <a:pt x="137" y="290"/>
                  </a:cubicBezTo>
                  <a:cubicBezTo>
                    <a:pt x="125" y="290"/>
                    <a:pt x="119" y="303"/>
                    <a:pt x="121" y="331"/>
                  </a:cubicBezTo>
                  <a:cubicBezTo>
                    <a:pt x="139" y="549"/>
                    <a:pt x="575" y="1273"/>
                    <a:pt x="478" y="1290"/>
                  </a:cubicBezTo>
                  <a:cubicBezTo>
                    <a:pt x="475" y="1290"/>
                    <a:pt x="472" y="1290"/>
                    <a:pt x="468" y="1290"/>
                  </a:cubicBezTo>
                  <a:cubicBezTo>
                    <a:pt x="381" y="1290"/>
                    <a:pt x="174" y="1123"/>
                    <a:pt x="84" y="1123"/>
                  </a:cubicBezTo>
                  <a:cubicBezTo>
                    <a:pt x="67" y="1123"/>
                    <a:pt x="54" y="1129"/>
                    <a:pt x="47" y="1143"/>
                  </a:cubicBezTo>
                  <a:cubicBezTo>
                    <a:pt x="0" y="1237"/>
                    <a:pt x="394" y="1820"/>
                    <a:pt x="1000" y="1949"/>
                  </a:cubicBezTo>
                  <a:cubicBezTo>
                    <a:pt x="1000" y="1949"/>
                    <a:pt x="1726" y="4956"/>
                    <a:pt x="1726" y="5147"/>
                  </a:cubicBezTo>
                  <a:cubicBezTo>
                    <a:pt x="1726" y="5340"/>
                    <a:pt x="379" y="6269"/>
                    <a:pt x="379" y="6269"/>
                  </a:cubicBezTo>
                  <a:lnTo>
                    <a:pt x="1223" y="7553"/>
                  </a:lnTo>
                  <a:cubicBezTo>
                    <a:pt x="1223" y="7553"/>
                    <a:pt x="2960" y="6111"/>
                    <a:pt x="3013" y="5675"/>
                  </a:cubicBezTo>
                  <a:cubicBezTo>
                    <a:pt x="3065" y="5240"/>
                    <a:pt x="2084" y="2878"/>
                    <a:pt x="1887" y="2295"/>
                  </a:cubicBezTo>
                  <a:cubicBezTo>
                    <a:pt x="1521" y="1223"/>
                    <a:pt x="1255" y="511"/>
                    <a:pt x="1153" y="235"/>
                  </a:cubicBezTo>
                  <a:cubicBezTo>
                    <a:pt x="1109" y="116"/>
                    <a:pt x="1074" y="67"/>
                    <a:pt x="1049" y="67"/>
                  </a:cubicBezTo>
                  <a:cubicBezTo>
                    <a:pt x="992" y="67"/>
                    <a:pt x="981" y="303"/>
                    <a:pt x="1022" y="541"/>
                  </a:cubicBezTo>
                  <a:cubicBezTo>
                    <a:pt x="1022" y="541"/>
                    <a:pt x="733" y="0"/>
                    <a:pt x="664" y="0"/>
                  </a:cubicBez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7510;p67"/>
            <p:cNvSpPr/>
            <p:nvPr/>
          </p:nvSpPr>
          <p:spPr>
            <a:xfrm>
              <a:off x="10733550" y="3313738"/>
              <a:ext cx="15075" cy="10750"/>
            </a:xfrm>
            <a:custGeom>
              <a:avLst/>
              <a:gdLst/>
              <a:ahLst/>
              <a:cxnLst/>
              <a:rect l="l" t="t" r="r" b="b"/>
              <a:pathLst>
                <a:path w="603" h="430" extrusionOk="0">
                  <a:moveTo>
                    <a:pt x="544" y="1"/>
                  </a:moveTo>
                  <a:cubicBezTo>
                    <a:pt x="496" y="1"/>
                    <a:pt x="449" y="7"/>
                    <a:pt x="403" y="18"/>
                  </a:cubicBezTo>
                  <a:cubicBezTo>
                    <a:pt x="336" y="34"/>
                    <a:pt x="271" y="59"/>
                    <a:pt x="213" y="95"/>
                  </a:cubicBezTo>
                  <a:cubicBezTo>
                    <a:pt x="154" y="131"/>
                    <a:pt x="103" y="179"/>
                    <a:pt x="63" y="237"/>
                  </a:cubicBezTo>
                  <a:cubicBezTo>
                    <a:pt x="24" y="293"/>
                    <a:pt x="3" y="361"/>
                    <a:pt x="0" y="429"/>
                  </a:cubicBezTo>
                  <a:cubicBezTo>
                    <a:pt x="28" y="371"/>
                    <a:pt x="64" y="319"/>
                    <a:pt x="107" y="271"/>
                  </a:cubicBezTo>
                  <a:cubicBezTo>
                    <a:pt x="149" y="226"/>
                    <a:pt x="198" y="188"/>
                    <a:pt x="251" y="156"/>
                  </a:cubicBezTo>
                  <a:cubicBezTo>
                    <a:pt x="304" y="123"/>
                    <a:pt x="361" y="95"/>
                    <a:pt x="419" y="71"/>
                  </a:cubicBezTo>
                  <a:cubicBezTo>
                    <a:pt x="477" y="47"/>
                    <a:pt x="538" y="25"/>
                    <a:pt x="603" y="4"/>
                  </a:cubicBezTo>
                  <a:cubicBezTo>
                    <a:pt x="583" y="2"/>
                    <a:pt x="563" y="1"/>
                    <a:pt x="544" y="1"/>
                  </a:cubicBezTo>
                  <a:close/>
                </a:path>
              </a:pathLst>
            </a:custGeom>
            <a:solidFill>
              <a:srgbClr val="6B28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7511;p67"/>
            <p:cNvSpPr/>
            <p:nvPr/>
          </p:nvSpPr>
          <p:spPr>
            <a:xfrm>
              <a:off x="10735000" y="3331688"/>
              <a:ext cx="9550" cy="7475"/>
            </a:xfrm>
            <a:custGeom>
              <a:avLst/>
              <a:gdLst/>
              <a:ahLst/>
              <a:cxnLst/>
              <a:rect l="l" t="t" r="r" b="b"/>
              <a:pathLst>
                <a:path w="382" h="299" extrusionOk="0">
                  <a:moveTo>
                    <a:pt x="119" y="0"/>
                  </a:moveTo>
                  <a:cubicBezTo>
                    <a:pt x="75" y="0"/>
                    <a:pt x="33" y="16"/>
                    <a:pt x="0" y="47"/>
                  </a:cubicBezTo>
                  <a:cubicBezTo>
                    <a:pt x="13" y="45"/>
                    <a:pt x="25" y="44"/>
                    <a:pt x="37" y="44"/>
                  </a:cubicBezTo>
                  <a:cubicBezTo>
                    <a:pt x="66" y="44"/>
                    <a:pt x="94" y="48"/>
                    <a:pt x="121" y="56"/>
                  </a:cubicBezTo>
                  <a:cubicBezTo>
                    <a:pt x="157" y="67"/>
                    <a:pt x="191" y="85"/>
                    <a:pt x="219" y="111"/>
                  </a:cubicBezTo>
                  <a:cubicBezTo>
                    <a:pt x="234" y="123"/>
                    <a:pt x="248" y="136"/>
                    <a:pt x="261" y="151"/>
                  </a:cubicBezTo>
                  <a:cubicBezTo>
                    <a:pt x="275" y="166"/>
                    <a:pt x="290" y="179"/>
                    <a:pt x="301" y="197"/>
                  </a:cubicBezTo>
                  <a:cubicBezTo>
                    <a:pt x="313" y="214"/>
                    <a:pt x="327" y="230"/>
                    <a:pt x="340" y="246"/>
                  </a:cubicBezTo>
                  <a:cubicBezTo>
                    <a:pt x="354" y="264"/>
                    <a:pt x="367" y="282"/>
                    <a:pt x="382" y="299"/>
                  </a:cubicBezTo>
                  <a:cubicBezTo>
                    <a:pt x="381" y="276"/>
                    <a:pt x="378" y="254"/>
                    <a:pt x="372" y="232"/>
                  </a:cubicBezTo>
                  <a:cubicBezTo>
                    <a:pt x="366" y="209"/>
                    <a:pt x="358" y="188"/>
                    <a:pt x="349" y="167"/>
                  </a:cubicBezTo>
                  <a:cubicBezTo>
                    <a:pt x="345" y="157"/>
                    <a:pt x="339" y="147"/>
                    <a:pt x="333" y="138"/>
                  </a:cubicBezTo>
                  <a:cubicBezTo>
                    <a:pt x="327" y="127"/>
                    <a:pt x="321" y="117"/>
                    <a:pt x="315" y="108"/>
                  </a:cubicBezTo>
                  <a:cubicBezTo>
                    <a:pt x="307" y="99"/>
                    <a:pt x="298" y="90"/>
                    <a:pt x="291" y="81"/>
                  </a:cubicBezTo>
                  <a:cubicBezTo>
                    <a:pt x="284" y="72"/>
                    <a:pt x="275" y="63"/>
                    <a:pt x="266" y="56"/>
                  </a:cubicBezTo>
                  <a:cubicBezTo>
                    <a:pt x="227" y="23"/>
                    <a:pt x="181" y="3"/>
                    <a:pt x="130" y="0"/>
                  </a:cubicBezTo>
                  <a:cubicBezTo>
                    <a:pt x="126" y="0"/>
                    <a:pt x="123" y="0"/>
                    <a:pt x="119" y="0"/>
                  </a:cubicBezTo>
                  <a:close/>
                </a:path>
              </a:pathLst>
            </a:custGeom>
            <a:solidFill>
              <a:srgbClr val="6B28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7512;p67"/>
            <p:cNvSpPr/>
            <p:nvPr/>
          </p:nvSpPr>
          <p:spPr>
            <a:xfrm>
              <a:off x="10695175" y="3449463"/>
              <a:ext cx="67350" cy="62600"/>
            </a:xfrm>
            <a:custGeom>
              <a:avLst/>
              <a:gdLst/>
              <a:ahLst/>
              <a:cxnLst/>
              <a:rect l="l" t="t" r="r" b="b"/>
              <a:pathLst>
                <a:path w="2694" h="2504" extrusionOk="0">
                  <a:moveTo>
                    <a:pt x="1593" y="0"/>
                  </a:moveTo>
                  <a:cubicBezTo>
                    <a:pt x="888" y="413"/>
                    <a:pt x="1" y="887"/>
                    <a:pt x="1" y="887"/>
                  </a:cubicBezTo>
                  <a:lnTo>
                    <a:pt x="998" y="2504"/>
                  </a:lnTo>
                  <a:cubicBezTo>
                    <a:pt x="998" y="2504"/>
                    <a:pt x="1963" y="1789"/>
                    <a:pt x="2694" y="1200"/>
                  </a:cubicBezTo>
                  <a:cubicBezTo>
                    <a:pt x="2651" y="862"/>
                    <a:pt x="2348" y="286"/>
                    <a:pt x="15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7513;p67"/>
            <p:cNvSpPr/>
            <p:nvPr/>
          </p:nvSpPr>
          <p:spPr>
            <a:xfrm>
              <a:off x="10714725" y="3495913"/>
              <a:ext cx="9300" cy="13350"/>
            </a:xfrm>
            <a:custGeom>
              <a:avLst/>
              <a:gdLst/>
              <a:ahLst/>
              <a:cxnLst/>
              <a:rect l="l" t="t" r="r" b="b"/>
              <a:pathLst>
                <a:path w="372" h="534" extrusionOk="0">
                  <a:moveTo>
                    <a:pt x="0" y="0"/>
                  </a:moveTo>
                  <a:lnTo>
                    <a:pt x="0" y="0"/>
                  </a:lnTo>
                  <a:cubicBezTo>
                    <a:pt x="33" y="45"/>
                    <a:pt x="63" y="90"/>
                    <a:pt x="93" y="133"/>
                  </a:cubicBezTo>
                  <a:lnTo>
                    <a:pt x="182" y="268"/>
                  </a:lnTo>
                  <a:cubicBezTo>
                    <a:pt x="212" y="313"/>
                    <a:pt x="243" y="358"/>
                    <a:pt x="273" y="403"/>
                  </a:cubicBezTo>
                  <a:cubicBezTo>
                    <a:pt x="304" y="447"/>
                    <a:pt x="336" y="491"/>
                    <a:pt x="371" y="534"/>
                  </a:cubicBezTo>
                  <a:cubicBezTo>
                    <a:pt x="352" y="483"/>
                    <a:pt x="330" y="433"/>
                    <a:pt x="303" y="385"/>
                  </a:cubicBezTo>
                  <a:cubicBezTo>
                    <a:pt x="277" y="337"/>
                    <a:pt x="249" y="289"/>
                    <a:pt x="219" y="245"/>
                  </a:cubicBezTo>
                  <a:cubicBezTo>
                    <a:pt x="188" y="198"/>
                    <a:pt x="155" y="155"/>
                    <a:pt x="119" y="113"/>
                  </a:cubicBezTo>
                  <a:cubicBezTo>
                    <a:pt x="85" y="72"/>
                    <a:pt x="45" y="3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7514;p67"/>
            <p:cNvSpPr/>
            <p:nvPr/>
          </p:nvSpPr>
          <p:spPr>
            <a:xfrm>
              <a:off x="10720950" y="3496788"/>
              <a:ext cx="1850" cy="9625"/>
            </a:xfrm>
            <a:custGeom>
              <a:avLst/>
              <a:gdLst/>
              <a:ahLst/>
              <a:cxnLst/>
              <a:rect l="l" t="t" r="r" b="b"/>
              <a:pathLst>
                <a:path w="74" h="385" extrusionOk="0">
                  <a:moveTo>
                    <a:pt x="0" y="1"/>
                  </a:moveTo>
                  <a:cubicBezTo>
                    <a:pt x="5" y="68"/>
                    <a:pt x="14" y="131"/>
                    <a:pt x="22" y="193"/>
                  </a:cubicBezTo>
                  <a:lnTo>
                    <a:pt x="36" y="287"/>
                  </a:lnTo>
                  <a:cubicBezTo>
                    <a:pt x="40" y="318"/>
                    <a:pt x="45" y="351"/>
                    <a:pt x="52" y="384"/>
                  </a:cubicBezTo>
                  <a:cubicBezTo>
                    <a:pt x="63" y="351"/>
                    <a:pt x="69" y="318"/>
                    <a:pt x="70" y="286"/>
                  </a:cubicBezTo>
                  <a:cubicBezTo>
                    <a:pt x="73" y="253"/>
                    <a:pt x="72" y="220"/>
                    <a:pt x="66" y="187"/>
                  </a:cubicBezTo>
                  <a:cubicBezTo>
                    <a:pt x="61" y="154"/>
                    <a:pt x="54" y="122"/>
                    <a:pt x="43" y="90"/>
                  </a:cubicBezTo>
                  <a:cubicBezTo>
                    <a:pt x="33" y="59"/>
                    <a:pt x="18" y="2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7515;p67"/>
            <p:cNvSpPr/>
            <p:nvPr/>
          </p:nvSpPr>
          <p:spPr>
            <a:xfrm>
              <a:off x="10731125" y="3451738"/>
              <a:ext cx="28500" cy="30100"/>
            </a:xfrm>
            <a:custGeom>
              <a:avLst/>
              <a:gdLst/>
              <a:ahLst/>
              <a:cxnLst/>
              <a:rect l="l" t="t" r="r" b="b"/>
              <a:pathLst>
                <a:path w="1140" h="1204" extrusionOk="0">
                  <a:moveTo>
                    <a:pt x="0" y="0"/>
                  </a:moveTo>
                  <a:cubicBezTo>
                    <a:pt x="131" y="54"/>
                    <a:pt x="255" y="124"/>
                    <a:pt x="368" y="209"/>
                  </a:cubicBezTo>
                  <a:cubicBezTo>
                    <a:pt x="383" y="219"/>
                    <a:pt x="397" y="230"/>
                    <a:pt x="410" y="240"/>
                  </a:cubicBezTo>
                  <a:cubicBezTo>
                    <a:pt x="424" y="252"/>
                    <a:pt x="439" y="262"/>
                    <a:pt x="452" y="273"/>
                  </a:cubicBezTo>
                  <a:cubicBezTo>
                    <a:pt x="477" y="297"/>
                    <a:pt x="504" y="319"/>
                    <a:pt x="530" y="343"/>
                  </a:cubicBezTo>
                  <a:cubicBezTo>
                    <a:pt x="582" y="391"/>
                    <a:pt x="631" y="441"/>
                    <a:pt x="677" y="495"/>
                  </a:cubicBezTo>
                  <a:cubicBezTo>
                    <a:pt x="771" y="601"/>
                    <a:pt x="856" y="713"/>
                    <a:pt x="932" y="832"/>
                  </a:cubicBezTo>
                  <a:cubicBezTo>
                    <a:pt x="1010" y="951"/>
                    <a:pt x="1078" y="1075"/>
                    <a:pt x="1139" y="1203"/>
                  </a:cubicBezTo>
                  <a:cubicBezTo>
                    <a:pt x="1093" y="1068"/>
                    <a:pt x="1034" y="936"/>
                    <a:pt x="962" y="814"/>
                  </a:cubicBezTo>
                  <a:cubicBezTo>
                    <a:pt x="926" y="752"/>
                    <a:pt x="886" y="690"/>
                    <a:pt x="844" y="634"/>
                  </a:cubicBezTo>
                  <a:cubicBezTo>
                    <a:pt x="804" y="576"/>
                    <a:pt x="758" y="519"/>
                    <a:pt x="710" y="465"/>
                  </a:cubicBezTo>
                  <a:cubicBezTo>
                    <a:pt x="616" y="356"/>
                    <a:pt x="507" y="261"/>
                    <a:pt x="388" y="180"/>
                  </a:cubicBezTo>
                  <a:cubicBezTo>
                    <a:pt x="270" y="98"/>
                    <a:pt x="139" y="3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7516;p67"/>
            <p:cNvSpPr/>
            <p:nvPr/>
          </p:nvSpPr>
          <p:spPr>
            <a:xfrm>
              <a:off x="10552700" y="3105138"/>
              <a:ext cx="240300" cy="240325"/>
            </a:xfrm>
            <a:custGeom>
              <a:avLst/>
              <a:gdLst/>
              <a:ahLst/>
              <a:cxnLst/>
              <a:rect l="l" t="t" r="r" b="b"/>
              <a:pathLst>
                <a:path w="9612" h="9613" extrusionOk="0">
                  <a:moveTo>
                    <a:pt x="4805" y="0"/>
                  </a:moveTo>
                  <a:cubicBezTo>
                    <a:pt x="2152" y="0"/>
                    <a:pt x="0" y="2152"/>
                    <a:pt x="0" y="4807"/>
                  </a:cubicBezTo>
                  <a:cubicBezTo>
                    <a:pt x="0" y="7461"/>
                    <a:pt x="2152" y="9613"/>
                    <a:pt x="4805" y="9613"/>
                  </a:cubicBezTo>
                  <a:cubicBezTo>
                    <a:pt x="7459" y="9613"/>
                    <a:pt x="9611" y="7461"/>
                    <a:pt x="9611" y="4807"/>
                  </a:cubicBezTo>
                  <a:cubicBezTo>
                    <a:pt x="9611" y="2152"/>
                    <a:pt x="7459" y="0"/>
                    <a:pt x="48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7517;p67"/>
            <p:cNvSpPr/>
            <p:nvPr/>
          </p:nvSpPr>
          <p:spPr>
            <a:xfrm>
              <a:off x="10608875" y="3327113"/>
              <a:ext cx="16350" cy="13550"/>
            </a:xfrm>
            <a:custGeom>
              <a:avLst/>
              <a:gdLst/>
              <a:ahLst/>
              <a:cxnLst/>
              <a:rect l="l" t="t" r="r" b="b"/>
              <a:pathLst>
                <a:path w="654" h="542" extrusionOk="0">
                  <a:moveTo>
                    <a:pt x="539" y="1"/>
                  </a:moveTo>
                  <a:cubicBezTo>
                    <a:pt x="420" y="1"/>
                    <a:pt x="1" y="252"/>
                    <a:pt x="1" y="252"/>
                  </a:cubicBezTo>
                  <a:cubicBezTo>
                    <a:pt x="1" y="252"/>
                    <a:pt x="21" y="541"/>
                    <a:pt x="158" y="541"/>
                  </a:cubicBezTo>
                  <a:cubicBezTo>
                    <a:pt x="184" y="541"/>
                    <a:pt x="215" y="530"/>
                    <a:pt x="251" y="504"/>
                  </a:cubicBezTo>
                  <a:cubicBezTo>
                    <a:pt x="470" y="344"/>
                    <a:pt x="654" y="15"/>
                    <a:pt x="548" y="1"/>
                  </a:cubicBezTo>
                  <a:cubicBezTo>
                    <a:pt x="545" y="1"/>
                    <a:pt x="542" y="1"/>
                    <a:pt x="539" y="1"/>
                  </a:cubicBez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7518;p67"/>
            <p:cNvSpPr/>
            <p:nvPr/>
          </p:nvSpPr>
          <p:spPr>
            <a:xfrm>
              <a:off x="10719150" y="3327113"/>
              <a:ext cx="16350" cy="13225"/>
            </a:xfrm>
            <a:custGeom>
              <a:avLst/>
              <a:gdLst/>
              <a:ahLst/>
              <a:cxnLst/>
              <a:rect l="l" t="t" r="r" b="b"/>
              <a:pathLst>
                <a:path w="654" h="529" extrusionOk="0">
                  <a:moveTo>
                    <a:pt x="115" y="1"/>
                  </a:moveTo>
                  <a:cubicBezTo>
                    <a:pt x="112" y="1"/>
                    <a:pt x="109" y="1"/>
                    <a:pt x="106" y="1"/>
                  </a:cubicBezTo>
                  <a:cubicBezTo>
                    <a:pt x="1" y="15"/>
                    <a:pt x="199" y="330"/>
                    <a:pt x="420" y="491"/>
                  </a:cubicBezTo>
                  <a:cubicBezTo>
                    <a:pt x="456" y="518"/>
                    <a:pt x="487" y="529"/>
                    <a:pt x="513" y="529"/>
                  </a:cubicBezTo>
                  <a:cubicBezTo>
                    <a:pt x="643" y="529"/>
                    <a:pt x="654" y="252"/>
                    <a:pt x="654" y="252"/>
                  </a:cubicBezTo>
                  <a:cubicBezTo>
                    <a:pt x="654" y="252"/>
                    <a:pt x="234" y="1"/>
                    <a:pt x="115" y="1"/>
                  </a:cubicBezTo>
                  <a:close/>
                </a:path>
              </a:pathLst>
            </a:custGeom>
            <a:solidFill>
              <a:srgbClr val="9C4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7519;p67"/>
            <p:cNvSpPr/>
            <p:nvPr/>
          </p:nvSpPr>
          <p:spPr>
            <a:xfrm>
              <a:off x="10637100" y="3156313"/>
              <a:ext cx="123375" cy="113375"/>
            </a:xfrm>
            <a:custGeom>
              <a:avLst/>
              <a:gdLst/>
              <a:ahLst/>
              <a:cxnLst/>
              <a:rect l="l" t="t" r="r" b="b"/>
              <a:pathLst>
                <a:path w="4935" h="4535" extrusionOk="0">
                  <a:moveTo>
                    <a:pt x="2398" y="684"/>
                  </a:moveTo>
                  <a:cubicBezTo>
                    <a:pt x="2521" y="684"/>
                    <a:pt x="2643" y="699"/>
                    <a:pt x="2762" y="726"/>
                  </a:cubicBezTo>
                  <a:cubicBezTo>
                    <a:pt x="3579" y="918"/>
                    <a:pt x="4104" y="1714"/>
                    <a:pt x="3960" y="2542"/>
                  </a:cubicBezTo>
                  <a:cubicBezTo>
                    <a:pt x="3826" y="3306"/>
                    <a:pt x="3160" y="3851"/>
                    <a:pt x="2401" y="3851"/>
                  </a:cubicBezTo>
                  <a:cubicBezTo>
                    <a:pt x="2340" y="3851"/>
                    <a:pt x="2278" y="3848"/>
                    <a:pt x="2216" y="3841"/>
                  </a:cubicBezTo>
                  <a:cubicBezTo>
                    <a:pt x="1383" y="3744"/>
                    <a:pt x="768" y="3015"/>
                    <a:pt x="818" y="2178"/>
                  </a:cubicBezTo>
                  <a:cubicBezTo>
                    <a:pt x="865" y="1340"/>
                    <a:pt x="1559" y="684"/>
                    <a:pt x="2398" y="684"/>
                  </a:cubicBezTo>
                  <a:close/>
                  <a:moveTo>
                    <a:pt x="2404" y="0"/>
                  </a:moveTo>
                  <a:cubicBezTo>
                    <a:pt x="2197" y="0"/>
                    <a:pt x="1988" y="28"/>
                    <a:pt x="1781" y="87"/>
                  </a:cubicBezTo>
                  <a:cubicBezTo>
                    <a:pt x="694" y="398"/>
                    <a:pt x="0" y="1462"/>
                    <a:pt x="158" y="2582"/>
                  </a:cubicBezTo>
                  <a:cubicBezTo>
                    <a:pt x="315" y="3701"/>
                    <a:pt x="1272" y="4534"/>
                    <a:pt x="2403" y="4534"/>
                  </a:cubicBezTo>
                  <a:cubicBezTo>
                    <a:pt x="2404" y="4534"/>
                    <a:pt x="2405" y="4534"/>
                    <a:pt x="2406" y="4534"/>
                  </a:cubicBezTo>
                  <a:cubicBezTo>
                    <a:pt x="2826" y="4534"/>
                    <a:pt x="3239" y="4416"/>
                    <a:pt x="3599" y="4194"/>
                  </a:cubicBezTo>
                  <a:cubicBezTo>
                    <a:pt x="4559" y="3598"/>
                    <a:pt x="4935" y="2384"/>
                    <a:pt x="4477" y="1349"/>
                  </a:cubicBezTo>
                  <a:cubicBezTo>
                    <a:pt x="4106" y="512"/>
                    <a:pt x="3282" y="0"/>
                    <a:pt x="24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7520;p67"/>
            <p:cNvSpPr/>
            <p:nvPr/>
          </p:nvSpPr>
          <p:spPr>
            <a:xfrm>
              <a:off x="10591850" y="3229713"/>
              <a:ext cx="74200" cy="51400"/>
            </a:xfrm>
            <a:custGeom>
              <a:avLst/>
              <a:gdLst/>
              <a:ahLst/>
              <a:cxnLst/>
              <a:rect l="l" t="t" r="r" b="b"/>
              <a:pathLst>
                <a:path w="2968" h="2056" extrusionOk="0">
                  <a:moveTo>
                    <a:pt x="2576" y="0"/>
                  </a:moveTo>
                  <a:cubicBezTo>
                    <a:pt x="2514" y="0"/>
                    <a:pt x="2451" y="17"/>
                    <a:pt x="2395" y="52"/>
                  </a:cubicBezTo>
                  <a:lnTo>
                    <a:pt x="191" y="1419"/>
                  </a:lnTo>
                  <a:cubicBezTo>
                    <a:pt x="61" y="1500"/>
                    <a:pt x="0" y="1658"/>
                    <a:pt x="42" y="1805"/>
                  </a:cubicBezTo>
                  <a:cubicBezTo>
                    <a:pt x="84" y="1953"/>
                    <a:pt x="219" y="2056"/>
                    <a:pt x="373" y="2056"/>
                  </a:cubicBezTo>
                  <a:cubicBezTo>
                    <a:pt x="437" y="2056"/>
                    <a:pt x="500" y="2038"/>
                    <a:pt x="555" y="2004"/>
                  </a:cubicBezTo>
                  <a:lnTo>
                    <a:pt x="2757" y="636"/>
                  </a:lnTo>
                  <a:cubicBezTo>
                    <a:pt x="2918" y="536"/>
                    <a:pt x="2968" y="325"/>
                    <a:pt x="2868" y="164"/>
                  </a:cubicBezTo>
                  <a:cubicBezTo>
                    <a:pt x="2803" y="58"/>
                    <a:pt x="2690" y="0"/>
                    <a:pt x="2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7521;p67"/>
            <p:cNvSpPr/>
            <p:nvPr/>
          </p:nvSpPr>
          <p:spPr>
            <a:xfrm>
              <a:off x="10590950" y="3209738"/>
              <a:ext cx="73300" cy="84650"/>
            </a:xfrm>
            <a:custGeom>
              <a:avLst/>
              <a:gdLst/>
              <a:ahLst/>
              <a:cxnLst/>
              <a:rect l="l" t="t" r="r" b="b"/>
              <a:pathLst>
                <a:path w="2932" h="3386" extrusionOk="0">
                  <a:moveTo>
                    <a:pt x="889" y="0"/>
                  </a:moveTo>
                  <a:cubicBezTo>
                    <a:pt x="736" y="0"/>
                    <a:pt x="597" y="103"/>
                    <a:pt x="558" y="259"/>
                  </a:cubicBezTo>
                  <a:lnTo>
                    <a:pt x="44" y="2451"/>
                  </a:lnTo>
                  <a:cubicBezTo>
                    <a:pt x="0" y="2636"/>
                    <a:pt x="115" y="2821"/>
                    <a:pt x="300" y="2864"/>
                  </a:cubicBezTo>
                  <a:lnTo>
                    <a:pt x="2492" y="3377"/>
                  </a:lnTo>
                  <a:cubicBezTo>
                    <a:pt x="2517" y="3383"/>
                    <a:pt x="2544" y="3386"/>
                    <a:pt x="2571" y="3386"/>
                  </a:cubicBezTo>
                  <a:cubicBezTo>
                    <a:pt x="2746" y="3386"/>
                    <a:pt x="2892" y="3254"/>
                    <a:pt x="2913" y="3082"/>
                  </a:cubicBezTo>
                  <a:cubicBezTo>
                    <a:pt x="2932" y="2907"/>
                    <a:pt x="2819" y="2747"/>
                    <a:pt x="2649" y="2707"/>
                  </a:cubicBezTo>
                  <a:lnTo>
                    <a:pt x="792" y="2272"/>
                  </a:lnTo>
                  <a:lnTo>
                    <a:pt x="1228" y="415"/>
                  </a:lnTo>
                  <a:cubicBezTo>
                    <a:pt x="1266" y="232"/>
                    <a:pt x="1152" y="51"/>
                    <a:pt x="970" y="10"/>
                  </a:cubicBezTo>
                  <a:cubicBezTo>
                    <a:pt x="943" y="3"/>
                    <a:pt x="916" y="0"/>
                    <a:pt x="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7522;p67"/>
            <p:cNvSpPr/>
            <p:nvPr/>
          </p:nvSpPr>
          <p:spPr>
            <a:xfrm>
              <a:off x="10168600" y="3424063"/>
              <a:ext cx="231175" cy="39925"/>
            </a:xfrm>
            <a:custGeom>
              <a:avLst/>
              <a:gdLst/>
              <a:ahLst/>
              <a:cxnLst/>
              <a:rect l="l" t="t" r="r" b="b"/>
              <a:pathLst>
                <a:path w="9247" h="1597" extrusionOk="0">
                  <a:moveTo>
                    <a:pt x="787" y="1"/>
                  </a:moveTo>
                  <a:cubicBezTo>
                    <a:pt x="351" y="8"/>
                    <a:pt x="1" y="363"/>
                    <a:pt x="1" y="798"/>
                  </a:cubicBezTo>
                  <a:cubicBezTo>
                    <a:pt x="1" y="1234"/>
                    <a:pt x="351" y="1589"/>
                    <a:pt x="787" y="1596"/>
                  </a:cubicBezTo>
                  <a:lnTo>
                    <a:pt x="8460" y="1596"/>
                  </a:lnTo>
                  <a:cubicBezTo>
                    <a:pt x="8896" y="1589"/>
                    <a:pt x="9246" y="1234"/>
                    <a:pt x="9246" y="798"/>
                  </a:cubicBezTo>
                  <a:cubicBezTo>
                    <a:pt x="9246" y="363"/>
                    <a:pt x="8896" y="8"/>
                    <a:pt x="84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7523;p67"/>
            <p:cNvSpPr/>
            <p:nvPr/>
          </p:nvSpPr>
          <p:spPr>
            <a:xfrm>
              <a:off x="10168600" y="3521963"/>
              <a:ext cx="231175" cy="39900"/>
            </a:xfrm>
            <a:custGeom>
              <a:avLst/>
              <a:gdLst/>
              <a:ahLst/>
              <a:cxnLst/>
              <a:rect l="l" t="t" r="r" b="b"/>
              <a:pathLst>
                <a:path w="9247" h="1596" extrusionOk="0">
                  <a:moveTo>
                    <a:pt x="787" y="0"/>
                  </a:moveTo>
                  <a:cubicBezTo>
                    <a:pt x="351" y="8"/>
                    <a:pt x="1" y="363"/>
                    <a:pt x="1" y="798"/>
                  </a:cubicBezTo>
                  <a:cubicBezTo>
                    <a:pt x="1" y="1234"/>
                    <a:pt x="351" y="1589"/>
                    <a:pt x="787" y="1596"/>
                  </a:cubicBezTo>
                  <a:lnTo>
                    <a:pt x="8460" y="1596"/>
                  </a:lnTo>
                  <a:cubicBezTo>
                    <a:pt x="8896" y="1589"/>
                    <a:pt x="9246" y="1234"/>
                    <a:pt x="9246" y="798"/>
                  </a:cubicBezTo>
                  <a:cubicBezTo>
                    <a:pt x="9246" y="363"/>
                    <a:pt x="8896" y="8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7524;p67"/>
            <p:cNvSpPr/>
            <p:nvPr/>
          </p:nvSpPr>
          <p:spPr>
            <a:xfrm>
              <a:off x="9887000" y="3365488"/>
              <a:ext cx="10575" cy="29825"/>
            </a:xfrm>
            <a:custGeom>
              <a:avLst/>
              <a:gdLst/>
              <a:ahLst/>
              <a:cxnLst/>
              <a:rect l="l" t="t" r="r" b="b"/>
              <a:pathLst>
                <a:path w="423" h="1193" extrusionOk="0">
                  <a:moveTo>
                    <a:pt x="40" y="1"/>
                  </a:moveTo>
                  <a:cubicBezTo>
                    <a:pt x="38" y="1"/>
                    <a:pt x="36" y="1"/>
                    <a:pt x="35" y="1"/>
                  </a:cubicBezTo>
                  <a:cubicBezTo>
                    <a:pt x="14" y="5"/>
                    <a:pt x="0" y="25"/>
                    <a:pt x="3" y="46"/>
                  </a:cubicBezTo>
                  <a:lnTo>
                    <a:pt x="118" y="881"/>
                  </a:lnTo>
                  <a:cubicBezTo>
                    <a:pt x="120" y="899"/>
                    <a:pt x="134" y="912"/>
                    <a:pt x="152" y="913"/>
                  </a:cubicBezTo>
                  <a:cubicBezTo>
                    <a:pt x="209" y="915"/>
                    <a:pt x="307" y="934"/>
                    <a:pt x="334" y="976"/>
                  </a:cubicBezTo>
                  <a:cubicBezTo>
                    <a:pt x="343" y="988"/>
                    <a:pt x="345" y="1003"/>
                    <a:pt x="339" y="1016"/>
                  </a:cubicBezTo>
                  <a:cubicBezTo>
                    <a:pt x="311" y="1107"/>
                    <a:pt x="194" y="1115"/>
                    <a:pt x="149" y="1115"/>
                  </a:cubicBezTo>
                  <a:cubicBezTo>
                    <a:pt x="138" y="1115"/>
                    <a:pt x="132" y="1115"/>
                    <a:pt x="131" y="1115"/>
                  </a:cubicBezTo>
                  <a:cubicBezTo>
                    <a:pt x="130" y="1115"/>
                    <a:pt x="128" y="1114"/>
                    <a:pt x="127" y="1114"/>
                  </a:cubicBezTo>
                  <a:cubicBezTo>
                    <a:pt x="108" y="1114"/>
                    <a:pt x="93" y="1130"/>
                    <a:pt x="91" y="1149"/>
                  </a:cubicBezTo>
                  <a:cubicBezTo>
                    <a:pt x="90" y="1170"/>
                    <a:pt x="105" y="1189"/>
                    <a:pt x="126" y="1191"/>
                  </a:cubicBezTo>
                  <a:cubicBezTo>
                    <a:pt x="127" y="1192"/>
                    <a:pt x="137" y="1192"/>
                    <a:pt x="152" y="1192"/>
                  </a:cubicBezTo>
                  <a:cubicBezTo>
                    <a:pt x="216" y="1192"/>
                    <a:pt x="369" y="1177"/>
                    <a:pt x="410" y="1040"/>
                  </a:cubicBezTo>
                  <a:cubicBezTo>
                    <a:pt x="422" y="1004"/>
                    <a:pt x="416" y="964"/>
                    <a:pt x="395" y="931"/>
                  </a:cubicBezTo>
                  <a:cubicBezTo>
                    <a:pt x="351" y="864"/>
                    <a:pt x="242" y="843"/>
                    <a:pt x="187" y="837"/>
                  </a:cubicBezTo>
                  <a:lnTo>
                    <a:pt x="76" y="34"/>
                  </a:lnTo>
                  <a:cubicBezTo>
                    <a:pt x="75" y="15"/>
                    <a:pt x="59" y="1"/>
                    <a:pt x="4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7525;p67"/>
            <p:cNvSpPr/>
            <p:nvPr/>
          </p:nvSpPr>
          <p:spPr>
            <a:xfrm>
              <a:off x="9865975" y="3370638"/>
              <a:ext cx="8400" cy="8750"/>
            </a:xfrm>
            <a:custGeom>
              <a:avLst/>
              <a:gdLst/>
              <a:ahLst/>
              <a:cxnLst/>
              <a:rect l="l" t="t" r="r" b="b"/>
              <a:pathLst>
                <a:path w="336" h="350" extrusionOk="0">
                  <a:moveTo>
                    <a:pt x="167" y="1"/>
                  </a:moveTo>
                  <a:cubicBezTo>
                    <a:pt x="75" y="1"/>
                    <a:pt x="0" y="78"/>
                    <a:pt x="0" y="175"/>
                  </a:cubicBezTo>
                  <a:cubicBezTo>
                    <a:pt x="0" y="272"/>
                    <a:pt x="75" y="350"/>
                    <a:pt x="167" y="350"/>
                  </a:cubicBezTo>
                  <a:cubicBezTo>
                    <a:pt x="260" y="350"/>
                    <a:pt x="336" y="272"/>
                    <a:pt x="336" y="175"/>
                  </a:cubicBezTo>
                  <a:cubicBezTo>
                    <a:pt x="336" y="78"/>
                    <a:pt x="260" y="1"/>
                    <a:pt x="167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7526;p67"/>
            <p:cNvSpPr/>
            <p:nvPr/>
          </p:nvSpPr>
          <p:spPr>
            <a:xfrm>
              <a:off x="9906225" y="3370338"/>
              <a:ext cx="8425" cy="8800"/>
            </a:xfrm>
            <a:custGeom>
              <a:avLst/>
              <a:gdLst/>
              <a:ahLst/>
              <a:cxnLst/>
              <a:rect l="l" t="t" r="r" b="b"/>
              <a:pathLst>
                <a:path w="337" h="352" extrusionOk="0">
                  <a:moveTo>
                    <a:pt x="169" y="1"/>
                  </a:moveTo>
                  <a:cubicBezTo>
                    <a:pt x="77" y="1"/>
                    <a:pt x="1" y="80"/>
                    <a:pt x="1" y="177"/>
                  </a:cubicBezTo>
                  <a:cubicBezTo>
                    <a:pt x="1" y="272"/>
                    <a:pt x="77" y="351"/>
                    <a:pt x="169" y="351"/>
                  </a:cubicBezTo>
                  <a:cubicBezTo>
                    <a:pt x="262" y="351"/>
                    <a:pt x="336" y="272"/>
                    <a:pt x="336" y="177"/>
                  </a:cubicBezTo>
                  <a:cubicBezTo>
                    <a:pt x="336" y="80"/>
                    <a:pt x="262" y="1"/>
                    <a:pt x="169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7" name="Google Shape;7527;p67"/>
            <p:cNvSpPr/>
            <p:nvPr/>
          </p:nvSpPr>
          <p:spPr>
            <a:xfrm>
              <a:off x="9878450" y="3404438"/>
              <a:ext cx="17750" cy="3875"/>
            </a:xfrm>
            <a:custGeom>
              <a:avLst/>
              <a:gdLst/>
              <a:ahLst/>
              <a:cxnLst/>
              <a:rect l="l" t="t" r="r" b="b"/>
              <a:pathLst>
                <a:path w="710" h="155" extrusionOk="0">
                  <a:moveTo>
                    <a:pt x="44" y="0"/>
                  </a:moveTo>
                  <a:cubicBezTo>
                    <a:pt x="31" y="0"/>
                    <a:pt x="18" y="7"/>
                    <a:pt x="11" y="18"/>
                  </a:cubicBezTo>
                  <a:cubicBezTo>
                    <a:pt x="1" y="37"/>
                    <a:pt x="7" y="61"/>
                    <a:pt x="25" y="71"/>
                  </a:cubicBezTo>
                  <a:cubicBezTo>
                    <a:pt x="31" y="76"/>
                    <a:pt x="157" y="155"/>
                    <a:pt x="388" y="155"/>
                  </a:cubicBezTo>
                  <a:cubicBezTo>
                    <a:pt x="485" y="155"/>
                    <a:pt x="582" y="141"/>
                    <a:pt x="676" y="117"/>
                  </a:cubicBezTo>
                  <a:cubicBezTo>
                    <a:pt x="697" y="113"/>
                    <a:pt x="709" y="92"/>
                    <a:pt x="705" y="71"/>
                  </a:cubicBezTo>
                  <a:cubicBezTo>
                    <a:pt x="701" y="53"/>
                    <a:pt x="685" y="42"/>
                    <a:pt x="668" y="42"/>
                  </a:cubicBezTo>
                  <a:cubicBezTo>
                    <a:pt x="665" y="42"/>
                    <a:pt x="663" y="42"/>
                    <a:pt x="660" y="43"/>
                  </a:cubicBezTo>
                  <a:cubicBezTo>
                    <a:pt x="559" y="67"/>
                    <a:pt x="470" y="76"/>
                    <a:pt x="393" y="76"/>
                  </a:cubicBezTo>
                  <a:cubicBezTo>
                    <a:pt x="180" y="76"/>
                    <a:pt x="64" y="7"/>
                    <a:pt x="63" y="6"/>
                  </a:cubicBezTo>
                  <a:cubicBezTo>
                    <a:pt x="57" y="2"/>
                    <a:pt x="51" y="0"/>
                    <a:pt x="4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8" name="Google Shape;7528;p67"/>
            <p:cNvSpPr/>
            <p:nvPr/>
          </p:nvSpPr>
          <p:spPr>
            <a:xfrm>
              <a:off x="9859475" y="3361213"/>
              <a:ext cx="21400" cy="7825"/>
            </a:xfrm>
            <a:custGeom>
              <a:avLst/>
              <a:gdLst/>
              <a:ahLst/>
              <a:cxnLst/>
              <a:rect l="l" t="t" r="r" b="b"/>
              <a:pathLst>
                <a:path w="856" h="313" extrusionOk="0">
                  <a:moveTo>
                    <a:pt x="604" y="1"/>
                  </a:moveTo>
                  <a:cubicBezTo>
                    <a:pt x="418" y="1"/>
                    <a:pt x="169" y="57"/>
                    <a:pt x="1" y="312"/>
                  </a:cubicBezTo>
                  <a:cubicBezTo>
                    <a:pt x="1" y="312"/>
                    <a:pt x="241" y="125"/>
                    <a:pt x="547" y="125"/>
                  </a:cubicBezTo>
                  <a:cubicBezTo>
                    <a:pt x="645" y="125"/>
                    <a:pt x="749" y="144"/>
                    <a:pt x="855" y="194"/>
                  </a:cubicBezTo>
                  <a:lnTo>
                    <a:pt x="855" y="35"/>
                  </a:lnTo>
                  <a:cubicBezTo>
                    <a:pt x="855" y="35"/>
                    <a:pt x="749" y="1"/>
                    <a:pt x="604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9" name="Google Shape;7529;p67"/>
            <p:cNvSpPr/>
            <p:nvPr/>
          </p:nvSpPr>
          <p:spPr>
            <a:xfrm>
              <a:off x="9899675" y="3361213"/>
              <a:ext cx="21575" cy="7825"/>
            </a:xfrm>
            <a:custGeom>
              <a:avLst/>
              <a:gdLst/>
              <a:ahLst/>
              <a:cxnLst/>
              <a:rect l="l" t="t" r="r" b="b"/>
              <a:pathLst>
                <a:path w="863" h="313" extrusionOk="0">
                  <a:moveTo>
                    <a:pt x="254" y="1"/>
                  </a:moveTo>
                  <a:cubicBezTo>
                    <a:pt x="108" y="1"/>
                    <a:pt x="0" y="35"/>
                    <a:pt x="0" y="35"/>
                  </a:cubicBezTo>
                  <a:lnTo>
                    <a:pt x="0" y="194"/>
                  </a:lnTo>
                  <a:cubicBezTo>
                    <a:pt x="107" y="144"/>
                    <a:pt x="212" y="125"/>
                    <a:pt x="311" y="125"/>
                  </a:cubicBezTo>
                  <a:cubicBezTo>
                    <a:pt x="620" y="125"/>
                    <a:pt x="862" y="312"/>
                    <a:pt x="862" y="312"/>
                  </a:cubicBezTo>
                  <a:cubicBezTo>
                    <a:pt x="692" y="57"/>
                    <a:pt x="441" y="1"/>
                    <a:pt x="254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0" name="Google Shape;7530;p67"/>
            <p:cNvSpPr/>
            <p:nvPr/>
          </p:nvSpPr>
          <p:spPr>
            <a:xfrm>
              <a:off x="9858625" y="3369188"/>
              <a:ext cx="21950" cy="5400"/>
            </a:xfrm>
            <a:custGeom>
              <a:avLst/>
              <a:gdLst/>
              <a:ahLst/>
              <a:cxnLst/>
              <a:rect l="l" t="t" r="r" b="b"/>
              <a:pathLst>
                <a:path w="878" h="216" extrusionOk="0">
                  <a:moveTo>
                    <a:pt x="472" y="0"/>
                  </a:moveTo>
                  <a:cubicBezTo>
                    <a:pt x="200" y="0"/>
                    <a:pt x="29" y="138"/>
                    <a:pt x="20" y="147"/>
                  </a:cubicBezTo>
                  <a:cubicBezTo>
                    <a:pt x="3" y="160"/>
                    <a:pt x="0" y="184"/>
                    <a:pt x="14" y="200"/>
                  </a:cubicBezTo>
                  <a:cubicBezTo>
                    <a:pt x="20" y="209"/>
                    <a:pt x="32" y="215"/>
                    <a:pt x="42" y="215"/>
                  </a:cubicBezTo>
                  <a:cubicBezTo>
                    <a:pt x="51" y="215"/>
                    <a:pt x="59" y="212"/>
                    <a:pt x="65" y="208"/>
                  </a:cubicBezTo>
                  <a:cubicBezTo>
                    <a:pt x="74" y="200"/>
                    <a:pt x="227" y="77"/>
                    <a:pt x="473" y="77"/>
                  </a:cubicBezTo>
                  <a:cubicBezTo>
                    <a:pt x="574" y="77"/>
                    <a:pt x="691" y="98"/>
                    <a:pt x="821" y="157"/>
                  </a:cubicBezTo>
                  <a:cubicBezTo>
                    <a:pt x="825" y="159"/>
                    <a:pt x="830" y="161"/>
                    <a:pt x="835" y="161"/>
                  </a:cubicBezTo>
                  <a:cubicBezTo>
                    <a:pt x="849" y="161"/>
                    <a:pt x="863" y="152"/>
                    <a:pt x="870" y="138"/>
                  </a:cubicBezTo>
                  <a:cubicBezTo>
                    <a:pt x="877" y="118"/>
                    <a:pt x="870" y="96"/>
                    <a:pt x="850" y="87"/>
                  </a:cubicBezTo>
                  <a:cubicBezTo>
                    <a:pt x="710" y="23"/>
                    <a:pt x="583" y="0"/>
                    <a:pt x="47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1" name="Google Shape;7531;p67"/>
            <p:cNvSpPr/>
            <p:nvPr/>
          </p:nvSpPr>
          <p:spPr>
            <a:xfrm>
              <a:off x="9900575" y="3368888"/>
              <a:ext cx="21925" cy="5425"/>
            </a:xfrm>
            <a:custGeom>
              <a:avLst/>
              <a:gdLst/>
              <a:ahLst/>
              <a:cxnLst/>
              <a:rect l="l" t="t" r="r" b="b"/>
              <a:pathLst>
                <a:path w="877" h="217" extrusionOk="0">
                  <a:moveTo>
                    <a:pt x="471" y="0"/>
                  </a:moveTo>
                  <a:cubicBezTo>
                    <a:pt x="199" y="0"/>
                    <a:pt x="29" y="138"/>
                    <a:pt x="19" y="147"/>
                  </a:cubicBezTo>
                  <a:cubicBezTo>
                    <a:pt x="3" y="160"/>
                    <a:pt x="0" y="184"/>
                    <a:pt x="13" y="202"/>
                  </a:cubicBezTo>
                  <a:cubicBezTo>
                    <a:pt x="19" y="211"/>
                    <a:pt x="30" y="215"/>
                    <a:pt x="42" y="217"/>
                  </a:cubicBezTo>
                  <a:cubicBezTo>
                    <a:pt x="51" y="215"/>
                    <a:pt x="58" y="212"/>
                    <a:pt x="64" y="208"/>
                  </a:cubicBezTo>
                  <a:cubicBezTo>
                    <a:pt x="66" y="206"/>
                    <a:pt x="222" y="79"/>
                    <a:pt x="472" y="79"/>
                  </a:cubicBezTo>
                  <a:cubicBezTo>
                    <a:pt x="573" y="79"/>
                    <a:pt x="690" y="100"/>
                    <a:pt x="819" y="159"/>
                  </a:cubicBezTo>
                  <a:cubicBezTo>
                    <a:pt x="823" y="160"/>
                    <a:pt x="828" y="161"/>
                    <a:pt x="833" y="161"/>
                  </a:cubicBezTo>
                  <a:cubicBezTo>
                    <a:pt x="848" y="161"/>
                    <a:pt x="862" y="153"/>
                    <a:pt x="868" y="138"/>
                  </a:cubicBezTo>
                  <a:cubicBezTo>
                    <a:pt x="877" y="118"/>
                    <a:pt x="868" y="96"/>
                    <a:pt x="850" y="87"/>
                  </a:cubicBezTo>
                  <a:cubicBezTo>
                    <a:pt x="709" y="23"/>
                    <a:pt x="582" y="0"/>
                    <a:pt x="47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2" name="Google Shape;7532;p67"/>
            <p:cNvSpPr/>
            <p:nvPr/>
          </p:nvSpPr>
          <p:spPr>
            <a:xfrm>
              <a:off x="9857200" y="3383688"/>
              <a:ext cx="9200" cy="6950"/>
            </a:xfrm>
            <a:custGeom>
              <a:avLst/>
              <a:gdLst/>
              <a:ahLst/>
              <a:cxnLst/>
              <a:rect l="l" t="t" r="r" b="b"/>
              <a:pathLst>
                <a:path w="368" h="278" extrusionOk="0">
                  <a:moveTo>
                    <a:pt x="184" y="1"/>
                  </a:moveTo>
                  <a:cubicBezTo>
                    <a:pt x="83" y="1"/>
                    <a:pt x="1" y="63"/>
                    <a:pt x="1" y="139"/>
                  </a:cubicBezTo>
                  <a:cubicBezTo>
                    <a:pt x="1" y="217"/>
                    <a:pt x="83" y="278"/>
                    <a:pt x="184" y="278"/>
                  </a:cubicBezTo>
                  <a:cubicBezTo>
                    <a:pt x="286" y="278"/>
                    <a:pt x="368" y="217"/>
                    <a:pt x="368" y="139"/>
                  </a:cubicBezTo>
                  <a:cubicBezTo>
                    <a:pt x="368" y="63"/>
                    <a:pt x="286" y="1"/>
                    <a:pt x="184" y="1"/>
                  </a:cubicBezTo>
                  <a:close/>
                </a:path>
              </a:pathLst>
            </a:custGeom>
            <a:solidFill>
              <a:srgbClr val="FF91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3" name="Google Shape;7533;p67"/>
            <p:cNvSpPr/>
            <p:nvPr/>
          </p:nvSpPr>
          <p:spPr>
            <a:xfrm>
              <a:off x="9915300" y="3383688"/>
              <a:ext cx="9225" cy="6950"/>
            </a:xfrm>
            <a:custGeom>
              <a:avLst/>
              <a:gdLst/>
              <a:ahLst/>
              <a:cxnLst/>
              <a:rect l="l" t="t" r="r" b="b"/>
              <a:pathLst>
                <a:path w="369" h="278" extrusionOk="0">
                  <a:moveTo>
                    <a:pt x="185" y="1"/>
                  </a:moveTo>
                  <a:cubicBezTo>
                    <a:pt x="84" y="1"/>
                    <a:pt x="0" y="63"/>
                    <a:pt x="0" y="139"/>
                  </a:cubicBezTo>
                  <a:cubicBezTo>
                    <a:pt x="0" y="217"/>
                    <a:pt x="84" y="278"/>
                    <a:pt x="185" y="278"/>
                  </a:cubicBezTo>
                  <a:cubicBezTo>
                    <a:pt x="286" y="278"/>
                    <a:pt x="368" y="217"/>
                    <a:pt x="368" y="139"/>
                  </a:cubicBezTo>
                  <a:cubicBezTo>
                    <a:pt x="368" y="63"/>
                    <a:pt x="286" y="1"/>
                    <a:pt x="185" y="1"/>
                  </a:cubicBezTo>
                  <a:close/>
                </a:path>
              </a:pathLst>
            </a:custGeom>
            <a:solidFill>
              <a:srgbClr val="FF91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4" name="Google Shape;7534;p67"/>
            <p:cNvSpPr/>
            <p:nvPr/>
          </p:nvSpPr>
          <p:spPr>
            <a:xfrm>
              <a:off x="10644625" y="3416188"/>
              <a:ext cx="9200" cy="7000"/>
            </a:xfrm>
            <a:custGeom>
              <a:avLst/>
              <a:gdLst/>
              <a:ahLst/>
              <a:cxnLst/>
              <a:rect l="l" t="t" r="r" b="b"/>
              <a:pathLst>
                <a:path w="368" h="280" extrusionOk="0">
                  <a:moveTo>
                    <a:pt x="184" y="1"/>
                  </a:moveTo>
                  <a:cubicBezTo>
                    <a:pt x="83" y="1"/>
                    <a:pt x="1" y="62"/>
                    <a:pt x="1" y="140"/>
                  </a:cubicBezTo>
                  <a:cubicBezTo>
                    <a:pt x="1" y="217"/>
                    <a:pt x="83" y="280"/>
                    <a:pt x="184" y="280"/>
                  </a:cubicBezTo>
                  <a:cubicBezTo>
                    <a:pt x="285" y="280"/>
                    <a:pt x="367" y="217"/>
                    <a:pt x="367" y="140"/>
                  </a:cubicBezTo>
                  <a:cubicBezTo>
                    <a:pt x="367" y="64"/>
                    <a:pt x="285" y="1"/>
                    <a:pt x="184" y="1"/>
                  </a:cubicBezTo>
                  <a:close/>
                </a:path>
              </a:pathLst>
            </a:custGeom>
            <a:solidFill>
              <a:srgbClr val="F54B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5" name="Google Shape;7535;p67"/>
            <p:cNvSpPr/>
            <p:nvPr/>
          </p:nvSpPr>
          <p:spPr>
            <a:xfrm>
              <a:off x="10695525" y="3416188"/>
              <a:ext cx="9175" cy="7000"/>
            </a:xfrm>
            <a:custGeom>
              <a:avLst/>
              <a:gdLst/>
              <a:ahLst/>
              <a:cxnLst/>
              <a:rect l="l" t="t" r="r" b="b"/>
              <a:pathLst>
                <a:path w="367" h="280" extrusionOk="0">
                  <a:moveTo>
                    <a:pt x="184" y="1"/>
                  </a:moveTo>
                  <a:cubicBezTo>
                    <a:pt x="82" y="1"/>
                    <a:pt x="0" y="62"/>
                    <a:pt x="0" y="140"/>
                  </a:cubicBezTo>
                  <a:cubicBezTo>
                    <a:pt x="0" y="217"/>
                    <a:pt x="82" y="280"/>
                    <a:pt x="184" y="280"/>
                  </a:cubicBezTo>
                  <a:cubicBezTo>
                    <a:pt x="285" y="280"/>
                    <a:pt x="367" y="217"/>
                    <a:pt x="367" y="140"/>
                  </a:cubicBezTo>
                  <a:cubicBezTo>
                    <a:pt x="367" y="64"/>
                    <a:pt x="285" y="1"/>
                    <a:pt x="184" y="1"/>
                  </a:cubicBezTo>
                  <a:close/>
                </a:path>
              </a:pathLst>
            </a:custGeom>
            <a:solidFill>
              <a:srgbClr val="F54B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6" name="Google Shape;7536;p67"/>
            <p:cNvSpPr/>
            <p:nvPr/>
          </p:nvSpPr>
          <p:spPr>
            <a:xfrm>
              <a:off x="10651550" y="3405138"/>
              <a:ext cx="8675" cy="7650"/>
            </a:xfrm>
            <a:custGeom>
              <a:avLst/>
              <a:gdLst/>
              <a:ahLst/>
              <a:cxnLst/>
              <a:rect l="l" t="t" r="r" b="b"/>
              <a:pathLst>
                <a:path w="347" h="306" extrusionOk="0">
                  <a:moveTo>
                    <a:pt x="174" y="1"/>
                  </a:moveTo>
                  <a:cubicBezTo>
                    <a:pt x="114" y="1"/>
                    <a:pt x="57" y="36"/>
                    <a:pt x="32" y="95"/>
                  </a:cubicBezTo>
                  <a:cubicBezTo>
                    <a:pt x="1" y="173"/>
                    <a:pt x="37" y="262"/>
                    <a:pt x="116" y="294"/>
                  </a:cubicBezTo>
                  <a:cubicBezTo>
                    <a:pt x="135" y="302"/>
                    <a:pt x="155" y="306"/>
                    <a:pt x="174" y="306"/>
                  </a:cubicBezTo>
                  <a:cubicBezTo>
                    <a:pt x="234" y="306"/>
                    <a:pt x="291" y="270"/>
                    <a:pt x="314" y="212"/>
                  </a:cubicBezTo>
                  <a:cubicBezTo>
                    <a:pt x="347" y="134"/>
                    <a:pt x="310" y="45"/>
                    <a:pt x="232" y="12"/>
                  </a:cubicBezTo>
                  <a:cubicBezTo>
                    <a:pt x="213" y="4"/>
                    <a:pt x="194" y="1"/>
                    <a:pt x="174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7" name="Google Shape;7537;p67"/>
            <p:cNvSpPr/>
            <p:nvPr/>
          </p:nvSpPr>
          <p:spPr>
            <a:xfrm>
              <a:off x="10689950" y="3405138"/>
              <a:ext cx="8725" cy="7675"/>
            </a:xfrm>
            <a:custGeom>
              <a:avLst/>
              <a:gdLst/>
              <a:ahLst/>
              <a:cxnLst/>
              <a:rect l="l" t="t" r="r" b="b"/>
              <a:pathLst>
                <a:path w="349" h="307" extrusionOk="0">
                  <a:moveTo>
                    <a:pt x="175" y="1"/>
                  </a:moveTo>
                  <a:cubicBezTo>
                    <a:pt x="115" y="1"/>
                    <a:pt x="58" y="37"/>
                    <a:pt x="34" y="95"/>
                  </a:cubicBezTo>
                  <a:cubicBezTo>
                    <a:pt x="1" y="173"/>
                    <a:pt x="38" y="262"/>
                    <a:pt x="116" y="295"/>
                  </a:cubicBezTo>
                  <a:cubicBezTo>
                    <a:pt x="134" y="303"/>
                    <a:pt x="154" y="306"/>
                    <a:pt x="173" y="306"/>
                  </a:cubicBezTo>
                  <a:cubicBezTo>
                    <a:pt x="233" y="306"/>
                    <a:pt x="291" y="271"/>
                    <a:pt x="316" y="212"/>
                  </a:cubicBezTo>
                  <a:cubicBezTo>
                    <a:pt x="348" y="134"/>
                    <a:pt x="311" y="45"/>
                    <a:pt x="232" y="12"/>
                  </a:cubicBezTo>
                  <a:cubicBezTo>
                    <a:pt x="213" y="4"/>
                    <a:pt x="194" y="1"/>
                    <a:pt x="175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8" name="Google Shape;7538;p67"/>
            <p:cNvSpPr/>
            <p:nvPr/>
          </p:nvSpPr>
          <p:spPr>
            <a:xfrm>
              <a:off x="10663875" y="3445213"/>
              <a:ext cx="16750" cy="3450"/>
            </a:xfrm>
            <a:custGeom>
              <a:avLst/>
              <a:gdLst/>
              <a:ahLst/>
              <a:cxnLst/>
              <a:rect l="l" t="t" r="r" b="b"/>
              <a:pathLst>
                <a:path w="670" h="138" extrusionOk="0">
                  <a:moveTo>
                    <a:pt x="50" y="0"/>
                  </a:moveTo>
                  <a:cubicBezTo>
                    <a:pt x="20" y="0"/>
                    <a:pt x="0" y="46"/>
                    <a:pt x="36" y="64"/>
                  </a:cubicBezTo>
                  <a:cubicBezTo>
                    <a:pt x="42" y="69"/>
                    <a:pt x="157" y="137"/>
                    <a:pt x="367" y="137"/>
                  </a:cubicBezTo>
                  <a:cubicBezTo>
                    <a:pt x="455" y="136"/>
                    <a:pt x="544" y="125"/>
                    <a:pt x="629" y="104"/>
                  </a:cubicBezTo>
                  <a:cubicBezTo>
                    <a:pt x="670" y="93"/>
                    <a:pt x="659" y="38"/>
                    <a:pt x="623" y="38"/>
                  </a:cubicBezTo>
                  <a:cubicBezTo>
                    <a:pt x="620" y="38"/>
                    <a:pt x="617" y="38"/>
                    <a:pt x="614" y="39"/>
                  </a:cubicBezTo>
                  <a:cubicBezTo>
                    <a:pt x="522" y="61"/>
                    <a:pt x="441" y="69"/>
                    <a:pt x="371" y="69"/>
                  </a:cubicBezTo>
                  <a:cubicBezTo>
                    <a:pt x="177" y="69"/>
                    <a:pt x="72" y="8"/>
                    <a:pt x="70" y="8"/>
                  </a:cubicBezTo>
                  <a:cubicBezTo>
                    <a:pt x="63" y="2"/>
                    <a:pt x="56" y="0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9" name="Google Shape;7539;p67"/>
            <p:cNvSpPr/>
            <p:nvPr/>
          </p:nvSpPr>
          <p:spPr>
            <a:xfrm>
              <a:off x="10645250" y="3394713"/>
              <a:ext cx="19500" cy="8175"/>
            </a:xfrm>
            <a:custGeom>
              <a:avLst/>
              <a:gdLst/>
              <a:ahLst/>
              <a:cxnLst/>
              <a:rect l="l" t="t" r="r" b="b"/>
              <a:pathLst>
                <a:path w="780" h="327" extrusionOk="0">
                  <a:moveTo>
                    <a:pt x="458" y="1"/>
                  </a:moveTo>
                  <a:cubicBezTo>
                    <a:pt x="301" y="1"/>
                    <a:pt x="120" y="68"/>
                    <a:pt x="1" y="326"/>
                  </a:cubicBezTo>
                  <a:cubicBezTo>
                    <a:pt x="1" y="326"/>
                    <a:pt x="219" y="162"/>
                    <a:pt x="499" y="162"/>
                  </a:cubicBezTo>
                  <a:cubicBezTo>
                    <a:pt x="588" y="162"/>
                    <a:pt x="683" y="179"/>
                    <a:pt x="779" y="223"/>
                  </a:cubicBezTo>
                  <a:lnTo>
                    <a:pt x="779" y="84"/>
                  </a:lnTo>
                  <a:cubicBezTo>
                    <a:pt x="779" y="84"/>
                    <a:pt x="633" y="1"/>
                    <a:pt x="458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0" name="Google Shape;7540;p67"/>
            <p:cNvSpPr/>
            <p:nvPr/>
          </p:nvSpPr>
          <p:spPr>
            <a:xfrm>
              <a:off x="10681875" y="3394313"/>
              <a:ext cx="19625" cy="8575"/>
            </a:xfrm>
            <a:custGeom>
              <a:avLst/>
              <a:gdLst/>
              <a:ahLst/>
              <a:cxnLst/>
              <a:rect l="l" t="t" r="r" b="b"/>
              <a:pathLst>
                <a:path w="785" h="343" extrusionOk="0">
                  <a:moveTo>
                    <a:pt x="311" y="1"/>
                  </a:moveTo>
                  <a:cubicBezTo>
                    <a:pt x="136" y="1"/>
                    <a:pt x="0" y="100"/>
                    <a:pt x="0" y="100"/>
                  </a:cubicBezTo>
                  <a:lnTo>
                    <a:pt x="0" y="239"/>
                  </a:lnTo>
                  <a:cubicBezTo>
                    <a:pt x="97" y="195"/>
                    <a:pt x="193" y="178"/>
                    <a:pt x="283" y="178"/>
                  </a:cubicBezTo>
                  <a:cubicBezTo>
                    <a:pt x="565" y="178"/>
                    <a:pt x="785" y="342"/>
                    <a:pt x="785" y="342"/>
                  </a:cubicBezTo>
                  <a:cubicBezTo>
                    <a:pt x="638" y="73"/>
                    <a:pt x="460" y="1"/>
                    <a:pt x="311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1" name="Google Shape;7541;p67"/>
            <p:cNvSpPr/>
            <p:nvPr/>
          </p:nvSpPr>
          <p:spPr>
            <a:xfrm>
              <a:off x="10644525" y="3403863"/>
              <a:ext cx="20250" cy="4750"/>
            </a:xfrm>
            <a:custGeom>
              <a:avLst/>
              <a:gdLst/>
              <a:ahLst/>
              <a:cxnLst/>
              <a:rect l="l" t="t" r="r" b="b"/>
              <a:pathLst>
                <a:path w="810" h="190" extrusionOk="0">
                  <a:moveTo>
                    <a:pt x="429" y="1"/>
                  </a:moveTo>
                  <a:cubicBezTo>
                    <a:pt x="181" y="1"/>
                    <a:pt x="26" y="121"/>
                    <a:pt x="17" y="129"/>
                  </a:cubicBezTo>
                  <a:cubicBezTo>
                    <a:pt x="2" y="140"/>
                    <a:pt x="0" y="161"/>
                    <a:pt x="12" y="176"/>
                  </a:cubicBezTo>
                  <a:cubicBezTo>
                    <a:pt x="18" y="185"/>
                    <a:pt x="27" y="190"/>
                    <a:pt x="37" y="190"/>
                  </a:cubicBezTo>
                  <a:cubicBezTo>
                    <a:pt x="45" y="190"/>
                    <a:pt x="52" y="187"/>
                    <a:pt x="58" y="182"/>
                  </a:cubicBezTo>
                  <a:cubicBezTo>
                    <a:pt x="60" y="180"/>
                    <a:pt x="203" y="70"/>
                    <a:pt x="430" y="70"/>
                  </a:cubicBezTo>
                  <a:cubicBezTo>
                    <a:pt x="523" y="70"/>
                    <a:pt x="629" y="88"/>
                    <a:pt x="746" y="139"/>
                  </a:cubicBezTo>
                  <a:cubicBezTo>
                    <a:pt x="751" y="141"/>
                    <a:pt x="756" y="142"/>
                    <a:pt x="760" y="142"/>
                  </a:cubicBezTo>
                  <a:cubicBezTo>
                    <a:pt x="793" y="142"/>
                    <a:pt x="809" y="92"/>
                    <a:pt x="774" y="76"/>
                  </a:cubicBezTo>
                  <a:cubicBezTo>
                    <a:pt x="646" y="21"/>
                    <a:pt x="530" y="1"/>
                    <a:pt x="42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2" name="Google Shape;7542;p67"/>
            <p:cNvSpPr/>
            <p:nvPr/>
          </p:nvSpPr>
          <p:spPr>
            <a:xfrm>
              <a:off x="10682700" y="3403863"/>
              <a:ext cx="20275" cy="4750"/>
            </a:xfrm>
            <a:custGeom>
              <a:avLst/>
              <a:gdLst/>
              <a:ahLst/>
              <a:cxnLst/>
              <a:rect l="l" t="t" r="r" b="b"/>
              <a:pathLst>
                <a:path w="811" h="190" extrusionOk="0">
                  <a:moveTo>
                    <a:pt x="429" y="1"/>
                  </a:moveTo>
                  <a:cubicBezTo>
                    <a:pt x="181" y="1"/>
                    <a:pt x="26" y="121"/>
                    <a:pt x="17" y="129"/>
                  </a:cubicBezTo>
                  <a:cubicBezTo>
                    <a:pt x="2" y="140"/>
                    <a:pt x="0" y="161"/>
                    <a:pt x="12" y="176"/>
                  </a:cubicBezTo>
                  <a:cubicBezTo>
                    <a:pt x="18" y="185"/>
                    <a:pt x="28" y="190"/>
                    <a:pt x="39" y="190"/>
                  </a:cubicBezTo>
                  <a:cubicBezTo>
                    <a:pt x="46" y="190"/>
                    <a:pt x="54" y="187"/>
                    <a:pt x="60" y="182"/>
                  </a:cubicBezTo>
                  <a:cubicBezTo>
                    <a:pt x="62" y="180"/>
                    <a:pt x="204" y="70"/>
                    <a:pt x="431" y="70"/>
                  </a:cubicBezTo>
                  <a:cubicBezTo>
                    <a:pt x="524" y="70"/>
                    <a:pt x="630" y="88"/>
                    <a:pt x="747" y="139"/>
                  </a:cubicBezTo>
                  <a:cubicBezTo>
                    <a:pt x="752" y="141"/>
                    <a:pt x="757" y="142"/>
                    <a:pt x="761" y="142"/>
                  </a:cubicBezTo>
                  <a:cubicBezTo>
                    <a:pt x="793" y="142"/>
                    <a:pt x="811" y="92"/>
                    <a:pt x="774" y="76"/>
                  </a:cubicBezTo>
                  <a:cubicBezTo>
                    <a:pt x="646" y="21"/>
                    <a:pt x="530" y="1"/>
                    <a:pt x="42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3" name="Google Shape;7543;p67"/>
            <p:cNvSpPr/>
            <p:nvPr/>
          </p:nvSpPr>
          <p:spPr>
            <a:xfrm>
              <a:off x="10666000" y="3404763"/>
              <a:ext cx="9625" cy="26325"/>
            </a:xfrm>
            <a:custGeom>
              <a:avLst/>
              <a:gdLst/>
              <a:ahLst/>
              <a:cxnLst/>
              <a:rect l="l" t="t" r="r" b="b"/>
              <a:pathLst>
                <a:path w="385" h="1053" extrusionOk="0">
                  <a:moveTo>
                    <a:pt x="338" y="0"/>
                  </a:moveTo>
                  <a:cubicBezTo>
                    <a:pt x="327" y="0"/>
                    <a:pt x="316" y="6"/>
                    <a:pt x="309" y="19"/>
                  </a:cubicBezTo>
                  <a:cubicBezTo>
                    <a:pt x="300" y="37"/>
                    <a:pt x="88" y="447"/>
                    <a:pt x="21" y="753"/>
                  </a:cubicBezTo>
                  <a:cubicBezTo>
                    <a:pt x="0" y="853"/>
                    <a:pt x="13" y="931"/>
                    <a:pt x="64" y="983"/>
                  </a:cubicBezTo>
                  <a:cubicBezTo>
                    <a:pt x="119" y="1042"/>
                    <a:pt x="206" y="1053"/>
                    <a:pt x="261" y="1053"/>
                  </a:cubicBezTo>
                  <a:cubicBezTo>
                    <a:pt x="279" y="1053"/>
                    <a:pt x="295" y="1053"/>
                    <a:pt x="313" y="1050"/>
                  </a:cubicBezTo>
                  <a:cubicBezTo>
                    <a:pt x="356" y="1043"/>
                    <a:pt x="348" y="982"/>
                    <a:pt x="310" y="982"/>
                  </a:cubicBezTo>
                  <a:cubicBezTo>
                    <a:pt x="307" y="982"/>
                    <a:pt x="305" y="982"/>
                    <a:pt x="303" y="983"/>
                  </a:cubicBezTo>
                  <a:cubicBezTo>
                    <a:pt x="302" y="983"/>
                    <a:pt x="286" y="985"/>
                    <a:pt x="262" y="985"/>
                  </a:cubicBezTo>
                  <a:cubicBezTo>
                    <a:pt x="219" y="985"/>
                    <a:pt x="153" y="978"/>
                    <a:pt x="113" y="937"/>
                  </a:cubicBezTo>
                  <a:cubicBezTo>
                    <a:pt x="79" y="901"/>
                    <a:pt x="72" y="844"/>
                    <a:pt x="88" y="768"/>
                  </a:cubicBezTo>
                  <a:cubicBezTo>
                    <a:pt x="152" y="470"/>
                    <a:pt x="367" y="55"/>
                    <a:pt x="370" y="51"/>
                  </a:cubicBezTo>
                  <a:cubicBezTo>
                    <a:pt x="385" y="24"/>
                    <a:pt x="362" y="0"/>
                    <a:pt x="33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44" name="Google Shape;7544;p67"/>
          <p:cNvGrpSpPr/>
          <p:nvPr/>
        </p:nvGrpSpPr>
        <p:grpSpPr>
          <a:xfrm>
            <a:off x="6478407" y="799025"/>
            <a:ext cx="447671" cy="490554"/>
            <a:chOff x="6478407" y="799025"/>
            <a:chExt cx="447671" cy="490554"/>
          </a:xfrm>
        </p:grpSpPr>
        <p:sp>
          <p:nvSpPr>
            <p:cNvPr id="7545" name="Google Shape;7545;p67"/>
            <p:cNvSpPr/>
            <p:nvPr/>
          </p:nvSpPr>
          <p:spPr>
            <a:xfrm>
              <a:off x="6898437" y="882882"/>
              <a:ext cx="27641" cy="25686"/>
            </a:xfrm>
            <a:custGeom>
              <a:avLst/>
              <a:gdLst/>
              <a:ahLst/>
              <a:cxnLst/>
              <a:rect l="l" t="t" r="r" b="b"/>
              <a:pathLst>
                <a:path w="495" h="460" extrusionOk="0">
                  <a:moveTo>
                    <a:pt x="240" y="0"/>
                  </a:moveTo>
                  <a:cubicBezTo>
                    <a:pt x="127" y="0"/>
                    <a:pt x="18" y="83"/>
                    <a:pt x="10" y="215"/>
                  </a:cubicBezTo>
                  <a:cubicBezTo>
                    <a:pt x="0" y="359"/>
                    <a:pt x="116" y="460"/>
                    <a:pt x="239" y="460"/>
                  </a:cubicBezTo>
                  <a:cubicBezTo>
                    <a:pt x="290" y="460"/>
                    <a:pt x="343" y="442"/>
                    <a:pt x="388" y="403"/>
                  </a:cubicBezTo>
                  <a:cubicBezTo>
                    <a:pt x="484" y="319"/>
                    <a:pt x="494" y="175"/>
                    <a:pt x="411" y="79"/>
                  </a:cubicBezTo>
                  <a:cubicBezTo>
                    <a:pt x="363" y="25"/>
                    <a:pt x="301" y="0"/>
                    <a:pt x="240" y="0"/>
                  </a:cubicBezTo>
                  <a:close/>
                </a:path>
              </a:pathLst>
            </a:custGeom>
            <a:solidFill>
              <a:srgbClr val="32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46" name="Google Shape;7546;p67"/>
            <p:cNvGrpSpPr/>
            <p:nvPr/>
          </p:nvGrpSpPr>
          <p:grpSpPr>
            <a:xfrm>
              <a:off x="6478407" y="799025"/>
              <a:ext cx="430191" cy="490554"/>
              <a:chOff x="8132075" y="2477925"/>
              <a:chExt cx="192600" cy="219625"/>
            </a:xfrm>
          </p:grpSpPr>
          <p:grpSp>
            <p:nvGrpSpPr>
              <p:cNvPr id="7547" name="Google Shape;7547;p67"/>
              <p:cNvGrpSpPr/>
              <p:nvPr/>
            </p:nvGrpSpPr>
            <p:grpSpPr>
              <a:xfrm>
                <a:off x="8132075" y="2477925"/>
                <a:ext cx="192600" cy="198500"/>
                <a:chOff x="8132075" y="2477925"/>
                <a:chExt cx="192600" cy="198500"/>
              </a:xfrm>
            </p:grpSpPr>
            <p:sp>
              <p:nvSpPr>
                <p:cNvPr id="7548" name="Google Shape;7548;p67"/>
                <p:cNvSpPr/>
                <p:nvPr/>
              </p:nvSpPr>
              <p:spPr>
                <a:xfrm>
                  <a:off x="8206475" y="2477925"/>
                  <a:ext cx="118200" cy="1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40" extrusionOk="0">
                      <a:moveTo>
                        <a:pt x="1170" y="0"/>
                      </a:moveTo>
                      <a:cubicBezTo>
                        <a:pt x="533" y="488"/>
                        <a:pt x="66" y="1229"/>
                        <a:pt x="31" y="2028"/>
                      </a:cubicBezTo>
                      <a:cubicBezTo>
                        <a:pt x="1" y="2645"/>
                        <a:pt x="190" y="3270"/>
                        <a:pt x="548" y="3773"/>
                      </a:cubicBezTo>
                      <a:lnTo>
                        <a:pt x="553" y="3780"/>
                      </a:lnTo>
                      <a:cubicBezTo>
                        <a:pt x="560" y="3791"/>
                        <a:pt x="567" y="3801"/>
                        <a:pt x="576" y="3811"/>
                      </a:cubicBezTo>
                      <a:cubicBezTo>
                        <a:pt x="584" y="3822"/>
                        <a:pt x="593" y="3834"/>
                        <a:pt x="600" y="3844"/>
                      </a:cubicBezTo>
                      <a:lnTo>
                        <a:pt x="617" y="3865"/>
                      </a:lnTo>
                      <a:cubicBezTo>
                        <a:pt x="627" y="3879"/>
                        <a:pt x="638" y="3892"/>
                        <a:pt x="646" y="3904"/>
                      </a:cubicBezTo>
                      <a:lnTo>
                        <a:pt x="664" y="3925"/>
                      </a:lnTo>
                      <a:cubicBezTo>
                        <a:pt x="675" y="3937"/>
                        <a:pt x="684" y="3949"/>
                        <a:pt x="694" y="3961"/>
                      </a:cubicBezTo>
                      <a:lnTo>
                        <a:pt x="718" y="3987"/>
                      </a:lnTo>
                      <a:cubicBezTo>
                        <a:pt x="726" y="3996"/>
                        <a:pt x="731" y="4004"/>
                        <a:pt x="742" y="4014"/>
                      </a:cubicBezTo>
                      <a:cubicBezTo>
                        <a:pt x="751" y="4026"/>
                        <a:pt x="761" y="4037"/>
                        <a:pt x="772" y="4049"/>
                      </a:cubicBezTo>
                      <a:cubicBezTo>
                        <a:pt x="778" y="4055"/>
                        <a:pt x="785" y="4062"/>
                        <a:pt x="791" y="4068"/>
                      </a:cubicBezTo>
                      <a:cubicBezTo>
                        <a:pt x="802" y="4080"/>
                        <a:pt x="814" y="4092"/>
                        <a:pt x="825" y="4104"/>
                      </a:cubicBezTo>
                      <a:lnTo>
                        <a:pt x="843" y="4122"/>
                      </a:lnTo>
                      <a:cubicBezTo>
                        <a:pt x="854" y="4132"/>
                        <a:pt x="863" y="4141"/>
                        <a:pt x="873" y="4151"/>
                      </a:cubicBezTo>
                      <a:lnTo>
                        <a:pt x="901" y="4178"/>
                      </a:lnTo>
                      <a:lnTo>
                        <a:pt x="906" y="4184"/>
                      </a:lnTo>
                      <a:cubicBezTo>
                        <a:pt x="1358" y="4606"/>
                        <a:pt x="1950" y="4878"/>
                        <a:pt x="2566" y="4931"/>
                      </a:cubicBezTo>
                      <a:cubicBezTo>
                        <a:pt x="2631" y="4937"/>
                        <a:pt x="2697" y="4940"/>
                        <a:pt x="2763" y="4940"/>
                      </a:cubicBezTo>
                      <a:cubicBezTo>
                        <a:pt x="3492" y="4940"/>
                        <a:pt x="4207" y="4591"/>
                        <a:pt x="4728" y="4074"/>
                      </a:cubicBezTo>
                      <a:cubicBezTo>
                        <a:pt x="4486" y="3643"/>
                        <a:pt x="4036" y="3342"/>
                        <a:pt x="3551" y="3252"/>
                      </a:cubicBezTo>
                      <a:cubicBezTo>
                        <a:pt x="3823" y="3211"/>
                        <a:pt x="4078" y="3096"/>
                        <a:pt x="4321" y="2930"/>
                      </a:cubicBezTo>
                      <a:cubicBezTo>
                        <a:pt x="4492" y="2812"/>
                        <a:pt x="4652" y="2648"/>
                        <a:pt x="4679" y="2441"/>
                      </a:cubicBezTo>
                      <a:cubicBezTo>
                        <a:pt x="4700" y="2282"/>
                        <a:pt x="4637" y="2125"/>
                        <a:pt x="4562" y="1982"/>
                      </a:cubicBezTo>
                      <a:cubicBezTo>
                        <a:pt x="4269" y="1423"/>
                        <a:pt x="3733" y="811"/>
                        <a:pt x="3220" y="446"/>
                      </a:cubicBezTo>
                      <a:cubicBezTo>
                        <a:pt x="3089" y="353"/>
                        <a:pt x="2941" y="270"/>
                        <a:pt x="2780" y="268"/>
                      </a:cubicBezTo>
                      <a:cubicBezTo>
                        <a:pt x="2779" y="268"/>
                        <a:pt x="2778" y="268"/>
                        <a:pt x="2777" y="268"/>
                      </a:cubicBezTo>
                      <a:cubicBezTo>
                        <a:pt x="2571" y="268"/>
                        <a:pt x="2387" y="403"/>
                        <a:pt x="2248" y="558"/>
                      </a:cubicBezTo>
                      <a:cubicBezTo>
                        <a:pt x="2053" y="775"/>
                        <a:pt x="1904" y="1014"/>
                        <a:pt x="1825" y="1276"/>
                      </a:cubicBezTo>
                      <a:cubicBezTo>
                        <a:pt x="1804" y="783"/>
                        <a:pt x="1565" y="298"/>
                        <a:pt x="1170" y="0"/>
                      </a:cubicBezTo>
                      <a:close/>
                    </a:path>
                  </a:pathLst>
                </a:custGeom>
                <a:solidFill>
                  <a:srgbClr val="A48EFD">
                    <a:alpha val="6535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9" name="Google Shape;7549;p67"/>
                <p:cNvSpPr/>
                <p:nvPr/>
              </p:nvSpPr>
              <p:spPr>
                <a:xfrm>
                  <a:off x="8158125" y="2559100"/>
                  <a:ext cx="24750" cy="6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2429" extrusionOk="0">
                      <a:moveTo>
                        <a:pt x="943" y="1"/>
                      </a:moveTo>
                      <a:lnTo>
                        <a:pt x="560" y="584"/>
                      </a:lnTo>
                      <a:cubicBezTo>
                        <a:pt x="378" y="863"/>
                        <a:pt x="193" y="1146"/>
                        <a:pt x="98" y="1465"/>
                      </a:cubicBezTo>
                      <a:cubicBezTo>
                        <a:pt x="1" y="1783"/>
                        <a:pt x="2" y="2147"/>
                        <a:pt x="180" y="2428"/>
                      </a:cubicBezTo>
                      <a:cubicBezTo>
                        <a:pt x="737" y="2135"/>
                        <a:pt x="888" y="1450"/>
                        <a:pt x="957" y="878"/>
                      </a:cubicBezTo>
                      <a:cubicBezTo>
                        <a:pt x="989" y="591"/>
                        <a:pt x="960" y="289"/>
                        <a:pt x="943" y="1"/>
                      </a:cubicBezTo>
                      <a:close/>
                    </a:path>
                  </a:pathLst>
                </a:custGeom>
                <a:solidFill>
                  <a:srgbClr val="A48EFD">
                    <a:alpha val="6535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0" name="Google Shape;7550;p67"/>
                <p:cNvSpPr/>
                <p:nvPr/>
              </p:nvSpPr>
              <p:spPr>
                <a:xfrm>
                  <a:off x="8132075" y="2598800"/>
                  <a:ext cx="20000" cy="6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2542" extrusionOk="0">
                      <a:moveTo>
                        <a:pt x="478" y="1"/>
                      </a:moveTo>
                      <a:lnTo>
                        <a:pt x="249" y="660"/>
                      </a:lnTo>
                      <a:cubicBezTo>
                        <a:pt x="141" y="975"/>
                        <a:pt x="32" y="1294"/>
                        <a:pt x="15" y="1626"/>
                      </a:cubicBezTo>
                      <a:cubicBezTo>
                        <a:pt x="0" y="1960"/>
                        <a:pt x="90" y="2312"/>
                        <a:pt x="331" y="2542"/>
                      </a:cubicBezTo>
                      <a:cubicBezTo>
                        <a:pt x="800" y="2120"/>
                        <a:pt x="780" y="1421"/>
                        <a:pt x="704" y="848"/>
                      </a:cubicBezTo>
                      <a:cubicBezTo>
                        <a:pt x="667" y="562"/>
                        <a:pt x="566" y="275"/>
                        <a:pt x="478" y="1"/>
                      </a:cubicBezTo>
                      <a:close/>
                    </a:path>
                  </a:pathLst>
                </a:custGeom>
                <a:solidFill>
                  <a:srgbClr val="A48EFD">
                    <a:alpha val="6535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1" name="Google Shape;7551;p67"/>
                <p:cNvSpPr/>
                <p:nvPr/>
              </p:nvSpPr>
              <p:spPr>
                <a:xfrm>
                  <a:off x="8167625" y="2614375"/>
                  <a:ext cx="61875" cy="2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5" h="860" extrusionOk="0">
                      <a:moveTo>
                        <a:pt x="1701" y="0"/>
                      </a:moveTo>
                      <a:cubicBezTo>
                        <a:pt x="1667" y="0"/>
                        <a:pt x="1634" y="1"/>
                        <a:pt x="1601" y="3"/>
                      </a:cubicBezTo>
                      <a:cubicBezTo>
                        <a:pt x="1024" y="33"/>
                        <a:pt x="332" y="138"/>
                        <a:pt x="1" y="674"/>
                      </a:cubicBezTo>
                      <a:cubicBezTo>
                        <a:pt x="180" y="805"/>
                        <a:pt x="401" y="860"/>
                        <a:pt x="625" y="860"/>
                      </a:cubicBezTo>
                      <a:cubicBezTo>
                        <a:pt x="737" y="860"/>
                        <a:pt x="849" y="846"/>
                        <a:pt x="957" y="821"/>
                      </a:cubicBezTo>
                      <a:cubicBezTo>
                        <a:pt x="1282" y="747"/>
                        <a:pt x="1577" y="581"/>
                        <a:pt x="1866" y="419"/>
                      </a:cubicBezTo>
                      <a:lnTo>
                        <a:pt x="2475" y="76"/>
                      </a:lnTo>
                      <a:cubicBezTo>
                        <a:pt x="2221" y="43"/>
                        <a:pt x="1958" y="0"/>
                        <a:pt x="1701" y="0"/>
                      </a:cubicBezTo>
                      <a:close/>
                    </a:path>
                  </a:pathLst>
                </a:custGeom>
                <a:solidFill>
                  <a:srgbClr val="A48EFD">
                    <a:alpha val="6535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2" name="Google Shape;7552;p67"/>
                <p:cNvSpPr/>
                <p:nvPr/>
              </p:nvSpPr>
              <p:spPr>
                <a:xfrm>
                  <a:off x="8152400" y="2638250"/>
                  <a:ext cx="51425" cy="3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" h="1527" extrusionOk="0">
                      <a:moveTo>
                        <a:pt x="2056" y="1"/>
                      </a:moveTo>
                      <a:lnTo>
                        <a:pt x="2056" y="1"/>
                      </a:lnTo>
                      <a:cubicBezTo>
                        <a:pt x="1778" y="75"/>
                        <a:pt x="1482" y="145"/>
                        <a:pt x="1221" y="269"/>
                      </a:cubicBezTo>
                      <a:cubicBezTo>
                        <a:pt x="699" y="517"/>
                        <a:pt x="100" y="880"/>
                        <a:pt x="0" y="1502"/>
                      </a:cubicBezTo>
                      <a:cubicBezTo>
                        <a:pt x="70" y="1519"/>
                        <a:pt x="140" y="1527"/>
                        <a:pt x="211" y="1527"/>
                      </a:cubicBezTo>
                      <a:cubicBezTo>
                        <a:pt x="469" y="1527"/>
                        <a:pt x="728" y="1423"/>
                        <a:pt x="940" y="1271"/>
                      </a:cubicBezTo>
                      <a:cubicBezTo>
                        <a:pt x="1211" y="1077"/>
                        <a:pt x="1420" y="812"/>
                        <a:pt x="1625" y="549"/>
                      </a:cubicBezTo>
                      <a:cubicBezTo>
                        <a:pt x="1769" y="366"/>
                        <a:pt x="1913" y="184"/>
                        <a:pt x="2056" y="1"/>
                      </a:cubicBezTo>
                      <a:close/>
                    </a:path>
                  </a:pathLst>
                </a:custGeom>
                <a:solidFill>
                  <a:srgbClr val="A48EFD">
                    <a:alpha val="6535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53" name="Google Shape;7553;p67"/>
              <p:cNvGrpSpPr/>
              <p:nvPr/>
            </p:nvGrpSpPr>
            <p:grpSpPr>
              <a:xfrm>
                <a:off x="8136625" y="2480300"/>
                <a:ext cx="187975" cy="217250"/>
                <a:chOff x="8136625" y="2480300"/>
                <a:chExt cx="187975" cy="217250"/>
              </a:xfrm>
            </p:grpSpPr>
            <p:sp>
              <p:nvSpPr>
                <p:cNvPr id="7554" name="Google Shape;7554;p67"/>
                <p:cNvSpPr/>
                <p:nvPr/>
              </p:nvSpPr>
              <p:spPr>
                <a:xfrm>
                  <a:off x="8141325" y="2566025"/>
                  <a:ext cx="122000" cy="13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0" h="5261" extrusionOk="0">
                      <a:moveTo>
                        <a:pt x="4818" y="1"/>
                      </a:moveTo>
                      <a:cubicBezTo>
                        <a:pt x="4815" y="1"/>
                        <a:pt x="4812" y="1"/>
                        <a:pt x="4809" y="1"/>
                      </a:cubicBezTo>
                      <a:cubicBezTo>
                        <a:pt x="4196" y="117"/>
                        <a:pt x="3494" y="378"/>
                        <a:pt x="2833" y="738"/>
                      </a:cubicBezTo>
                      <a:cubicBezTo>
                        <a:pt x="2164" y="1102"/>
                        <a:pt x="1609" y="1527"/>
                        <a:pt x="1274" y="1934"/>
                      </a:cubicBezTo>
                      <a:cubicBezTo>
                        <a:pt x="589" y="2763"/>
                        <a:pt x="79" y="4081"/>
                        <a:pt x="3" y="5213"/>
                      </a:cubicBezTo>
                      <a:cubicBezTo>
                        <a:pt x="0" y="5238"/>
                        <a:pt x="20" y="5259"/>
                        <a:pt x="45" y="5261"/>
                      </a:cubicBezTo>
                      <a:lnTo>
                        <a:pt x="48" y="5261"/>
                      </a:lnTo>
                      <a:cubicBezTo>
                        <a:pt x="72" y="5261"/>
                        <a:pt x="91" y="5243"/>
                        <a:pt x="93" y="5219"/>
                      </a:cubicBezTo>
                      <a:cubicBezTo>
                        <a:pt x="167" y="4105"/>
                        <a:pt x="670" y="2808"/>
                        <a:pt x="1344" y="1992"/>
                      </a:cubicBezTo>
                      <a:cubicBezTo>
                        <a:pt x="1673" y="1592"/>
                        <a:pt x="2218" y="1176"/>
                        <a:pt x="2877" y="817"/>
                      </a:cubicBezTo>
                      <a:cubicBezTo>
                        <a:pt x="3530" y="462"/>
                        <a:pt x="4222" y="204"/>
                        <a:pt x="4826" y="89"/>
                      </a:cubicBezTo>
                      <a:cubicBezTo>
                        <a:pt x="4879" y="76"/>
                        <a:pt x="4867" y="1"/>
                        <a:pt x="48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5" name="Google Shape;7555;p67"/>
                <p:cNvSpPr/>
                <p:nvPr/>
              </p:nvSpPr>
              <p:spPr>
                <a:xfrm>
                  <a:off x="8159350" y="2578750"/>
                  <a:ext cx="43350" cy="5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2253" extrusionOk="0">
                      <a:moveTo>
                        <a:pt x="623" y="1"/>
                      </a:moveTo>
                      <a:cubicBezTo>
                        <a:pt x="609" y="1"/>
                        <a:pt x="595" y="7"/>
                        <a:pt x="585" y="23"/>
                      </a:cubicBezTo>
                      <a:cubicBezTo>
                        <a:pt x="198" y="685"/>
                        <a:pt x="1" y="1441"/>
                        <a:pt x="14" y="2208"/>
                      </a:cubicBezTo>
                      <a:cubicBezTo>
                        <a:pt x="14" y="2231"/>
                        <a:pt x="35" y="2252"/>
                        <a:pt x="59" y="2252"/>
                      </a:cubicBezTo>
                      <a:cubicBezTo>
                        <a:pt x="67" y="2252"/>
                        <a:pt x="74" y="2249"/>
                        <a:pt x="81" y="2246"/>
                      </a:cubicBezTo>
                      <a:cubicBezTo>
                        <a:pt x="562" y="1988"/>
                        <a:pt x="1113" y="1869"/>
                        <a:pt x="1647" y="1753"/>
                      </a:cubicBezTo>
                      <a:lnTo>
                        <a:pt x="1682" y="1745"/>
                      </a:lnTo>
                      <a:cubicBezTo>
                        <a:pt x="1734" y="1731"/>
                        <a:pt x="1720" y="1657"/>
                        <a:pt x="1671" y="1657"/>
                      </a:cubicBezTo>
                      <a:cubicBezTo>
                        <a:pt x="1668" y="1657"/>
                        <a:pt x="1665" y="1657"/>
                        <a:pt x="1662" y="1657"/>
                      </a:cubicBezTo>
                      <a:lnTo>
                        <a:pt x="1629" y="1665"/>
                      </a:lnTo>
                      <a:cubicBezTo>
                        <a:pt x="1113" y="1777"/>
                        <a:pt x="581" y="1893"/>
                        <a:pt x="104" y="2133"/>
                      </a:cubicBezTo>
                      <a:cubicBezTo>
                        <a:pt x="104" y="1407"/>
                        <a:pt x="298" y="696"/>
                        <a:pt x="663" y="69"/>
                      </a:cubicBezTo>
                      <a:cubicBezTo>
                        <a:pt x="685" y="33"/>
                        <a:pt x="654" y="1"/>
                        <a:pt x="6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6" name="Google Shape;7556;p67"/>
                <p:cNvSpPr/>
                <p:nvPr/>
              </p:nvSpPr>
              <p:spPr>
                <a:xfrm>
                  <a:off x="8144725" y="2649200"/>
                  <a:ext cx="42975" cy="2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141" extrusionOk="0">
                      <a:moveTo>
                        <a:pt x="1654" y="1"/>
                      </a:moveTo>
                      <a:cubicBezTo>
                        <a:pt x="1644" y="1"/>
                        <a:pt x="1634" y="4"/>
                        <a:pt x="1624" y="13"/>
                      </a:cubicBezTo>
                      <a:cubicBezTo>
                        <a:pt x="1175" y="414"/>
                        <a:pt x="666" y="870"/>
                        <a:pt x="51" y="1052"/>
                      </a:cubicBezTo>
                      <a:cubicBezTo>
                        <a:pt x="0" y="1067"/>
                        <a:pt x="10" y="1140"/>
                        <a:pt x="61" y="1140"/>
                      </a:cubicBezTo>
                      <a:cubicBezTo>
                        <a:pt x="62" y="1140"/>
                        <a:pt x="62" y="1140"/>
                        <a:pt x="63" y="1140"/>
                      </a:cubicBezTo>
                      <a:cubicBezTo>
                        <a:pt x="67" y="1140"/>
                        <a:pt x="71" y="1140"/>
                        <a:pt x="76" y="1139"/>
                      </a:cubicBezTo>
                      <a:cubicBezTo>
                        <a:pt x="711" y="951"/>
                        <a:pt x="1229" y="487"/>
                        <a:pt x="1683" y="80"/>
                      </a:cubicBezTo>
                      <a:cubicBezTo>
                        <a:pt x="1718" y="49"/>
                        <a:pt x="1690" y="1"/>
                        <a:pt x="165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7" name="Google Shape;7557;p67"/>
                <p:cNvSpPr/>
                <p:nvPr/>
              </p:nvSpPr>
              <p:spPr>
                <a:xfrm>
                  <a:off x="8136625" y="2626300"/>
                  <a:ext cx="11275" cy="4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" h="1900" extrusionOk="0">
                      <a:moveTo>
                        <a:pt x="183" y="0"/>
                      </a:moveTo>
                      <a:cubicBezTo>
                        <a:pt x="164" y="0"/>
                        <a:pt x="146" y="11"/>
                        <a:pt x="140" y="36"/>
                      </a:cubicBezTo>
                      <a:cubicBezTo>
                        <a:pt x="0" y="699"/>
                        <a:pt x="53" y="1027"/>
                        <a:pt x="84" y="1223"/>
                      </a:cubicBezTo>
                      <a:cubicBezTo>
                        <a:pt x="118" y="1436"/>
                        <a:pt x="249" y="1701"/>
                        <a:pt x="361" y="1879"/>
                      </a:cubicBezTo>
                      <a:cubicBezTo>
                        <a:pt x="369" y="1891"/>
                        <a:pt x="384" y="1900"/>
                        <a:pt x="398" y="1900"/>
                      </a:cubicBezTo>
                      <a:cubicBezTo>
                        <a:pt x="407" y="1900"/>
                        <a:pt x="416" y="1897"/>
                        <a:pt x="422" y="1892"/>
                      </a:cubicBezTo>
                      <a:cubicBezTo>
                        <a:pt x="443" y="1879"/>
                        <a:pt x="451" y="1852"/>
                        <a:pt x="437" y="1830"/>
                      </a:cubicBezTo>
                      <a:cubicBezTo>
                        <a:pt x="330" y="1660"/>
                        <a:pt x="205" y="1408"/>
                        <a:pt x="172" y="1209"/>
                      </a:cubicBezTo>
                      <a:cubicBezTo>
                        <a:pt x="140" y="1006"/>
                        <a:pt x="91" y="701"/>
                        <a:pt x="228" y="54"/>
                      </a:cubicBezTo>
                      <a:cubicBezTo>
                        <a:pt x="235" y="20"/>
                        <a:pt x="209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8" name="Google Shape;7558;p67"/>
                <p:cNvSpPr/>
                <p:nvPr/>
              </p:nvSpPr>
              <p:spPr>
                <a:xfrm>
                  <a:off x="8223550" y="2545925"/>
                  <a:ext cx="65375" cy="4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5" h="1694" extrusionOk="0">
                      <a:moveTo>
                        <a:pt x="1478" y="0"/>
                      </a:moveTo>
                      <a:cubicBezTo>
                        <a:pt x="1469" y="0"/>
                        <a:pt x="1460" y="4"/>
                        <a:pt x="1452" y="12"/>
                      </a:cubicBezTo>
                      <a:lnTo>
                        <a:pt x="16" y="1264"/>
                      </a:lnTo>
                      <a:cubicBezTo>
                        <a:pt x="5" y="1273"/>
                        <a:pt x="1" y="1287"/>
                        <a:pt x="2" y="1299"/>
                      </a:cubicBezTo>
                      <a:cubicBezTo>
                        <a:pt x="4" y="1312"/>
                        <a:pt x="11" y="1324"/>
                        <a:pt x="23" y="1330"/>
                      </a:cubicBezTo>
                      <a:cubicBezTo>
                        <a:pt x="483" y="1569"/>
                        <a:pt x="992" y="1694"/>
                        <a:pt x="1511" y="1694"/>
                      </a:cubicBezTo>
                      <a:cubicBezTo>
                        <a:pt x="1514" y="1694"/>
                        <a:pt x="1517" y="1694"/>
                        <a:pt x="1520" y="1694"/>
                      </a:cubicBezTo>
                      <a:cubicBezTo>
                        <a:pt x="1525" y="1694"/>
                        <a:pt x="1529" y="1694"/>
                        <a:pt x="1533" y="1694"/>
                      </a:cubicBezTo>
                      <a:cubicBezTo>
                        <a:pt x="1884" y="1694"/>
                        <a:pt x="2233" y="1634"/>
                        <a:pt x="2564" y="1519"/>
                      </a:cubicBezTo>
                      <a:cubicBezTo>
                        <a:pt x="2615" y="1506"/>
                        <a:pt x="2598" y="1440"/>
                        <a:pt x="2558" y="1440"/>
                      </a:cubicBezTo>
                      <a:cubicBezTo>
                        <a:pt x="2552" y="1440"/>
                        <a:pt x="2545" y="1442"/>
                        <a:pt x="2539" y="1445"/>
                      </a:cubicBezTo>
                      <a:cubicBezTo>
                        <a:pt x="2213" y="1559"/>
                        <a:pt x="1867" y="1615"/>
                        <a:pt x="1520" y="1615"/>
                      </a:cubicBezTo>
                      <a:cubicBezTo>
                        <a:pt x="1033" y="1615"/>
                        <a:pt x="545" y="1505"/>
                        <a:pt x="113" y="1287"/>
                      </a:cubicBezTo>
                      <a:lnTo>
                        <a:pt x="1504" y="72"/>
                      </a:lnTo>
                      <a:cubicBezTo>
                        <a:pt x="1537" y="45"/>
                        <a:pt x="1510" y="0"/>
                        <a:pt x="14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9" name="Google Shape;7559;p67"/>
                <p:cNvSpPr/>
                <p:nvPr/>
              </p:nvSpPr>
              <p:spPr>
                <a:xfrm>
                  <a:off x="8216075" y="2514325"/>
                  <a:ext cx="45800" cy="6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" h="2593" extrusionOk="0">
                      <a:moveTo>
                        <a:pt x="488" y="0"/>
                      </a:moveTo>
                      <a:cubicBezTo>
                        <a:pt x="475" y="0"/>
                        <a:pt x="461" y="7"/>
                        <a:pt x="453" y="23"/>
                      </a:cubicBezTo>
                      <a:cubicBezTo>
                        <a:pt x="58" y="799"/>
                        <a:pt x="0" y="1749"/>
                        <a:pt x="298" y="2567"/>
                      </a:cubicBezTo>
                      <a:cubicBezTo>
                        <a:pt x="303" y="2579"/>
                        <a:pt x="313" y="2588"/>
                        <a:pt x="327" y="2591"/>
                      </a:cubicBezTo>
                      <a:cubicBezTo>
                        <a:pt x="330" y="2593"/>
                        <a:pt x="333" y="2593"/>
                        <a:pt x="336" y="2593"/>
                      </a:cubicBezTo>
                      <a:cubicBezTo>
                        <a:pt x="346" y="2593"/>
                        <a:pt x="355" y="2590"/>
                        <a:pt x="362" y="2584"/>
                      </a:cubicBezTo>
                      <a:lnTo>
                        <a:pt x="1797" y="1330"/>
                      </a:lnTo>
                      <a:cubicBezTo>
                        <a:pt x="1832" y="1303"/>
                        <a:pt x="1805" y="1258"/>
                        <a:pt x="1772" y="1258"/>
                      </a:cubicBezTo>
                      <a:cubicBezTo>
                        <a:pt x="1763" y="1258"/>
                        <a:pt x="1754" y="1261"/>
                        <a:pt x="1745" y="1270"/>
                      </a:cubicBezTo>
                      <a:lnTo>
                        <a:pt x="353" y="2485"/>
                      </a:lnTo>
                      <a:cubicBezTo>
                        <a:pt x="84" y="1699"/>
                        <a:pt x="148" y="797"/>
                        <a:pt x="525" y="59"/>
                      </a:cubicBezTo>
                      <a:cubicBezTo>
                        <a:pt x="542" y="27"/>
                        <a:pt x="515" y="0"/>
                        <a:pt x="4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0" name="Google Shape;7560;p67"/>
                <p:cNvSpPr/>
                <p:nvPr/>
              </p:nvSpPr>
              <p:spPr>
                <a:xfrm>
                  <a:off x="8242550" y="2511025"/>
                  <a:ext cx="50075" cy="5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3" h="2009" extrusionOk="0">
                      <a:moveTo>
                        <a:pt x="201" y="1"/>
                      </a:moveTo>
                      <a:cubicBezTo>
                        <a:pt x="151" y="1"/>
                        <a:pt x="100" y="3"/>
                        <a:pt x="50" y="8"/>
                      </a:cubicBezTo>
                      <a:cubicBezTo>
                        <a:pt x="1" y="14"/>
                        <a:pt x="7" y="87"/>
                        <a:pt x="55" y="87"/>
                      </a:cubicBezTo>
                      <a:cubicBezTo>
                        <a:pt x="56" y="87"/>
                        <a:pt x="57" y="87"/>
                        <a:pt x="58" y="87"/>
                      </a:cubicBezTo>
                      <a:cubicBezTo>
                        <a:pt x="111" y="82"/>
                        <a:pt x="163" y="79"/>
                        <a:pt x="214" y="79"/>
                      </a:cubicBezTo>
                      <a:cubicBezTo>
                        <a:pt x="1206" y="79"/>
                        <a:pt x="1992" y="959"/>
                        <a:pt x="1853" y="1964"/>
                      </a:cubicBezTo>
                      <a:cubicBezTo>
                        <a:pt x="1850" y="1986"/>
                        <a:pt x="1865" y="2006"/>
                        <a:pt x="1886" y="2009"/>
                      </a:cubicBezTo>
                      <a:lnTo>
                        <a:pt x="1892" y="2009"/>
                      </a:lnTo>
                      <a:cubicBezTo>
                        <a:pt x="1911" y="2009"/>
                        <a:pt x="1928" y="1995"/>
                        <a:pt x="1931" y="1976"/>
                      </a:cubicBezTo>
                      <a:cubicBezTo>
                        <a:pt x="2002" y="1463"/>
                        <a:pt x="1825" y="911"/>
                        <a:pt x="1467" y="537"/>
                      </a:cubicBezTo>
                      <a:cubicBezTo>
                        <a:pt x="1144" y="199"/>
                        <a:pt x="670" y="1"/>
                        <a:pt x="2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1" name="Google Shape;7561;p67"/>
                <p:cNvSpPr/>
                <p:nvPr/>
              </p:nvSpPr>
              <p:spPr>
                <a:xfrm>
                  <a:off x="8279675" y="2501175"/>
                  <a:ext cx="32925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7" h="1133" extrusionOk="0">
                      <a:moveTo>
                        <a:pt x="1257" y="0"/>
                      </a:moveTo>
                      <a:cubicBezTo>
                        <a:pt x="1248" y="0"/>
                        <a:pt x="1238" y="4"/>
                        <a:pt x="1229" y="12"/>
                      </a:cubicBezTo>
                      <a:lnTo>
                        <a:pt x="28" y="1061"/>
                      </a:lnTo>
                      <a:cubicBezTo>
                        <a:pt x="0" y="1085"/>
                        <a:pt x="16" y="1132"/>
                        <a:pt x="55" y="1132"/>
                      </a:cubicBezTo>
                      <a:cubicBezTo>
                        <a:pt x="64" y="1131"/>
                        <a:pt x="75" y="1128"/>
                        <a:pt x="82" y="1122"/>
                      </a:cubicBezTo>
                      <a:lnTo>
                        <a:pt x="1282" y="74"/>
                      </a:lnTo>
                      <a:cubicBezTo>
                        <a:pt x="1316" y="46"/>
                        <a:pt x="1290" y="0"/>
                        <a:pt x="12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2" name="Google Shape;7562;p67"/>
                <p:cNvSpPr/>
                <p:nvPr/>
              </p:nvSpPr>
              <p:spPr>
                <a:xfrm>
                  <a:off x="8306400" y="2493900"/>
                  <a:ext cx="15200" cy="1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460" extrusionOk="0">
                      <a:moveTo>
                        <a:pt x="304" y="1"/>
                      </a:moveTo>
                      <a:cubicBezTo>
                        <a:pt x="251" y="1"/>
                        <a:pt x="197" y="19"/>
                        <a:pt x="154" y="57"/>
                      </a:cubicBezTo>
                      <a:cubicBezTo>
                        <a:pt x="0" y="192"/>
                        <a:pt x="85" y="445"/>
                        <a:pt x="289" y="459"/>
                      </a:cubicBezTo>
                      <a:cubicBezTo>
                        <a:pt x="296" y="459"/>
                        <a:pt x="302" y="459"/>
                        <a:pt x="307" y="459"/>
                      </a:cubicBezTo>
                      <a:cubicBezTo>
                        <a:pt x="499" y="459"/>
                        <a:pt x="608" y="229"/>
                        <a:pt x="477" y="80"/>
                      </a:cubicBezTo>
                      <a:cubicBezTo>
                        <a:pt x="432" y="28"/>
                        <a:pt x="368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3" name="Google Shape;7563;p67"/>
                <p:cNvSpPr/>
                <p:nvPr/>
              </p:nvSpPr>
              <p:spPr>
                <a:xfrm>
                  <a:off x="8285475" y="2480300"/>
                  <a:ext cx="15250" cy="1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" h="459" extrusionOk="0">
                      <a:moveTo>
                        <a:pt x="305" y="1"/>
                      </a:moveTo>
                      <a:cubicBezTo>
                        <a:pt x="252" y="1"/>
                        <a:pt x="198" y="19"/>
                        <a:pt x="156" y="57"/>
                      </a:cubicBezTo>
                      <a:cubicBezTo>
                        <a:pt x="1" y="191"/>
                        <a:pt x="87" y="445"/>
                        <a:pt x="290" y="458"/>
                      </a:cubicBezTo>
                      <a:cubicBezTo>
                        <a:pt x="296" y="459"/>
                        <a:pt x="302" y="459"/>
                        <a:pt x="308" y="459"/>
                      </a:cubicBezTo>
                      <a:cubicBezTo>
                        <a:pt x="501" y="459"/>
                        <a:pt x="609" y="229"/>
                        <a:pt x="478" y="80"/>
                      </a:cubicBezTo>
                      <a:cubicBezTo>
                        <a:pt x="433" y="27"/>
                        <a:pt x="369" y="1"/>
                        <a:pt x="3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4" name="Google Shape;7564;p67"/>
                <p:cNvSpPr/>
                <p:nvPr/>
              </p:nvSpPr>
              <p:spPr>
                <a:xfrm>
                  <a:off x="8274825" y="2485000"/>
                  <a:ext cx="19525" cy="3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" h="1517" extrusionOk="0">
                      <a:moveTo>
                        <a:pt x="731" y="0"/>
                      </a:moveTo>
                      <a:cubicBezTo>
                        <a:pt x="714" y="0"/>
                        <a:pt x="698" y="10"/>
                        <a:pt x="694" y="33"/>
                      </a:cubicBezTo>
                      <a:cubicBezTo>
                        <a:pt x="561" y="545"/>
                        <a:pt x="333" y="1028"/>
                        <a:pt x="20" y="1454"/>
                      </a:cubicBezTo>
                      <a:cubicBezTo>
                        <a:pt x="0" y="1481"/>
                        <a:pt x="20" y="1517"/>
                        <a:pt x="51" y="1517"/>
                      </a:cubicBezTo>
                      <a:cubicBezTo>
                        <a:pt x="64" y="1517"/>
                        <a:pt x="76" y="1511"/>
                        <a:pt x="84" y="1502"/>
                      </a:cubicBezTo>
                      <a:cubicBezTo>
                        <a:pt x="403" y="1067"/>
                        <a:pt x="635" y="574"/>
                        <a:pt x="770" y="53"/>
                      </a:cubicBezTo>
                      <a:cubicBezTo>
                        <a:pt x="780" y="21"/>
                        <a:pt x="755" y="0"/>
                        <a:pt x="7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5" name="Google Shape;7565;p67"/>
                <p:cNvSpPr/>
                <p:nvPr/>
              </p:nvSpPr>
              <p:spPr>
                <a:xfrm>
                  <a:off x="8283975" y="2520700"/>
                  <a:ext cx="40625" cy="1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5" h="561" extrusionOk="0">
                      <a:moveTo>
                        <a:pt x="1570" y="1"/>
                      </a:moveTo>
                      <a:cubicBezTo>
                        <a:pt x="1568" y="1"/>
                        <a:pt x="1567" y="1"/>
                        <a:pt x="1565" y="1"/>
                      </a:cubicBezTo>
                      <a:cubicBezTo>
                        <a:pt x="1030" y="64"/>
                        <a:pt x="511" y="229"/>
                        <a:pt x="37" y="486"/>
                      </a:cubicBezTo>
                      <a:cubicBezTo>
                        <a:pt x="1" y="505"/>
                        <a:pt x="14" y="560"/>
                        <a:pt x="56" y="560"/>
                      </a:cubicBezTo>
                      <a:cubicBezTo>
                        <a:pt x="62" y="560"/>
                        <a:pt x="70" y="559"/>
                        <a:pt x="76" y="556"/>
                      </a:cubicBezTo>
                      <a:cubicBezTo>
                        <a:pt x="541" y="304"/>
                        <a:pt x="1049" y="143"/>
                        <a:pt x="1576" y="80"/>
                      </a:cubicBezTo>
                      <a:cubicBezTo>
                        <a:pt x="1625" y="73"/>
                        <a:pt x="1618" y="1"/>
                        <a:pt x="15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566" name="Google Shape;7566;p67"/>
          <p:cNvGrpSpPr/>
          <p:nvPr/>
        </p:nvGrpSpPr>
        <p:grpSpPr>
          <a:xfrm>
            <a:off x="7137091" y="799025"/>
            <a:ext cx="441304" cy="490554"/>
            <a:chOff x="8344125" y="2477925"/>
            <a:chExt cx="197575" cy="219625"/>
          </a:xfrm>
        </p:grpSpPr>
        <p:grpSp>
          <p:nvGrpSpPr>
            <p:cNvPr id="7567" name="Google Shape;7567;p67"/>
            <p:cNvGrpSpPr/>
            <p:nvPr/>
          </p:nvGrpSpPr>
          <p:grpSpPr>
            <a:xfrm>
              <a:off x="8344125" y="2477925"/>
              <a:ext cx="192575" cy="198500"/>
              <a:chOff x="8344125" y="2477925"/>
              <a:chExt cx="192575" cy="198500"/>
            </a:xfrm>
          </p:grpSpPr>
          <p:sp>
            <p:nvSpPr>
              <p:cNvPr id="7568" name="Google Shape;7568;p67"/>
              <p:cNvSpPr/>
              <p:nvPr/>
            </p:nvSpPr>
            <p:spPr>
              <a:xfrm>
                <a:off x="8418500" y="2477925"/>
                <a:ext cx="118200" cy="1235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40" extrusionOk="0">
                    <a:moveTo>
                      <a:pt x="1169" y="0"/>
                    </a:moveTo>
                    <a:cubicBezTo>
                      <a:pt x="534" y="488"/>
                      <a:pt x="67" y="1229"/>
                      <a:pt x="30" y="2028"/>
                    </a:cubicBezTo>
                    <a:cubicBezTo>
                      <a:pt x="0" y="2645"/>
                      <a:pt x="190" y="3270"/>
                      <a:pt x="547" y="3773"/>
                    </a:cubicBezTo>
                    <a:cubicBezTo>
                      <a:pt x="549" y="3776"/>
                      <a:pt x="550" y="3777"/>
                      <a:pt x="552" y="3780"/>
                    </a:cubicBezTo>
                    <a:lnTo>
                      <a:pt x="574" y="3811"/>
                    </a:lnTo>
                    <a:lnTo>
                      <a:pt x="600" y="3844"/>
                    </a:lnTo>
                    <a:lnTo>
                      <a:pt x="616" y="3865"/>
                    </a:lnTo>
                    <a:cubicBezTo>
                      <a:pt x="626" y="3879"/>
                      <a:pt x="635" y="3892"/>
                      <a:pt x="646" y="3904"/>
                    </a:cubicBezTo>
                    <a:lnTo>
                      <a:pt x="664" y="3925"/>
                    </a:lnTo>
                    <a:cubicBezTo>
                      <a:pt x="673" y="3937"/>
                      <a:pt x="685" y="3952"/>
                      <a:pt x="692" y="3961"/>
                    </a:cubicBezTo>
                    <a:cubicBezTo>
                      <a:pt x="700" y="3970"/>
                      <a:pt x="709" y="3979"/>
                      <a:pt x="716" y="3987"/>
                    </a:cubicBezTo>
                    <a:cubicBezTo>
                      <a:pt x="723" y="3996"/>
                      <a:pt x="729" y="4004"/>
                      <a:pt x="740" y="4014"/>
                    </a:cubicBezTo>
                    <a:cubicBezTo>
                      <a:pt x="750" y="4026"/>
                      <a:pt x="761" y="4037"/>
                      <a:pt x="771" y="4049"/>
                    </a:cubicBezTo>
                    <a:cubicBezTo>
                      <a:pt x="777" y="4055"/>
                      <a:pt x="783" y="4062"/>
                      <a:pt x="789" y="4068"/>
                    </a:cubicBezTo>
                    <a:cubicBezTo>
                      <a:pt x="801" y="4080"/>
                      <a:pt x="811" y="4092"/>
                      <a:pt x="823" y="4104"/>
                    </a:cubicBezTo>
                    <a:cubicBezTo>
                      <a:pt x="829" y="4110"/>
                      <a:pt x="835" y="4116"/>
                      <a:pt x="843" y="4122"/>
                    </a:cubicBezTo>
                    <a:cubicBezTo>
                      <a:pt x="852" y="4132"/>
                      <a:pt x="862" y="4141"/>
                      <a:pt x="871" y="4151"/>
                    </a:cubicBezTo>
                    <a:lnTo>
                      <a:pt x="899" y="4178"/>
                    </a:lnTo>
                    <a:lnTo>
                      <a:pt x="905" y="4184"/>
                    </a:lnTo>
                    <a:cubicBezTo>
                      <a:pt x="1356" y="4606"/>
                      <a:pt x="1949" y="4878"/>
                      <a:pt x="2565" y="4931"/>
                    </a:cubicBezTo>
                    <a:cubicBezTo>
                      <a:pt x="2631" y="4937"/>
                      <a:pt x="2697" y="4940"/>
                      <a:pt x="2762" y="4940"/>
                    </a:cubicBezTo>
                    <a:cubicBezTo>
                      <a:pt x="3492" y="4940"/>
                      <a:pt x="4206" y="4591"/>
                      <a:pt x="4727" y="4074"/>
                    </a:cubicBezTo>
                    <a:cubicBezTo>
                      <a:pt x="4486" y="3643"/>
                      <a:pt x="4035" y="3342"/>
                      <a:pt x="3551" y="3252"/>
                    </a:cubicBezTo>
                    <a:cubicBezTo>
                      <a:pt x="3822" y="3211"/>
                      <a:pt x="4077" y="3096"/>
                      <a:pt x="4320" y="2930"/>
                    </a:cubicBezTo>
                    <a:cubicBezTo>
                      <a:pt x="4492" y="2812"/>
                      <a:pt x="4653" y="2648"/>
                      <a:pt x="4678" y="2441"/>
                    </a:cubicBezTo>
                    <a:cubicBezTo>
                      <a:pt x="4699" y="2282"/>
                      <a:pt x="4636" y="2125"/>
                      <a:pt x="4562" y="1982"/>
                    </a:cubicBezTo>
                    <a:cubicBezTo>
                      <a:pt x="4268" y="1423"/>
                      <a:pt x="3733" y="811"/>
                      <a:pt x="3220" y="446"/>
                    </a:cubicBezTo>
                    <a:cubicBezTo>
                      <a:pt x="3090" y="353"/>
                      <a:pt x="2942" y="270"/>
                      <a:pt x="2781" y="268"/>
                    </a:cubicBezTo>
                    <a:cubicBezTo>
                      <a:pt x="2780" y="268"/>
                      <a:pt x="2779" y="268"/>
                      <a:pt x="2778" y="268"/>
                    </a:cubicBezTo>
                    <a:cubicBezTo>
                      <a:pt x="2570" y="268"/>
                      <a:pt x="2387" y="403"/>
                      <a:pt x="2249" y="558"/>
                    </a:cubicBezTo>
                    <a:cubicBezTo>
                      <a:pt x="2052" y="775"/>
                      <a:pt x="1903" y="1014"/>
                      <a:pt x="1825" y="1276"/>
                    </a:cubicBezTo>
                    <a:cubicBezTo>
                      <a:pt x="1803" y="783"/>
                      <a:pt x="1564" y="298"/>
                      <a:pt x="1169" y="0"/>
                    </a:cubicBezTo>
                    <a:close/>
                  </a:path>
                </a:pathLst>
              </a:custGeom>
              <a:solidFill>
                <a:srgbClr val="FF9178">
                  <a:alpha val="82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7569;p67"/>
              <p:cNvSpPr/>
              <p:nvPr/>
            </p:nvSpPr>
            <p:spPr>
              <a:xfrm>
                <a:off x="8370175" y="2559100"/>
                <a:ext cx="24750" cy="60725"/>
              </a:xfrm>
              <a:custGeom>
                <a:avLst/>
                <a:gdLst/>
                <a:ahLst/>
                <a:cxnLst/>
                <a:rect l="l" t="t" r="r" b="b"/>
                <a:pathLst>
                  <a:path w="990" h="2429" extrusionOk="0">
                    <a:moveTo>
                      <a:pt x="943" y="1"/>
                    </a:moveTo>
                    <a:cubicBezTo>
                      <a:pt x="815" y="195"/>
                      <a:pt x="688" y="390"/>
                      <a:pt x="560" y="584"/>
                    </a:cubicBezTo>
                    <a:cubicBezTo>
                      <a:pt x="378" y="863"/>
                      <a:pt x="193" y="1146"/>
                      <a:pt x="98" y="1465"/>
                    </a:cubicBezTo>
                    <a:cubicBezTo>
                      <a:pt x="1" y="1783"/>
                      <a:pt x="2" y="2147"/>
                      <a:pt x="180" y="2428"/>
                    </a:cubicBezTo>
                    <a:cubicBezTo>
                      <a:pt x="737" y="2135"/>
                      <a:pt x="889" y="1450"/>
                      <a:pt x="956" y="878"/>
                    </a:cubicBezTo>
                    <a:cubicBezTo>
                      <a:pt x="989" y="591"/>
                      <a:pt x="959" y="289"/>
                      <a:pt x="943" y="1"/>
                    </a:cubicBezTo>
                    <a:close/>
                  </a:path>
                </a:pathLst>
              </a:custGeom>
              <a:solidFill>
                <a:srgbClr val="FF9178">
                  <a:alpha val="82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7570;p67"/>
              <p:cNvSpPr/>
              <p:nvPr/>
            </p:nvSpPr>
            <p:spPr>
              <a:xfrm>
                <a:off x="8344125" y="2598800"/>
                <a:ext cx="20050" cy="635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542" extrusionOk="0">
                    <a:moveTo>
                      <a:pt x="477" y="1"/>
                    </a:moveTo>
                    <a:lnTo>
                      <a:pt x="249" y="660"/>
                    </a:lnTo>
                    <a:cubicBezTo>
                      <a:pt x="140" y="975"/>
                      <a:pt x="32" y="1294"/>
                      <a:pt x="15" y="1626"/>
                    </a:cubicBezTo>
                    <a:cubicBezTo>
                      <a:pt x="0" y="1960"/>
                      <a:pt x="90" y="2312"/>
                      <a:pt x="333" y="2542"/>
                    </a:cubicBezTo>
                    <a:cubicBezTo>
                      <a:pt x="801" y="2120"/>
                      <a:pt x="782" y="1421"/>
                      <a:pt x="706" y="848"/>
                    </a:cubicBezTo>
                    <a:cubicBezTo>
                      <a:pt x="667" y="562"/>
                      <a:pt x="565" y="275"/>
                      <a:pt x="477" y="1"/>
                    </a:cubicBezTo>
                    <a:close/>
                  </a:path>
                </a:pathLst>
              </a:custGeom>
              <a:solidFill>
                <a:srgbClr val="FF9178">
                  <a:alpha val="82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7571;p67"/>
              <p:cNvSpPr/>
              <p:nvPr/>
            </p:nvSpPr>
            <p:spPr>
              <a:xfrm>
                <a:off x="8379675" y="2614375"/>
                <a:ext cx="61875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860" extrusionOk="0">
                    <a:moveTo>
                      <a:pt x="1701" y="0"/>
                    </a:moveTo>
                    <a:cubicBezTo>
                      <a:pt x="1667" y="0"/>
                      <a:pt x="1634" y="1"/>
                      <a:pt x="1601" y="3"/>
                    </a:cubicBezTo>
                    <a:cubicBezTo>
                      <a:pt x="1024" y="33"/>
                      <a:pt x="332" y="138"/>
                      <a:pt x="1" y="674"/>
                    </a:cubicBezTo>
                    <a:cubicBezTo>
                      <a:pt x="180" y="805"/>
                      <a:pt x="401" y="860"/>
                      <a:pt x="625" y="860"/>
                    </a:cubicBezTo>
                    <a:cubicBezTo>
                      <a:pt x="737" y="860"/>
                      <a:pt x="849" y="846"/>
                      <a:pt x="957" y="821"/>
                    </a:cubicBezTo>
                    <a:cubicBezTo>
                      <a:pt x="1282" y="747"/>
                      <a:pt x="1577" y="581"/>
                      <a:pt x="1866" y="419"/>
                    </a:cubicBezTo>
                    <a:lnTo>
                      <a:pt x="2475" y="76"/>
                    </a:lnTo>
                    <a:cubicBezTo>
                      <a:pt x="2221" y="43"/>
                      <a:pt x="1957" y="0"/>
                      <a:pt x="1701" y="0"/>
                    </a:cubicBezTo>
                    <a:close/>
                  </a:path>
                </a:pathLst>
              </a:custGeom>
              <a:solidFill>
                <a:srgbClr val="FF9178">
                  <a:alpha val="82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7572;p67"/>
              <p:cNvSpPr/>
              <p:nvPr/>
            </p:nvSpPr>
            <p:spPr>
              <a:xfrm>
                <a:off x="8364425" y="2638250"/>
                <a:ext cx="51450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2058" h="1527" extrusionOk="0">
                    <a:moveTo>
                      <a:pt x="2057" y="1"/>
                    </a:moveTo>
                    <a:lnTo>
                      <a:pt x="2057" y="1"/>
                    </a:lnTo>
                    <a:cubicBezTo>
                      <a:pt x="1778" y="75"/>
                      <a:pt x="1483" y="145"/>
                      <a:pt x="1222" y="269"/>
                    </a:cubicBezTo>
                    <a:cubicBezTo>
                      <a:pt x="700" y="517"/>
                      <a:pt x="101" y="880"/>
                      <a:pt x="1" y="1502"/>
                    </a:cubicBezTo>
                    <a:cubicBezTo>
                      <a:pt x="71" y="1519"/>
                      <a:pt x="141" y="1527"/>
                      <a:pt x="212" y="1527"/>
                    </a:cubicBezTo>
                    <a:cubicBezTo>
                      <a:pt x="470" y="1527"/>
                      <a:pt x="729" y="1423"/>
                      <a:pt x="940" y="1271"/>
                    </a:cubicBezTo>
                    <a:cubicBezTo>
                      <a:pt x="1212" y="1077"/>
                      <a:pt x="1421" y="812"/>
                      <a:pt x="1626" y="549"/>
                    </a:cubicBezTo>
                    <a:lnTo>
                      <a:pt x="2057" y="1"/>
                    </a:lnTo>
                    <a:close/>
                  </a:path>
                </a:pathLst>
              </a:custGeom>
              <a:solidFill>
                <a:srgbClr val="FF9178">
                  <a:alpha val="82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73" name="Google Shape;7573;p67"/>
            <p:cNvGrpSpPr/>
            <p:nvPr/>
          </p:nvGrpSpPr>
          <p:grpSpPr>
            <a:xfrm>
              <a:off x="8348675" y="2480300"/>
              <a:ext cx="193025" cy="217250"/>
              <a:chOff x="8348675" y="2480300"/>
              <a:chExt cx="193025" cy="217250"/>
            </a:xfrm>
          </p:grpSpPr>
          <p:sp>
            <p:nvSpPr>
              <p:cNvPr id="7574" name="Google Shape;7574;p67"/>
              <p:cNvSpPr/>
              <p:nvPr/>
            </p:nvSpPr>
            <p:spPr>
              <a:xfrm>
                <a:off x="8353375" y="2566000"/>
                <a:ext cx="122100" cy="131550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5262" extrusionOk="0">
                    <a:moveTo>
                      <a:pt x="4821" y="1"/>
                    </a:moveTo>
                    <a:cubicBezTo>
                      <a:pt x="4817" y="1"/>
                      <a:pt x="4812" y="1"/>
                      <a:pt x="4808" y="2"/>
                    </a:cubicBezTo>
                    <a:cubicBezTo>
                      <a:pt x="4195" y="118"/>
                      <a:pt x="3494" y="379"/>
                      <a:pt x="2832" y="739"/>
                    </a:cubicBezTo>
                    <a:cubicBezTo>
                      <a:pt x="2164" y="1103"/>
                      <a:pt x="1609" y="1528"/>
                      <a:pt x="1274" y="1935"/>
                    </a:cubicBezTo>
                    <a:cubicBezTo>
                      <a:pt x="589" y="2764"/>
                      <a:pt x="78" y="4082"/>
                      <a:pt x="2" y="5214"/>
                    </a:cubicBezTo>
                    <a:cubicBezTo>
                      <a:pt x="0" y="5239"/>
                      <a:pt x="19" y="5260"/>
                      <a:pt x="43" y="5262"/>
                    </a:cubicBezTo>
                    <a:lnTo>
                      <a:pt x="46" y="5262"/>
                    </a:lnTo>
                    <a:cubicBezTo>
                      <a:pt x="70" y="5262"/>
                      <a:pt x="90" y="5244"/>
                      <a:pt x="93" y="5220"/>
                    </a:cubicBezTo>
                    <a:cubicBezTo>
                      <a:pt x="167" y="4106"/>
                      <a:pt x="670" y="2809"/>
                      <a:pt x="1344" y="1993"/>
                    </a:cubicBezTo>
                    <a:cubicBezTo>
                      <a:pt x="1672" y="1593"/>
                      <a:pt x="2216" y="1177"/>
                      <a:pt x="2875" y="818"/>
                    </a:cubicBezTo>
                    <a:cubicBezTo>
                      <a:pt x="3528" y="463"/>
                      <a:pt x="4222" y="205"/>
                      <a:pt x="4826" y="90"/>
                    </a:cubicBezTo>
                    <a:cubicBezTo>
                      <a:pt x="4884" y="82"/>
                      <a:pt x="4872" y="1"/>
                      <a:pt x="48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7575;p67"/>
              <p:cNvSpPr/>
              <p:nvPr/>
            </p:nvSpPr>
            <p:spPr>
              <a:xfrm>
                <a:off x="8371400" y="2578825"/>
                <a:ext cx="43450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2250" extrusionOk="0">
                    <a:moveTo>
                      <a:pt x="622" y="1"/>
                    </a:moveTo>
                    <a:cubicBezTo>
                      <a:pt x="609" y="1"/>
                      <a:pt x="595" y="7"/>
                      <a:pt x="585" y="22"/>
                    </a:cubicBezTo>
                    <a:cubicBezTo>
                      <a:pt x="198" y="684"/>
                      <a:pt x="1" y="1438"/>
                      <a:pt x="14" y="2206"/>
                    </a:cubicBezTo>
                    <a:cubicBezTo>
                      <a:pt x="14" y="2221"/>
                      <a:pt x="23" y="2234"/>
                      <a:pt x="37" y="2243"/>
                    </a:cubicBezTo>
                    <a:cubicBezTo>
                      <a:pt x="43" y="2246"/>
                      <a:pt x="52" y="2249"/>
                      <a:pt x="59" y="2249"/>
                    </a:cubicBezTo>
                    <a:cubicBezTo>
                      <a:pt x="66" y="2249"/>
                      <a:pt x="74" y="2248"/>
                      <a:pt x="80" y="2245"/>
                    </a:cubicBezTo>
                    <a:cubicBezTo>
                      <a:pt x="562" y="1987"/>
                      <a:pt x="1113" y="1866"/>
                      <a:pt x="1647" y="1750"/>
                    </a:cubicBezTo>
                    <a:lnTo>
                      <a:pt x="1681" y="1744"/>
                    </a:lnTo>
                    <a:cubicBezTo>
                      <a:pt x="1738" y="1734"/>
                      <a:pt x="1726" y="1654"/>
                      <a:pt x="1676" y="1654"/>
                    </a:cubicBezTo>
                    <a:cubicBezTo>
                      <a:pt x="1672" y="1654"/>
                      <a:pt x="1667" y="1655"/>
                      <a:pt x="1662" y="1656"/>
                    </a:cubicBezTo>
                    <a:lnTo>
                      <a:pt x="1629" y="1662"/>
                    </a:lnTo>
                    <a:cubicBezTo>
                      <a:pt x="1113" y="1775"/>
                      <a:pt x="581" y="1890"/>
                      <a:pt x="104" y="2130"/>
                    </a:cubicBezTo>
                    <a:cubicBezTo>
                      <a:pt x="104" y="1405"/>
                      <a:pt x="298" y="693"/>
                      <a:pt x="663" y="66"/>
                    </a:cubicBezTo>
                    <a:cubicBezTo>
                      <a:pt x="680" y="31"/>
                      <a:pt x="652" y="1"/>
                      <a:pt x="6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7576;p67"/>
              <p:cNvSpPr/>
              <p:nvPr/>
            </p:nvSpPr>
            <p:spPr>
              <a:xfrm>
                <a:off x="8356800" y="2649200"/>
                <a:ext cx="42950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141" extrusionOk="0">
                    <a:moveTo>
                      <a:pt x="1653" y="1"/>
                    </a:moveTo>
                    <a:cubicBezTo>
                      <a:pt x="1643" y="1"/>
                      <a:pt x="1632" y="4"/>
                      <a:pt x="1623" y="13"/>
                    </a:cubicBezTo>
                    <a:cubicBezTo>
                      <a:pt x="1174" y="414"/>
                      <a:pt x="665" y="870"/>
                      <a:pt x="48" y="1052"/>
                    </a:cubicBezTo>
                    <a:cubicBezTo>
                      <a:pt x="0" y="1069"/>
                      <a:pt x="11" y="1140"/>
                      <a:pt x="61" y="1140"/>
                    </a:cubicBezTo>
                    <a:cubicBezTo>
                      <a:pt x="66" y="1140"/>
                      <a:pt x="70" y="1140"/>
                      <a:pt x="75" y="1139"/>
                    </a:cubicBezTo>
                    <a:cubicBezTo>
                      <a:pt x="710" y="951"/>
                      <a:pt x="1228" y="487"/>
                      <a:pt x="1682" y="80"/>
                    </a:cubicBezTo>
                    <a:cubicBezTo>
                      <a:pt x="1717" y="49"/>
                      <a:pt x="1688" y="1"/>
                      <a:pt x="16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7577;p67"/>
              <p:cNvSpPr/>
              <p:nvPr/>
            </p:nvSpPr>
            <p:spPr>
              <a:xfrm>
                <a:off x="8348675" y="2626225"/>
                <a:ext cx="11425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457" h="1903" extrusionOk="0">
                    <a:moveTo>
                      <a:pt x="184" y="0"/>
                    </a:moveTo>
                    <a:cubicBezTo>
                      <a:pt x="164" y="0"/>
                      <a:pt x="145" y="12"/>
                      <a:pt x="140" y="39"/>
                    </a:cubicBezTo>
                    <a:cubicBezTo>
                      <a:pt x="0" y="702"/>
                      <a:pt x="52" y="1030"/>
                      <a:pt x="84" y="1226"/>
                    </a:cubicBezTo>
                    <a:cubicBezTo>
                      <a:pt x="118" y="1439"/>
                      <a:pt x="249" y="1704"/>
                      <a:pt x="361" y="1882"/>
                    </a:cubicBezTo>
                    <a:cubicBezTo>
                      <a:pt x="370" y="1894"/>
                      <a:pt x="383" y="1903"/>
                      <a:pt x="398" y="1903"/>
                    </a:cubicBezTo>
                    <a:lnTo>
                      <a:pt x="400" y="1903"/>
                    </a:lnTo>
                    <a:cubicBezTo>
                      <a:pt x="436" y="1901"/>
                      <a:pt x="457" y="1862"/>
                      <a:pt x="437" y="1834"/>
                    </a:cubicBezTo>
                    <a:cubicBezTo>
                      <a:pt x="330" y="1663"/>
                      <a:pt x="204" y="1411"/>
                      <a:pt x="173" y="1212"/>
                    </a:cubicBezTo>
                    <a:cubicBezTo>
                      <a:pt x="140" y="1009"/>
                      <a:pt x="93" y="704"/>
                      <a:pt x="228" y="57"/>
                    </a:cubicBezTo>
                    <a:cubicBezTo>
                      <a:pt x="238" y="22"/>
                      <a:pt x="211" y="0"/>
                      <a:pt x="1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7578;p67"/>
              <p:cNvSpPr/>
              <p:nvPr/>
            </p:nvSpPr>
            <p:spPr>
              <a:xfrm>
                <a:off x="8435450" y="2545900"/>
                <a:ext cx="6530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612" h="1695" extrusionOk="0">
                    <a:moveTo>
                      <a:pt x="1484" y="0"/>
                    </a:moveTo>
                    <a:cubicBezTo>
                      <a:pt x="1475" y="0"/>
                      <a:pt x="1465" y="4"/>
                      <a:pt x="1456" y="13"/>
                    </a:cubicBezTo>
                    <a:lnTo>
                      <a:pt x="22" y="1265"/>
                    </a:lnTo>
                    <a:cubicBezTo>
                      <a:pt x="1" y="1285"/>
                      <a:pt x="5" y="1318"/>
                      <a:pt x="29" y="1331"/>
                    </a:cubicBezTo>
                    <a:cubicBezTo>
                      <a:pt x="489" y="1570"/>
                      <a:pt x="998" y="1695"/>
                      <a:pt x="1515" y="1695"/>
                    </a:cubicBezTo>
                    <a:cubicBezTo>
                      <a:pt x="1519" y="1695"/>
                      <a:pt x="1522" y="1695"/>
                      <a:pt x="1525" y="1695"/>
                    </a:cubicBezTo>
                    <a:cubicBezTo>
                      <a:pt x="1529" y="1695"/>
                      <a:pt x="1533" y="1695"/>
                      <a:pt x="1538" y="1695"/>
                    </a:cubicBezTo>
                    <a:cubicBezTo>
                      <a:pt x="1890" y="1695"/>
                      <a:pt x="2239" y="1635"/>
                      <a:pt x="2570" y="1520"/>
                    </a:cubicBezTo>
                    <a:cubicBezTo>
                      <a:pt x="2611" y="1501"/>
                      <a:pt x="2594" y="1444"/>
                      <a:pt x="2556" y="1444"/>
                    </a:cubicBezTo>
                    <a:cubicBezTo>
                      <a:pt x="2552" y="1444"/>
                      <a:pt x="2548" y="1445"/>
                      <a:pt x="2545" y="1446"/>
                    </a:cubicBezTo>
                    <a:cubicBezTo>
                      <a:pt x="2219" y="1560"/>
                      <a:pt x="1872" y="1616"/>
                      <a:pt x="1525" y="1616"/>
                    </a:cubicBezTo>
                    <a:cubicBezTo>
                      <a:pt x="1038" y="1616"/>
                      <a:pt x="550" y="1506"/>
                      <a:pt x="117" y="1288"/>
                    </a:cubicBezTo>
                    <a:lnTo>
                      <a:pt x="1508" y="73"/>
                    </a:lnTo>
                    <a:cubicBezTo>
                      <a:pt x="1543" y="46"/>
                      <a:pt x="1517" y="0"/>
                      <a:pt x="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7579;p67"/>
              <p:cNvSpPr/>
              <p:nvPr/>
            </p:nvSpPr>
            <p:spPr>
              <a:xfrm>
                <a:off x="8428100" y="2514325"/>
                <a:ext cx="45825" cy="64825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2593" extrusionOk="0">
                    <a:moveTo>
                      <a:pt x="489" y="0"/>
                    </a:moveTo>
                    <a:cubicBezTo>
                      <a:pt x="476" y="0"/>
                      <a:pt x="462" y="7"/>
                      <a:pt x="454" y="23"/>
                    </a:cubicBezTo>
                    <a:cubicBezTo>
                      <a:pt x="58" y="799"/>
                      <a:pt x="1" y="1749"/>
                      <a:pt x="299" y="2567"/>
                    </a:cubicBezTo>
                    <a:cubicBezTo>
                      <a:pt x="304" y="2579"/>
                      <a:pt x="314" y="2588"/>
                      <a:pt x="327" y="2591"/>
                    </a:cubicBezTo>
                    <a:cubicBezTo>
                      <a:pt x="330" y="2593"/>
                      <a:pt x="333" y="2593"/>
                      <a:pt x="336" y="2593"/>
                    </a:cubicBezTo>
                    <a:cubicBezTo>
                      <a:pt x="347" y="2593"/>
                      <a:pt x="356" y="2590"/>
                      <a:pt x="363" y="2584"/>
                    </a:cubicBezTo>
                    <a:lnTo>
                      <a:pt x="1798" y="1330"/>
                    </a:lnTo>
                    <a:cubicBezTo>
                      <a:pt x="1833" y="1303"/>
                      <a:pt x="1806" y="1258"/>
                      <a:pt x="1773" y="1258"/>
                    </a:cubicBezTo>
                    <a:cubicBezTo>
                      <a:pt x="1764" y="1258"/>
                      <a:pt x="1754" y="1261"/>
                      <a:pt x="1746" y="1270"/>
                    </a:cubicBezTo>
                    <a:lnTo>
                      <a:pt x="354" y="2485"/>
                    </a:lnTo>
                    <a:cubicBezTo>
                      <a:pt x="86" y="1699"/>
                      <a:pt x="147" y="797"/>
                      <a:pt x="526" y="59"/>
                    </a:cubicBezTo>
                    <a:cubicBezTo>
                      <a:pt x="543" y="27"/>
                      <a:pt x="516" y="0"/>
                      <a:pt x="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7580;p67"/>
              <p:cNvSpPr/>
              <p:nvPr/>
            </p:nvSpPr>
            <p:spPr>
              <a:xfrm>
                <a:off x="8454550" y="2511025"/>
                <a:ext cx="50125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009" extrusionOk="0">
                    <a:moveTo>
                      <a:pt x="203" y="1"/>
                    </a:moveTo>
                    <a:cubicBezTo>
                      <a:pt x="152" y="1"/>
                      <a:pt x="102" y="3"/>
                      <a:pt x="52" y="8"/>
                    </a:cubicBezTo>
                    <a:cubicBezTo>
                      <a:pt x="1" y="11"/>
                      <a:pt x="6" y="87"/>
                      <a:pt x="54" y="87"/>
                    </a:cubicBezTo>
                    <a:cubicBezTo>
                      <a:pt x="56" y="87"/>
                      <a:pt x="58" y="87"/>
                      <a:pt x="60" y="87"/>
                    </a:cubicBezTo>
                    <a:cubicBezTo>
                      <a:pt x="112" y="82"/>
                      <a:pt x="165" y="79"/>
                      <a:pt x="216" y="79"/>
                    </a:cubicBezTo>
                    <a:cubicBezTo>
                      <a:pt x="1207" y="79"/>
                      <a:pt x="1994" y="959"/>
                      <a:pt x="1855" y="1964"/>
                    </a:cubicBezTo>
                    <a:cubicBezTo>
                      <a:pt x="1852" y="1986"/>
                      <a:pt x="1867" y="2006"/>
                      <a:pt x="1888" y="2009"/>
                    </a:cubicBezTo>
                    <a:lnTo>
                      <a:pt x="1894" y="2009"/>
                    </a:lnTo>
                    <a:cubicBezTo>
                      <a:pt x="1913" y="2009"/>
                      <a:pt x="1930" y="1995"/>
                      <a:pt x="1933" y="1976"/>
                    </a:cubicBezTo>
                    <a:cubicBezTo>
                      <a:pt x="2004" y="1463"/>
                      <a:pt x="1825" y="911"/>
                      <a:pt x="1469" y="537"/>
                    </a:cubicBezTo>
                    <a:cubicBezTo>
                      <a:pt x="1146" y="199"/>
                      <a:pt x="672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7581;p67"/>
              <p:cNvSpPr/>
              <p:nvPr/>
            </p:nvSpPr>
            <p:spPr>
              <a:xfrm>
                <a:off x="8491925" y="2501150"/>
                <a:ext cx="32725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09" h="1134" extrusionOk="0">
                    <a:moveTo>
                      <a:pt x="1250" y="0"/>
                    </a:moveTo>
                    <a:cubicBezTo>
                      <a:pt x="1240" y="0"/>
                      <a:pt x="1230" y="4"/>
                      <a:pt x="1221" y="13"/>
                    </a:cubicBezTo>
                    <a:lnTo>
                      <a:pt x="20" y="1062"/>
                    </a:lnTo>
                    <a:cubicBezTo>
                      <a:pt x="2" y="1077"/>
                      <a:pt x="1" y="1102"/>
                      <a:pt x="16" y="1118"/>
                    </a:cubicBezTo>
                    <a:cubicBezTo>
                      <a:pt x="23" y="1127"/>
                      <a:pt x="35" y="1132"/>
                      <a:pt x="47" y="1133"/>
                    </a:cubicBezTo>
                    <a:cubicBezTo>
                      <a:pt x="56" y="1133"/>
                      <a:pt x="66" y="1129"/>
                      <a:pt x="74" y="1123"/>
                    </a:cubicBezTo>
                    <a:lnTo>
                      <a:pt x="1274" y="75"/>
                    </a:lnTo>
                    <a:cubicBezTo>
                      <a:pt x="1309" y="47"/>
                      <a:pt x="1283" y="0"/>
                      <a:pt x="1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7582;p67"/>
              <p:cNvSpPr/>
              <p:nvPr/>
            </p:nvSpPr>
            <p:spPr>
              <a:xfrm>
                <a:off x="8518450" y="2493900"/>
                <a:ext cx="15200" cy="1150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60" extrusionOk="0">
                    <a:moveTo>
                      <a:pt x="304" y="1"/>
                    </a:moveTo>
                    <a:cubicBezTo>
                      <a:pt x="251" y="1"/>
                      <a:pt x="197" y="19"/>
                      <a:pt x="154" y="57"/>
                    </a:cubicBezTo>
                    <a:cubicBezTo>
                      <a:pt x="0" y="192"/>
                      <a:pt x="85" y="445"/>
                      <a:pt x="289" y="459"/>
                    </a:cubicBezTo>
                    <a:cubicBezTo>
                      <a:pt x="295" y="459"/>
                      <a:pt x="301" y="459"/>
                      <a:pt x="307" y="459"/>
                    </a:cubicBezTo>
                    <a:cubicBezTo>
                      <a:pt x="500" y="459"/>
                      <a:pt x="607" y="229"/>
                      <a:pt x="477" y="80"/>
                    </a:cubicBezTo>
                    <a:cubicBezTo>
                      <a:pt x="432" y="28"/>
                      <a:pt x="368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7583;p67"/>
              <p:cNvSpPr/>
              <p:nvPr/>
            </p:nvSpPr>
            <p:spPr>
              <a:xfrm>
                <a:off x="8497525" y="2480300"/>
                <a:ext cx="15200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59" extrusionOk="0">
                    <a:moveTo>
                      <a:pt x="305" y="1"/>
                    </a:moveTo>
                    <a:cubicBezTo>
                      <a:pt x="251" y="1"/>
                      <a:pt x="197" y="19"/>
                      <a:pt x="154" y="57"/>
                    </a:cubicBezTo>
                    <a:cubicBezTo>
                      <a:pt x="1" y="191"/>
                      <a:pt x="87" y="445"/>
                      <a:pt x="290" y="458"/>
                    </a:cubicBezTo>
                    <a:cubicBezTo>
                      <a:pt x="296" y="459"/>
                      <a:pt x="302" y="459"/>
                      <a:pt x="308" y="459"/>
                    </a:cubicBezTo>
                    <a:cubicBezTo>
                      <a:pt x="501" y="459"/>
                      <a:pt x="608" y="229"/>
                      <a:pt x="478" y="80"/>
                    </a:cubicBezTo>
                    <a:cubicBezTo>
                      <a:pt x="433" y="27"/>
                      <a:pt x="369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7584;p67"/>
              <p:cNvSpPr/>
              <p:nvPr/>
            </p:nvSpPr>
            <p:spPr>
              <a:xfrm>
                <a:off x="8486875" y="2485050"/>
                <a:ext cx="19450" cy="37875"/>
              </a:xfrm>
              <a:custGeom>
                <a:avLst/>
                <a:gdLst/>
                <a:ahLst/>
                <a:cxnLst/>
                <a:rect l="l" t="t" r="r" b="b"/>
                <a:pathLst>
                  <a:path w="778" h="1515" extrusionOk="0">
                    <a:moveTo>
                      <a:pt x="730" y="0"/>
                    </a:moveTo>
                    <a:cubicBezTo>
                      <a:pt x="714" y="0"/>
                      <a:pt x="698" y="10"/>
                      <a:pt x="693" y="31"/>
                    </a:cubicBezTo>
                    <a:cubicBezTo>
                      <a:pt x="561" y="543"/>
                      <a:pt x="333" y="1026"/>
                      <a:pt x="19" y="1452"/>
                    </a:cubicBezTo>
                    <a:cubicBezTo>
                      <a:pt x="0" y="1479"/>
                      <a:pt x="19" y="1515"/>
                      <a:pt x="51" y="1515"/>
                    </a:cubicBezTo>
                    <a:cubicBezTo>
                      <a:pt x="64" y="1515"/>
                      <a:pt x="76" y="1509"/>
                      <a:pt x="84" y="1500"/>
                    </a:cubicBezTo>
                    <a:cubicBezTo>
                      <a:pt x="401" y="1065"/>
                      <a:pt x="635" y="572"/>
                      <a:pt x="769" y="51"/>
                    </a:cubicBezTo>
                    <a:cubicBezTo>
                      <a:pt x="777" y="20"/>
                      <a:pt x="754" y="0"/>
                      <a:pt x="7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7585;p67"/>
              <p:cNvSpPr/>
              <p:nvPr/>
            </p:nvSpPr>
            <p:spPr>
              <a:xfrm>
                <a:off x="8529300" y="2515950"/>
                <a:ext cx="12400" cy="1150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460" extrusionOk="0">
                    <a:moveTo>
                      <a:pt x="241" y="0"/>
                    </a:moveTo>
                    <a:cubicBezTo>
                      <a:pt x="128" y="0"/>
                      <a:pt x="19" y="83"/>
                      <a:pt x="10" y="215"/>
                    </a:cubicBezTo>
                    <a:cubicBezTo>
                      <a:pt x="1" y="358"/>
                      <a:pt x="117" y="460"/>
                      <a:pt x="240" y="460"/>
                    </a:cubicBezTo>
                    <a:cubicBezTo>
                      <a:pt x="292" y="460"/>
                      <a:pt x="344" y="442"/>
                      <a:pt x="389" y="403"/>
                    </a:cubicBezTo>
                    <a:cubicBezTo>
                      <a:pt x="485" y="319"/>
                      <a:pt x="495" y="175"/>
                      <a:pt x="412" y="79"/>
                    </a:cubicBezTo>
                    <a:cubicBezTo>
                      <a:pt x="364" y="25"/>
                      <a:pt x="302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7586;p67"/>
              <p:cNvSpPr/>
              <p:nvPr/>
            </p:nvSpPr>
            <p:spPr>
              <a:xfrm>
                <a:off x="8496025" y="2520700"/>
                <a:ext cx="40675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561" extrusionOk="0">
                    <a:moveTo>
                      <a:pt x="1572" y="0"/>
                    </a:moveTo>
                    <a:cubicBezTo>
                      <a:pt x="1570" y="0"/>
                      <a:pt x="1567" y="1"/>
                      <a:pt x="1565" y="1"/>
                    </a:cubicBezTo>
                    <a:cubicBezTo>
                      <a:pt x="1030" y="64"/>
                      <a:pt x="511" y="229"/>
                      <a:pt x="37" y="486"/>
                    </a:cubicBezTo>
                    <a:cubicBezTo>
                      <a:pt x="1" y="505"/>
                      <a:pt x="14" y="560"/>
                      <a:pt x="56" y="560"/>
                    </a:cubicBezTo>
                    <a:cubicBezTo>
                      <a:pt x="62" y="560"/>
                      <a:pt x="69" y="559"/>
                      <a:pt x="75" y="556"/>
                    </a:cubicBezTo>
                    <a:cubicBezTo>
                      <a:pt x="541" y="304"/>
                      <a:pt x="1049" y="143"/>
                      <a:pt x="1574" y="80"/>
                    </a:cubicBezTo>
                    <a:cubicBezTo>
                      <a:pt x="1627" y="76"/>
                      <a:pt x="1620" y="0"/>
                      <a:pt x="15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87" name="Google Shape;7587;p67"/>
          <p:cNvGrpSpPr/>
          <p:nvPr/>
        </p:nvGrpSpPr>
        <p:grpSpPr>
          <a:xfrm>
            <a:off x="7767983" y="799025"/>
            <a:ext cx="441192" cy="490554"/>
            <a:chOff x="8608700" y="2477925"/>
            <a:chExt cx="197525" cy="219625"/>
          </a:xfrm>
        </p:grpSpPr>
        <p:grpSp>
          <p:nvGrpSpPr>
            <p:cNvPr id="7588" name="Google Shape;7588;p67"/>
            <p:cNvGrpSpPr/>
            <p:nvPr/>
          </p:nvGrpSpPr>
          <p:grpSpPr>
            <a:xfrm>
              <a:off x="8608700" y="2477925"/>
              <a:ext cx="192575" cy="198500"/>
              <a:chOff x="8608700" y="2477925"/>
              <a:chExt cx="192575" cy="198500"/>
            </a:xfrm>
          </p:grpSpPr>
          <p:sp>
            <p:nvSpPr>
              <p:cNvPr id="7589" name="Google Shape;7589;p67"/>
              <p:cNvSpPr/>
              <p:nvPr/>
            </p:nvSpPr>
            <p:spPr>
              <a:xfrm>
                <a:off x="8634725" y="2559100"/>
                <a:ext cx="24775" cy="6072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2429" extrusionOk="0">
                    <a:moveTo>
                      <a:pt x="943" y="1"/>
                    </a:moveTo>
                    <a:lnTo>
                      <a:pt x="561" y="584"/>
                    </a:lnTo>
                    <a:cubicBezTo>
                      <a:pt x="377" y="863"/>
                      <a:pt x="194" y="1146"/>
                      <a:pt x="97" y="1465"/>
                    </a:cubicBezTo>
                    <a:cubicBezTo>
                      <a:pt x="0" y="1783"/>
                      <a:pt x="3" y="2147"/>
                      <a:pt x="181" y="2428"/>
                    </a:cubicBezTo>
                    <a:cubicBezTo>
                      <a:pt x="737" y="2135"/>
                      <a:pt x="889" y="1450"/>
                      <a:pt x="956" y="878"/>
                    </a:cubicBezTo>
                    <a:cubicBezTo>
                      <a:pt x="990" y="591"/>
                      <a:pt x="960" y="289"/>
                      <a:pt x="9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7590;p67"/>
              <p:cNvSpPr/>
              <p:nvPr/>
            </p:nvSpPr>
            <p:spPr>
              <a:xfrm>
                <a:off x="8608700" y="2598800"/>
                <a:ext cx="20000" cy="6355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542" extrusionOk="0">
                    <a:moveTo>
                      <a:pt x="477" y="1"/>
                    </a:moveTo>
                    <a:cubicBezTo>
                      <a:pt x="401" y="220"/>
                      <a:pt x="325" y="441"/>
                      <a:pt x="249" y="660"/>
                    </a:cubicBezTo>
                    <a:cubicBezTo>
                      <a:pt x="140" y="975"/>
                      <a:pt x="32" y="1294"/>
                      <a:pt x="15" y="1626"/>
                    </a:cubicBezTo>
                    <a:cubicBezTo>
                      <a:pt x="0" y="1960"/>
                      <a:pt x="90" y="2312"/>
                      <a:pt x="331" y="2542"/>
                    </a:cubicBezTo>
                    <a:cubicBezTo>
                      <a:pt x="799" y="2120"/>
                      <a:pt x="780" y="1421"/>
                      <a:pt x="704" y="848"/>
                    </a:cubicBezTo>
                    <a:cubicBezTo>
                      <a:pt x="667" y="562"/>
                      <a:pt x="564" y="275"/>
                      <a:pt x="4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7591;p67"/>
              <p:cNvSpPr/>
              <p:nvPr/>
            </p:nvSpPr>
            <p:spPr>
              <a:xfrm>
                <a:off x="8644225" y="2614375"/>
                <a:ext cx="61900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860" extrusionOk="0">
                    <a:moveTo>
                      <a:pt x="1701" y="0"/>
                    </a:moveTo>
                    <a:cubicBezTo>
                      <a:pt x="1667" y="0"/>
                      <a:pt x="1634" y="1"/>
                      <a:pt x="1600" y="3"/>
                    </a:cubicBezTo>
                    <a:cubicBezTo>
                      <a:pt x="1025" y="33"/>
                      <a:pt x="331" y="138"/>
                      <a:pt x="0" y="674"/>
                    </a:cubicBezTo>
                    <a:cubicBezTo>
                      <a:pt x="180" y="805"/>
                      <a:pt x="401" y="860"/>
                      <a:pt x="625" y="860"/>
                    </a:cubicBezTo>
                    <a:cubicBezTo>
                      <a:pt x="737" y="860"/>
                      <a:pt x="849" y="846"/>
                      <a:pt x="958" y="821"/>
                    </a:cubicBezTo>
                    <a:cubicBezTo>
                      <a:pt x="1281" y="747"/>
                      <a:pt x="1577" y="581"/>
                      <a:pt x="1867" y="419"/>
                    </a:cubicBezTo>
                    <a:lnTo>
                      <a:pt x="2476" y="76"/>
                    </a:lnTo>
                    <a:cubicBezTo>
                      <a:pt x="2222" y="43"/>
                      <a:pt x="1958" y="0"/>
                      <a:pt x="17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7592;p67"/>
              <p:cNvSpPr/>
              <p:nvPr/>
            </p:nvSpPr>
            <p:spPr>
              <a:xfrm>
                <a:off x="8628975" y="2638250"/>
                <a:ext cx="51425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527" extrusionOk="0">
                    <a:moveTo>
                      <a:pt x="2057" y="1"/>
                    </a:moveTo>
                    <a:cubicBezTo>
                      <a:pt x="1779" y="75"/>
                      <a:pt x="1483" y="145"/>
                      <a:pt x="1222" y="269"/>
                    </a:cubicBezTo>
                    <a:cubicBezTo>
                      <a:pt x="700" y="517"/>
                      <a:pt x="102" y="880"/>
                      <a:pt x="0" y="1502"/>
                    </a:cubicBezTo>
                    <a:cubicBezTo>
                      <a:pt x="70" y="1519"/>
                      <a:pt x="141" y="1527"/>
                      <a:pt x="212" y="1527"/>
                    </a:cubicBezTo>
                    <a:cubicBezTo>
                      <a:pt x="470" y="1527"/>
                      <a:pt x="728" y="1423"/>
                      <a:pt x="941" y="1271"/>
                    </a:cubicBezTo>
                    <a:cubicBezTo>
                      <a:pt x="1211" y="1077"/>
                      <a:pt x="1422" y="812"/>
                      <a:pt x="1626" y="549"/>
                    </a:cubicBezTo>
                    <a:cubicBezTo>
                      <a:pt x="1770" y="366"/>
                      <a:pt x="1914" y="184"/>
                      <a:pt x="20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7593;p67"/>
              <p:cNvSpPr/>
              <p:nvPr/>
            </p:nvSpPr>
            <p:spPr>
              <a:xfrm>
                <a:off x="8683075" y="2477925"/>
                <a:ext cx="118200" cy="1235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40" extrusionOk="0">
                    <a:moveTo>
                      <a:pt x="1169" y="0"/>
                    </a:moveTo>
                    <a:cubicBezTo>
                      <a:pt x="534" y="488"/>
                      <a:pt x="66" y="1229"/>
                      <a:pt x="30" y="2028"/>
                    </a:cubicBezTo>
                    <a:cubicBezTo>
                      <a:pt x="0" y="2645"/>
                      <a:pt x="190" y="3270"/>
                      <a:pt x="547" y="3773"/>
                    </a:cubicBezTo>
                    <a:cubicBezTo>
                      <a:pt x="549" y="3776"/>
                      <a:pt x="550" y="3777"/>
                      <a:pt x="552" y="3780"/>
                    </a:cubicBezTo>
                    <a:cubicBezTo>
                      <a:pt x="559" y="3791"/>
                      <a:pt x="567" y="3801"/>
                      <a:pt x="576" y="3811"/>
                    </a:cubicBezTo>
                    <a:cubicBezTo>
                      <a:pt x="583" y="3822"/>
                      <a:pt x="592" y="3834"/>
                      <a:pt x="600" y="3844"/>
                    </a:cubicBezTo>
                    <a:lnTo>
                      <a:pt x="616" y="3865"/>
                    </a:lnTo>
                    <a:cubicBezTo>
                      <a:pt x="626" y="3879"/>
                      <a:pt x="637" y="3892"/>
                      <a:pt x="646" y="3904"/>
                    </a:cubicBezTo>
                    <a:lnTo>
                      <a:pt x="664" y="3925"/>
                    </a:lnTo>
                    <a:cubicBezTo>
                      <a:pt x="674" y="3937"/>
                      <a:pt x="685" y="3952"/>
                      <a:pt x="694" y="3961"/>
                    </a:cubicBezTo>
                    <a:cubicBezTo>
                      <a:pt x="701" y="3970"/>
                      <a:pt x="708" y="3979"/>
                      <a:pt x="717" y="3987"/>
                    </a:cubicBezTo>
                    <a:cubicBezTo>
                      <a:pt x="725" y="3996"/>
                      <a:pt x="731" y="4004"/>
                      <a:pt x="741" y="4014"/>
                    </a:cubicBezTo>
                    <a:cubicBezTo>
                      <a:pt x="750" y="4026"/>
                      <a:pt x="761" y="4037"/>
                      <a:pt x="771" y="4049"/>
                    </a:cubicBezTo>
                    <a:lnTo>
                      <a:pt x="790" y="4068"/>
                    </a:lnTo>
                    <a:cubicBezTo>
                      <a:pt x="801" y="4080"/>
                      <a:pt x="813" y="4092"/>
                      <a:pt x="825" y="4104"/>
                    </a:cubicBezTo>
                    <a:cubicBezTo>
                      <a:pt x="831" y="4110"/>
                      <a:pt x="837" y="4116"/>
                      <a:pt x="843" y="4122"/>
                    </a:cubicBezTo>
                    <a:cubicBezTo>
                      <a:pt x="853" y="4132"/>
                      <a:pt x="864" y="4143"/>
                      <a:pt x="872" y="4151"/>
                    </a:cubicBezTo>
                    <a:cubicBezTo>
                      <a:pt x="881" y="4159"/>
                      <a:pt x="890" y="4169"/>
                      <a:pt x="901" y="4178"/>
                    </a:cubicBezTo>
                    <a:lnTo>
                      <a:pt x="907" y="4184"/>
                    </a:lnTo>
                    <a:cubicBezTo>
                      <a:pt x="1357" y="4606"/>
                      <a:pt x="1949" y="4878"/>
                      <a:pt x="2565" y="4931"/>
                    </a:cubicBezTo>
                    <a:cubicBezTo>
                      <a:pt x="2631" y="4937"/>
                      <a:pt x="2697" y="4940"/>
                      <a:pt x="2762" y="4940"/>
                    </a:cubicBezTo>
                    <a:cubicBezTo>
                      <a:pt x="3491" y="4940"/>
                      <a:pt x="4206" y="4591"/>
                      <a:pt x="4727" y="4074"/>
                    </a:cubicBezTo>
                    <a:cubicBezTo>
                      <a:pt x="4486" y="3643"/>
                      <a:pt x="4035" y="3342"/>
                      <a:pt x="3551" y="3252"/>
                    </a:cubicBezTo>
                    <a:cubicBezTo>
                      <a:pt x="3822" y="3211"/>
                      <a:pt x="4077" y="3096"/>
                      <a:pt x="4320" y="2930"/>
                    </a:cubicBezTo>
                    <a:cubicBezTo>
                      <a:pt x="4492" y="2812"/>
                      <a:pt x="4651" y="2648"/>
                      <a:pt x="4678" y="2441"/>
                    </a:cubicBezTo>
                    <a:cubicBezTo>
                      <a:pt x="4699" y="2282"/>
                      <a:pt x="4636" y="2125"/>
                      <a:pt x="4562" y="1982"/>
                    </a:cubicBezTo>
                    <a:cubicBezTo>
                      <a:pt x="4268" y="1423"/>
                      <a:pt x="3733" y="811"/>
                      <a:pt x="3220" y="446"/>
                    </a:cubicBezTo>
                    <a:cubicBezTo>
                      <a:pt x="3088" y="353"/>
                      <a:pt x="2941" y="270"/>
                      <a:pt x="2780" y="268"/>
                    </a:cubicBezTo>
                    <a:cubicBezTo>
                      <a:pt x="2779" y="268"/>
                      <a:pt x="2777" y="268"/>
                      <a:pt x="2776" y="268"/>
                    </a:cubicBezTo>
                    <a:cubicBezTo>
                      <a:pt x="2570" y="268"/>
                      <a:pt x="2387" y="403"/>
                      <a:pt x="2247" y="558"/>
                    </a:cubicBezTo>
                    <a:cubicBezTo>
                      <a:pt x="2052" y="775"/>
                      <a:pt x="1903" y="1014"/>
                      <a:pt x="1824" y="1276"/>
                    </a:cubicBezTo>
                    <a:cubicBezTo>
                      <a:pt x="1803" y="783"/>
                      <a:pt x="1564" y="298"/>
                      <a:pt x="11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94" name="Google Shape;7594;p67"/>
            <p:cNvGrpSpPr/>
            <p:nvPr/>
          </p:nvGrpSpPr>
          <p:grpSpPr>
            <a:xfrm>
              <a:off x="8613200" y="2480300"/>
              <a:ext cx="193025" cy="217250"/>
              <a:chOff x="8613200" y="2480300"/>
              <a:chExt cx="193025" cy="217250"/>
            </a:xfrm>
          </p:grpSpPr>
          <p:sp>
            <p:nvSpPr>
              <p:cNvPr id="7595" name="Google Shape;7595;p67"/>
              <p:cNvSpPr/>
              <p:nvPr/>
            </p:nvSpPr>
            <p:spPr>
              <a:xfrm>
                <a:off x="8617950" y="2566000"/>
                <a:ext cx="122100" cy="131550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5262" extrusionOk="0">
                    <a:moveTo>
                      <a:pt x="4822" y="0"/>
                    </a:moveTo>
                    <a:cubicBezTo>
                      <a:pt x="4817" y="0"/>
                      <a:pt x="4813" y="1"/>
                      <a:pt x="4808" y="2"/>
                    </a:cubicBezTo>
                    <a:cubicBezTo>
                      <a:pt x="4195" y="118"/>
                      <a:pt x="3492" y="379"/>
                      <a:pt x="2832" y="739"/>
                    </a:cubicBezTo>
                    <a:cubicBezTo>
                      <a:pt x="2162" y="1103"/>
                      <a:pt x="1609" y="1528"/>
                      <a:pt x="1274" y="1935"/>
                    </a:cubicBezTo>
                    <a:cubicBezTo>
                      <a:pt x="588" y="2764"/>
                      <a:pt x="78" y="4082"/>
                      <a:pt x="2" y="5214"/>
                    </a:cubicBezTo>
                    <a:cubicBezTo>
                      <a:pt x="0" y="5239"/>
                      <a:pt x="18" y="5260"/>
                      <a:pt x="43" y="5262"/>
                    </a:cubicBezTo>
                    <a:lnTo>
                      <a:pt x="46" y="5262"/>
                    </a:lnTo>
                    <a:cubicBezTo>
                      <a:pt x="70" y="5262"/>
                      <a:pt x="90" y="5244"/>
                      <a:pt x="91" y="5220"/>
                    </a:cubicBezTo>
                    <a:cubicBezTo>
                      <a:pt x="166" y="4106"/>
                      <a:pt x="668" y="2809"/>
                      <a:pt x="1342" y="1993"/>
                    </a:cubicBezTo>
                    <a:cubicBezTo>
                      <a:pt x="1672" y="1593"/>
                      <a:pt x="2216" y="1177"/>
                      <a:pt x="2875" y="818"/>
                    </a:cubicBezTo>
                    <a:cubicBezTo>
                      <a:pt x="3528" y="463"/>
                      <a:pt x="4220" y="205"/>
                      <a:pt x="4824" y="90"/>
                    </a:cubicBezTo>
                    <a:cubicBezTo>
                      <a:pt x="4883" y="82"/>
                      <a:pt x="4873" y="0"/>
                      <a:pt x="4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7596;p67"/>
              <p:cNvSpPr/>
              <p:nvPr/>
            </p:nvSpPr>
            <p:spPr>
              <a:xfrm>
                <a:off x="8635950" y="2578825"/>
                <a:ext cx="43325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2250" extrusionOk="0">
                    <a:moveTo>
                      <a:pt x="623" y="1"/>
                    </a:moveTo>
                    <a:cubicBezTo>
                      <a:pt x="610" y="1"/>
                      <a:pt x="596" y="7"/>
                      <a:pt x="586" y="22"/>
                    </a:cubicBezTo>
                    <a:cubicBezTo>
                      <a:pt x="199" y="684"/>
                      <a:pt x="0" y="1438"/>
                      <a:pt x="14" y="2206"/>
                    </a:cubicBezTo>
                    <a:cubicBezTo>
                      <a:pt x="15" y="2221"/>
                      <a:pt x="23" y="2234"/>
                      <a:pt x="36" y="2243"/>
                    </a:cubicBezTo>
                    <a:cubicBezTo>
                      <a:pt x="44" y="2246"/>
                      <a:pt x="51" y="2249"/>
                      <a:pt x="58" y="2249"/>
                    </a:cubicBezTo>
                    <a:cubicBezTo>
                      <a:pt x="66" y="2249"/>
                      <a:pt x="73" y="2248"/>
                      <a:pt x="81" y="2245"/>
                    </a:cubicBezTo>
                    <a:cubicBezTo>
                      <a:pt x="562" y="1987"/>
                      <a:pt x="1114" y="1866"/>
                      <a:pt x="1648" y="1750"/>
                    </a:cubicBezTo>
                    <a:lnTo>
                      <a:pt x="1681" y="1744"/>
                    </a:lnTo>
                    <a:cubicBezTo>
                      <a:pt x="1733" y="1730"/>
                      <a:pt x="1720" y="1655"/>
                      <a:pt x="1672" y="1655"/>
                    </a:cubicBezTo>
                    <a:cubicBezTo>
                      <a:pt x="1669" y="1655"/>
                      <a:pt x="1666" y="1655"/>
                      <a:pt x="1663" y="1656"/>
                    </a:cubicBezTo>
                    <a:lnTo>
                      <a:pt x="1629" y="1662"/>
                    </a:lnTo>
                    <a:cubicBezTo>
                      <a:pt x="1113" y="1775"/>
                      <a:pt x="580" y="1890"/>
                      <a:pt x="105" y="2130"/>
                    </a:cubicBezTo>
                    <a:cubicBezTo>
                      <a:pt x="105" y="1405"/>
                      <a:pt x="297" y="693"/>
                      <a:pt x="664" y="66"/>
                    </a:cubicBezTo>
                    <a:cubicBezTo>
                      <a:pt x="681" y="31"/>
                      <a:pt x="653" y="1"/>
                      <a:pt x="6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7597;p67"/>
              <p:cNvSpPr/>
              <p:nvPr/>
            </p:nvSpPr>
            <p:spPr>
              <a:xfrm>
                <a:off x="8621300" y="2649200"/>
                <a:ext cx="43025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141" extrusionOk="0">
                    <a:moveTo>
                      <a:pt x="1656" y="1"/>
                    </a:moveTo>
                    <a:cubicBezTo>
                      <a:pt x="1646" y="1"/>
                      <a:pt x="1635" y="4"/>
                      <a:pt x="1626" y="13"/>
                    </a:cubicBezTo>
                    <a:cubicBezTo>
                      <a:pt x="1177" y="414"/>
                      <a:pt x="667" y="870"/>
                      <a:pt x="51" y="1052"/>
                    </a:cubicBezTo>
                    <a:cubicBezTo>
                      <a:pt x="1" y="1067"/>
                      <a:pt x="10" y="1140"/>
                      <a:pt x="63" y="1140"/>
                    </a:cubicBezTo>
                    <a:cubicBezTo>
                      <a:pt x="63" y="1140"/>
                      <a:pt x="64" y="1140"/>
                      <a:pt x="64" y="1140"/>
                    </a:cubicBezTo>
                    <a:cubicBezTo>
                      <a:pt x="69" y="1140"/>
                      <a:pt x="72" y="1140"/>
                      <a:pt x="76" y="1139"/>
                    </a:cubicBezTo>
                    <a:cubicBezTo>
                      <a:pt x="713" y="951"/>
                      <a:pt x="1229" y="487"/>
                      <a:pt x="1685" y="80"/>
                    </a:cubicBezTo>
                    <a:cubicBezTo>
                      <a:pt x="1720" y="49"/>
                      <a:pt x="1691" y="1"/>
                      <a:pt x="1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7598;p67"/>
              <p:cNvSpPr/>
              <p:nvPr/>
            </p:nvSpPr>
            <p:spPr>
              <a:xfrm>
                <a:off x="8613200" y="2626225"/>
                <a:ext cx="11275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451" h="1903" extrusionOk="0">
                    <a:moveTo>
                      <a:pt x="185" y="0"/>
                    </a:moveTo>
                    <a:cubicBezTo>
                      <a:pt x="165" y="0"/>
                      <a:pt x="145" y="12"/>
                      <a:pt x="141" y="39"/>
                    </a:cubicBezTo>
                    <a:cubicBezTo>
                      <a:pt x="1" y="702"/>
                      <a:pt x="53" y="1030"/>
                      <a:pt x="84" y="1226"/>
                    </a:cubicBezTo>
                    <a:cubicBezTo>
                      <a:pt x="118" y="1439"/>
                      <a:pt x="250" y="1704"/>
                      <a:pt x="362" y="1882"/>
                    </a:cubicBezTo>
                    <a:cubicBezTo>
                      <a:pt x="370" y="1894"/>
                      <a:pt x="384" y="1903"/>
                      <a:pt x="400" y="1903"/>
                    </a:cubicBezTo>
                    <a:cubicBezTo>
                      <a:pt x="408" y="1903"/>
                      <a:pt x="417" y="1900"/>
                      <a:pt x="423" y="1895"/>
                    </a:cubicBezTo>
                    <a:cubicBezTo>
                      <a:pt x="444" y="1882"/>
                      <a:pt x="451" y="1855"/>
                      <a:pt x="438" y="1833"/>
                    </a:cubicBezTo>
                    <a:cubicBezTo>
                      <a:pt x="330" y="1663"/>
                      <a:pt x="205" y="1411"/>
                      <a:pt x="172" y="1212"/>
                    </a:cubicBezTo>
                    <a:cubicBezTo>
                      <a:pt x="141" y="1009"/>
                      <a:pt x="92" y="704"/>
                      <a:pt x="229" y="57"/>
                    </a:cubicBezTo>
                    <a:cubicBezTo>
                      <a:pt x="238" y="22"/>
                      <a:pt x="211" y="0"/>
                      <a:pt x="1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7599;p67"/>
              <p:cNvSpPr/>
              <p:nvPr/>
            </p:nvSpPr>
            <p:spPr>
              <a:xfrm>
                <a:off x="8700025" y="2545900"/>
                <a:ext cx="65500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1695" extrusionOk="0">
                    <a:moveTo>
                      <a:pt x="1484" y="0"/>
                    </a:moveTo>
                    <a:cubicBezTo>
                      <a:pt x="1475" y="0"/>
                      <a:pt x="1465" y="4"/>
                      <a:pt x="1456" y="13"/>
                    </a:cubicBezTo>
                    <a:lnTo>
                      <a:pt x="22" y="1265"/>
                    </a:lnTo>
                    <a:cubicBezTo>
                      <a:pt x="1" y="1285"/>
                      <a:pt x="4" y="1318"/>
                      <a:pt x="29" y="1331"/>
                    </a:cubicBezTo>
                    <a:cubicBezTo>
                      <a:pt x="487" y="1570"/>
                      <a:pt x="998" y="1695"/>
                      <a:pt x="1515" y="1695"/>
                    </a:cubicBezTo>
                    <a:cubicBezTo>
                      <a:pt x="1518" y="1695"/>
                      <a:pt x="1522" y="1695"/>
                      <a:pt x="1525" y="1695"/>
                    </a:cubicBezTo>
                    <a:cubicBezTo>
                      <a:pt x="1529" y="1695"/>
                      <a:pt x="1533" y="1695"/>
                      <a:pt x="1538" y="1695"/>
                    </a:cubicBezTo>
                    <a:cubicBezTo>
                      <a:pt x="1890" y="1695"/>
                      <a:pt x="2239" y="1635"/>
                      <a:pt x="2570" y="1520"/>
                    </a:cubicBezTo>
                    <a:cubicBezTo>
                      <a:pt x="2619" y="1507"/>
                      <a:pt x="2603" y="1441"/>
                      <a:pt x="2562" y="1441"/>
                    </a:cubicBezTo>
                    <a:cubicBezTo>
                      <a:pt x="2556" y="1441"/>
                      <a:pt x="2550" y="1443"/>
                      <a:pt x="2543" y="1446"/>
                    </a:cubicBezTo>
                    <a:cubicBezTo>
                      <a:pt x="2217" y="1560"/>
                      <a:pt x="1871" y="1616"/>
                      <a:pt x="1524" y="1616"/>
                    </a:cubicBezTo>
                    <a:cubicBezTo>
                      <a:pt x="1037" y="1616"/>
                      <a:pt x="550" y="1506"/>
                      <a:pt x="117" y="1288"/>
                    </a:cubicBezTo>
                    <a:lnTo>
                      <a:pt x="1508" y="73"/>
                    </a:lnTo>
                    <a:cubicBezTo>
                      <a:pt x="1543" y="46"/>
                      <a:pt x="1516" y="0"/>
                      <a:pt x="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7600;p67"/>
              <p:cNvSpPr/>
              <p:nvPr/>
            </p:nvSpPr>
            <p:spPr>
              <a:xfrm>
                <a:off x="8692675" y="2514325"/>
                <a:ext cx="45825" cy="64825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2593" extrusionOk="0">
                    <a:moveTo>
                      <a:pt x="488" y="0"/>
                    </a:moveTo>
                    <a:cubicBezTo>
                      <a:pt x="475" y="0"/>
                      <a:pt x="462" y="7"/>
                      <a:pt x="454" y="23"/>
                    </a:cubicBezTo>
                    <a:cubicBezTo>
                      <a:pt x="58" y="799"/>
                      <a:pt x="1" y="1749"/>
                      <a:pt x="299" y="2567"/>
                    </a:cubicBezTo>
                    <a:cubicBezTo>
                      <a:pt x="304" y="2579"/>
                      <a:pt x="314" y="2588"/>
                      <a:pt x="326" y="2591"/>
                    </a:cubicBezTo>
                    <a:cubicBezTo>
                      <a:pt x="329" y="2593"/>
                      <a:pt x="333" y="2593"/>
                      <a:pt x="336" y="2593"/>
                    </a:cubicBezTo>
                    <a:cubicBezTo>
                      <a:pt x="345" y="2593"/>
                      <a:pt x="354" y="2590"/>
                      <a:pt x="362" y="2584"/>
                    </a:cubicBezTo>
                    <a:lnTo>
                      <a:pt x="1798" y="1330"/>
                    </a:lnTo>
                    <a:cubicBezTo>
                      <a:pt x="1833" y="1303"/>
                      <a:pt x="1806" y="1258"/>
                      <a:pt x="1773" y="1258"/>
                    </a:cubicBezTo>
                    <a:cubicBezTo>
                      <a:pt x="1764" y="1258"/>
                      <a:pt x="1754" y="1261"/>
                      <a:pt x="1746" y="1270"/>
                    </a:cubicBezTo>
                    <a:lnTo>
                      <a:pt x="354" y="2485"/>
                    </a:lnTo>
                    <a:cubicBezTo>
                      <a:pt x="84" y="1699"/>
                      <a:pt x="147" y="797"/>
                      <a:pt x="524" y="59"/>
                    </a:cubicBezTo>
                    <a:cubicBezTo>
                      <a:pt x="542" y="27"/>
                      <a:pt x="515" y="0"/>
                      <a:pt x="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7601;p67"/>
              <p:cNvSpPr/>
              <p:nvPr/>
            </p:nvSpPr>
            <p:spPr>
              <a:xfrm>
                <a:off x="8719175" y="2511025"/>
                <a:ext cx="50025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009" extrusionOk="0">
                    <a:moveTo>
                      <a:pt x="201" y="1"/>
                    </a:moveTo>
                    <a:cubicBezTo>
                      <a:pt x="150" y="1"/>
                      <a:pt x="100" y="3"/>
                      <a:pt x="50" y="8"/>
                    </a:cubicBezTo>
                    <a:cubicBezTo>
                      <a:pt x="1" y="14"/>
                      <a:pt x="5" y="87"/>
                      <a:pt x="55" y="87"/>
                    </a:cubicBezTo>
                    <a:cubicBezTo>
                      <a:pt x="56" y="87"/>
                      <a:pt x="57" y="87"/>
                      <a:pt x="58" y="87"/>
                    </a:cubicBezTo>
                    <a:cubicBezTo>
                      <a:pt x="110" y="82"/>
                      <a:pt x="162" y="79"/>
                      <a:pt x="214" y="79"/>
                    </a:cubicBezTo>
                    <a:cubicBezTo>
                      <a:pt x="1205" y="79"/>
                      <a:pt x="1991" y="959"/>
                      <a:pt x="1852" y="1964"/>
                    </a:cubicBezTo>
                    <a:cubicBezTo>
                      <a:pt x="1849" y="1986"/>
                      <a:pt x="1864" y="2006"/>
                      <a:pt x="1886" y="2009"/>
                    </a:cubicBezTo>
                    <a:lnTo>
                      <a:pt x="1892" y="2009"/>
                    </a:lnTo>
                    <a:cubicBezTo>
                      <a:pt x="1911" y="2009"/>
                      <a:pt x="1928" y="1995"/>
                      <a:pt x="1931" y="1976"/>
                    </a:cubicBezTo>
                    <a:cubicBezTo>
                      <a:pt x="2001" y="1463"/>
                      <a:pt x="1823" y="911"/>
                      <a:pt x="1465" y="537"/>
                    </a:cubicBezTo>
                    <a:cubicBezTo>
                      <a:pt x="1142" y="199"/>
                      <a:pt x="669" y="1"/>
                      <a:pt x="2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7602;p67"/>
              <p:cNvSpPr/>
              <p:nvPr/>
            </p:nvSpPr>
            <p:spPr>
              <a:xfrm>
                <a:off x="8756250" y="2501150"/>
                <a:ext cx="32925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317" h="1134" extrusionOk="0">
                    <a:moveTo>
                      <a:pt x="1257" y="1"/>
                    </a:moveTo>
                    <a:cubicBezTo>
                      <a:pt x="1248" y="1"/>
                      <a:pt x="1238" y="4"/>
                      <a:pt x="1229" y="12"/>
                    </a:cubicBezTo>
                    <a:lnTo>
                      <a:pt x="29" y="1062"/>
                    </a:lnTo>
                    <a:cubicBezTo>
                      <a:pt x="0" y="1086"/>
                      <a:pt x="17" y="1133"/>
                      <a:pt x="56" y="1133"/>
                    </a:cubicBezTo>
                    <a:cubicBezTo>
                      <a:pt x="64" y="1132"/>
                      <a:pt x="75" y="1129"/>
                      <a:pt x="82" y="1123"/>
                    </a:cubicBezTo>
                    <a:lnTo>
                      <a:pt x="1283" y="73"/>
                    </a:lnTo>
                    <a:cubicBezTo>
                      <a:pt x="1317" y="45"/>
                      <a:pt x="1290" y="1"/>
                      <a:pt x="12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7603;p67"/>
              <p:cNvSpPr/>
              <p:nvPr/>
            </p:nvSpPr>
            <p:spPr>
              <a:xfrm>
                <a:off x="8782975" y="2493900"/>
                <a:ext cx="15200" cy="1150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60" extrusionOk="0">
                    <a:moveTo>
                      <a:pt x="304" y="1"/>
                    </a:moveTo>
                    <a:cubicBezTo>
                      <a:pt x="251" y="1"/>
                      <a:pt x="197" y="19"/>
                      <a:pt x="154" y="57"/>
                    </a:cubicBezTo>
                    <a:cubicBezTo>
                      <a:pt x="1" y="192"/>
                      <a:pt x="86" y="445"/>
                      <a:pt x="290" y="459"/>
                    </a:cubicBezTo>
                    <a:cubicBezTo>
                      <a:pt x="296" y="459"/>
                      <a:pt x="302" y="459"/>
                      <a:pt x="308" y="459"/>
                    </a:cubicBezTo>
                    <a:cubicBezTo>
                      <a:pt x="501" y="459"/>
                      <a:pt x="608" y="229"/>
                      <a:pt x="478" y="80"/>
                    </a:cubicBezTo>
                    <a:cubicBezTo>
                      <a:pt x="432" y="28"/>
                      <a:pt x="368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7604;p67"/>
              <p:cNvSpPr/>
              <p:nvPr/>
            </p:nvSpPr>
            <p:spPr>
              <a:xfrm>
                <a:off x="8762100" y="2480300"/>
                <a:ext cx="15200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59" extrusionOk="0">
                    <a:moveTo>
                      <a:pt x="304" y="1"/>
                    </a:moveTo>
                    <a:cubicBezTo>
                      <a:pt x="251" y="1"/>
                      <a:pt x="197" y="19"/>
                      <a:pt x="154" y="57"/>
                    </a:cubicBezTo>
                    <a:cubicBezTo>
                      <a:pt x="0" y="191"/>
                      <a:pt x="85" y="445"/>
                      <a:pt x="290" y="458"/>
                    </a:cubicBezTo>
                    <a:cubicBezTo>
                      <a:pt x="296" y="459"/>
                      <a:pt x="302" y="459"/>
                      <a:pt x="308" y="459"/>
                    </a:cubicBezTo>
                    <a:cubicBezTo>
                      <a:pt x="499" y="459"/>
                      <a:pt x="608" y="229"/>
                      <a:pt x="478" y="80"/>
                    </a:cubicBezTo>
                    <a:cubicBezTo>
                      <a:pt x="432" y="27"/>
                      <a:pt x="368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7605;p67"/>
              <p:cNvSpPr/>
              <p:nvPr/>
            </p:nvSpPr>
            <p:spPr>
              <a:xfrm>
                <a:off x="8751425" y="2485050"/>
                <a:ext cx="19475" cy="378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15" extrusionOk="0">
                    <a:moveTo>
                      <a:pt x="731" y="0"/>
                    </a:moveTo>
                    <a:cubicBezTo>
                      <a:pt x="715" y="0"/>
                      <a:pt x="698" y="10"/>
                      <a:pt x="693" y="31"/>
                    </a:cubicBezTo>
                    <a:cubicBezTo>
                      <a:pt x="560" y="543"/>
                      <a:pt x="332" y="1026"/>
                      <a:pt x="19" y="1452"/>
                    </a:cubicBezTo>
                    <a:cubicBezTo>
                      <a:pt x="1" y="1479"/>
                      <a:pt x="19" y="1515"/>
                      <a:pt x="52" y="1515"/>
                    </a:cubicBezTo>
                    <a:cubicBezTo>
                      <a:pt x="64" y="1515"/>
                      <a:pt x="76" y="1509"/>
                      <a:pt x="83" y="1500"/>
                    </a:cubicBezTo>
                    <a:cubicBezTo>
                      <a:pt x="402" y="1065"/>
                      <a:pt x="635" y="572"/>
                      <a:pt x="770" y="51"/>
                    </a:cubicBezTo>
                    <a:cubicBezTo>
                      <a:pt x="778" y="20"/>
                      <a:pt x="755" y="0"/>
                      <a:pt x="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7606;p67"/>
              <p:cNvSpPr/>
              <p:nvPr/>
            </p:nvSpPr>
            <p:spPr>
              <a:xfrm>
                <a:off x="8793850" y="2515950"/>
                <a:ext cx="12375" cy="11500"/>
              </a:xfrm>
              <a:custGeom>
                <a:avLst/>
                <a:gdLst/>
                <a:ahLst/>
                <a:cxnLst/>
                <a:rect l="l" t="t" r="r" b="b"/>
                <a:pathLst>
                  <a:path w="495" h="460" extrusionOk="0">
                    <a:moveTo>
                      <a:pt x="241" y="0"/>
                    </a:moveTo>
                    <a:cubicBezTo>
                      <a:pt x="128" y="0"/>
                      <a:pt x="20" y="83"/>
                      <a:pt x="10" y="215"/>
                    </a:cubicBezTo>
                    <a:cubicBezTo>
                      <a:pt x="0" y="359"/>
                      <a:pt x="117" y="460"/>
                      <a:pt x="240" y="460"/>
                    </a:cubicBezTo>
                    <a:cubicBezTo>
                      <a:pt x="292" y="460"/>
                      <a:pt x="345" y="442"/>
                      <a:pt x="390" y="403"/>
                    </a:cubicBezTo>
                    <a:cubicBezTo>
                      <a:pt x="486" y="319"/>
                      <a:pt x="495" y="175"/>
                      <a:pt x="413" y="79"/>
                    </a:cubicBezTo>
                    <a:cubicBezTo>
                      <a:pt x="365" y="25"/>
                      <a:pt x="302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7607;p67"/>
              <p:cNvSpPr/>
              <p:nvPr/>
            </p:nvSpPr>
            <p:spPr>
              <a:xfrm>
                <a:off x="8760600" y="2520700"/>
                <a:ext cx="4065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561" extrusionOk="0">
                    <a:moveTo>
                      <a:pt x="1572" y="0"/>
                    </a:moveTo>
                    <a:cubicBezTo>
                      <a:pt x="1570" y="0"/>
                      <a:pt x="1567" y="1"/>
                      <a:pt x="1565" y="1"/>
                    </a:cubicBezTo>
                    <a:cubicBezTo>
                      <a:pt x="1030" y="64"/>
                      <a:pt x="511" y="229"/>
                      <a:pt x="37" y="486"/>
                    </a:cubicBezTo>
                    <a:cubicBezTo>
                      <a:pt x="1" y="505"/>
                      <a:pt x="14" y="560"/>
                      <a:pt x="54" y="560"/>
                    </a:cubicBezTo>
                    <a:cubicBezTo>
                      <a:pt x="62" y="560"/>
                      <a:pt x="68" y="559"/>
                      <a:pt x="74" y="556"/>
                    </a:cubicBezTo>
                    <a:cubicBezTo>
                      <a:pt x="539" y="304"/>
                      <a:pt x="1049" y="143"/>
                      <a:pt x="1574" y="80"/>
                    </a:cubicBezTo>
                    <a:cubicBezTo>
                      <a:pt x="1625" y="76"/>
                      <a:pt x="1619" y="0"/>
                      <a:pt x="15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608" name="Google Shape;7608;p67"/>
          <p:cNvGrpSpPr/>
          <p:nvPr/>
        </p:nvGrpSpPr>
        <p:grpSpPr>
          <a:xfrm>
            <a:off x="6219791" y="1346727"/>
            <a:ext cx="512983" cy="490470"/>
            <a:chOff x="8059125" y="2818475"/>
            <a:chExt cx="411275" cy="393225"/>
          </a:xfrm>
        </p:grpSpPr>
        <p:sp>
          <p:nvSpPr>
            <p:cNvPr id="7609" name="Google Shape;7609;p67"/>
            <p:cNvSpPr/>
            <p:nvPr/>
          </p:nvSpPr>
          <p:spPr>
            <a:xfrm>
              <a:off x="8177525" y="2820225"/>
              <a:ext cx="292875" cy="226450"/>
            </a:xfrm>
            <a:custGeom>
              <a:avLst/>
              <a:gdLst/>
              <a:ahLst/>
              <a:cxnLst/>
              <a:rect l="l" t="t" r="r" b="b"/>
              <a:pathLst>
                <a:path w="11715" h="9058" extrusionOk="0">
                  <a:moveTo>
                    <a:pt x="9188" y="1"/>
                  </a:moveTo>
                  <a:cubicBezTo>
                    <a:pt x="8450" y="1"/>
                    <a:pt x="7618" y="244"/>
                    <a:pt x="7037" y="670"/>
                  </a:cubicBezTo>
                  <a:cubicBezTo>
                    <a:pt x="7481" y="935"/>
                    <a:pt x="7883" y="1268"/>
                    <a:pt x="8227" y="1654"/>
                  </a:cubicBezTo>
                  <a:cubicBezTo>
                    <a:pt x="7693" y="1433"/>
                    <a:pt x="7179" y="1172"/>
                    <a:pt x="6685" y="874"/>
                  </a:cubicBezTo>
                  <a:cubicBezTo>
                    <a:pt x="6036" y="1390"/>
                    <a:pt x="5215" y="1943"/>
                    <a:pt x="4502" y="2367"/>
                  </a:cubicBezTo>
                  <a:cubicBezTo>
                    <a:pt x="4244" y="3136"/>
                    <a:pt x="3856" y="3713"/>
                    <a:pt x="3640" y="4496"/>
                  </a:cubicBezTo>
                  <a:cubicBezTo>
                    <a:pt x="3579" y="4059"/>
                    <a:pt x="3594" y="3615"/>
                    <a:pt x="3685" y="3184"/>
                  </a:cubicBezTo>
                  <a:lnTo>
                    <a:pt x="3685" y="3184"/>
                  </a:lnTo>
                  <a:cubicBezTo>
                    <a:pt x="2716" y="4046"/>
                    <a:pt x="1873" y="5040"/>
                    <a:pt x="1181" y="6138"/>
                  </a:cubicBezTo>
                  <a:cubicBezTo>
                    <a:pt x="540" y="7156"/>
                    <a:pt x="0" y="9057"/>
                    <a:pt x="1552" y="9057"/>
                  </a:cubicBezTo>
                  <a:cubicBezTo>
                    <a:pt x="1679" y="9057"/>
                    <a:pt x="1821" y="9044"/>
                    <a:pt x="1977" y="9017"/>
                  </a:cubicBezTo>
                  <a:cubicBezTo>
                    <a:pt x="2572" y="8913"/>
                    <a:pt x="3130" y="8634"/>
                    <a:pt x="3700" y="8436"/>
                  </a:cubicBezTo>
                  <a:cubicBezTo>
                    <a:pt x="3846" y="8385"/>
                    <a:pt x="5971" y="7587"/>
                    <a:pt x="5911" y="7477"/>
                  </a:cubicBezTo>
                  <a:lnTo>
                    <a:pt x="5319" y="6427"/>
                  </a:lnTo>
                  <a:lnTo>
                    <a:pt x="5319" y="6427"/>
                  </a:lnTo>
                  <a:cubicBezTo>
                    <a:pt x="5716" y="6776"/>
                    <a:pt x="6223" y="7027"/>
                    <a:pt x="6713" y="7223"/>
                  </a:cubicBezTo>
                  <a:cubicBezTo>
                    <a:pt x="7895" y="6763"/>
                    <a:pt x="8980" y="5944"/>
                    <a:pt x="9760" y="4936"/>
                  </a:cubicBezTo>
                  <a:lnTo>
                    <a:pt x="9421" y="3133"/>
                  </a:lnTo>
                  <a:lnTo>
                    <a:pt x="9421" y="3133"/>
                  </a:lnTo>
                  <a:cubicBezTo>
                    <a:pt x="9741" y="3557"/>
                    <a:pt x="10019" y="4043"/>
                    <a:pt x="10337" y="4468"/>
                  </a:cubicBezTo>
                  <a:cubicBezTo>
                    <a:pt x="10905" y="3979"/>
                    <a:pt x="11405" y="3360"/>
                    <a:pt x="11558" y="2625"/>
                  </a:cubicBezTo>
                  <a:cubicBezTo>
                    <a:pt x="11715" y="1873"/>
                    <a:pt x="11376" y="1135"/>
                    <a:pt x="10823" y="635"/>
                  </a:cubicBezTo>
                  <a:cubicBezTo>
                    <a:pt x="10434" y="285"/>
                    <a:pt x="9940" y="51"/>
                    <a:pt x="9436" y="11"/>
                  </a:cubicBezTo>
                  <a:cubicBezTo>
                    <a:pt x="9355" y="4"/>
                    <a:pt x="9272" y="1"/>
                    <a:pt x="91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0" name="Google Shape;7610;p67"/>
            <p:cNvSpPr/>
            <p:nvPr/>
          </p:nvSpPr>
          <p:spPr>
            <a:xfrm>
              <a:off x="8059125" y="2857025"/>
              <a:ext cx="372400" cy="354675"/>
            </a:xfrm>
            <a:custGeom>
              <a:avLst/>
              <a:gdLst/>
              <a:ahLst/>
              <a:cxnLst/>
              <a:rect l="l" t="t" r="r" b="b"/>
              <a:pathLst>
                <a:path w="14896" h="14187" extrusionOk="0">
                  <a:moveTo>
                    <a:pt x="14831" y="1"/>
                  </a:moveTo>
                  <a:cubicBezTo>
                    <a:pt x="14823" y="1"/>
                    <a:pt x="14815" y="3"/>
                    <a:pt x="14806" y="9"/>
                  </a:cubicBezTo>
                  <a:cubicBezTo>
                    <a:pt x="14773" y="28"/>
                    <a:pt x="11491" y="1941"/>
                    <a:pt x="8045" y="4626"/>
                  </a:cubicBezTo>
                  <a:cubicBezTo>
                    <a:pt x="6022" y="6202"/>
                    <a:pt x="4337" y="7732"/>
                    <a:pt x="3039" y="9172"/>
                  </a:cubicBezTo>
                  <a:cubicBezTo>
                    <a:pt x="1414" y="10975"/>
                    <a:pt x="394" y="12645"/>
                    <a:pt x="6" y="14133"/>
                  </a:cubicBezTo>
                  <a:cubicBezTo>
                    <a:pt x="0" y="14156"/>
                    <a:pt x="14" y="14180"/>
                    <a:pt x="37" y="14185"/>
                  </a:cubicBezTo>
                  <a:cubicBezTo>
                    <a:pt x="40" y="14187"/>
                    <a:pt x="45" y="14187"/>
                    <a:pt x="48" y="14187"/>
                  </a:cubicBezTo>
                  <a:cubicBezTo>
                    <a:pt x="67" y="14187"/>
                    <a:pt x="85" y="14174"/>
                    <a:pt x="90" y="14154"/>
                  </a:cubicBezTo>
                  <a:cubicBezTo>
                    <a:pt x="474" y="12681"/>
                    <a:pt x="1488" y="11024"/>
                    <a:pt x="3103" y="9230"/>
                  </a:cubicBezTo>
                  <a:cubicBezTo>
                    <a:pt x="4398" y="7794"/>
                    <a:pt x="6078" y="6269"/>
                    <a:pt x="8099" y="4696"/>
                  </a:cubicBezTo>
                  <a:cubicBezTo>
                    <a:pt x="11540" y="2016"/>
                    <a:pt x="14817" y="104"/>
                    <a:pt x="14849" y="85"/>
                  </a:cubicBezTo>
                  <a:cubicBezTo>
                    <a:pt x="14895" y="62"/>
                    <a:pt x="14870" y="1"/>
                    <a:pt x="148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1" name="Google Shape;7611;p67"/>
            <p:cNvSpPr/>
            <p:nvPr/>
          </p:nvSpPr>
          <p:spPr>
            <a:xfrm>
              <a:off x="8389850" y="2818475"/>
              <a:ext cx="29375" cy="64200"/>
            </a:xfrm>
            <a:custGeom>
              <a:avLst/>
              <a:gdLst/>
              <a:ahLst/>
              <a:cxnLst/>
              <a:rect l="l" t="t" r="r" b="b"/>
              <a:pathLst>
                <a:path w="1175" h="2568" extrusionOk="0">
                  <a:moveTo>
                    <a:pt x="1115" y="0"/>
                  </a:moveTo>
                  <a:cubicBezTo>
                    <a:pt x="1099" y="0"/>
                    <a:pt x="1083" y="8"/>
                    <a:pt x="1076" y="28"/>
                  </a:cubicBezTo>
                  <a:lnTo>
                    <a:pt x="10" y="2507"/>
                  </a:lnTo>
                  <a:cubicBezTo>
                    <a:pt x="1" y="2529"/>
                    <a:pt x="11" y="2554"/>
                    <a:pt x="32" y="2565"/>
                  </a:cubicBezTo>
                  <a:cubicBezTo>
                    <a:pt x="38" y="2566"/>
                    <a:pt x="44" y="2568"/>
                    <a:pt x="50" y="2568"/>
                  </a:cubicBezTo>
                  <a:cubicBezTo>
                    <a:pt x="68" y="2568"/>
                    <a:pt x="83" y="2557"/>
                    <a:pt x="90" y="2541"/>
                  </a:cubicBezTo>
                  <a:lnTo>
                    <a:pt x="1157" y="64"/>
                  </a:lnTo>
                  <a:cubicBezTo>
                    <a:pt x="1174" y="28"/>
                    <a:pt x="1144" y="0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2" name="Google Shape;7612;p67"/>
            <p:cNvSpPr/>
            <p:nvPr/>
          </p:nvSpPr>
          <p:spPr>
            <a:xfrm>
              <a:off x="8295425" y="2947825"/>
              <a:ext cx="102475" cy="23250"/>
            </a:xfrm>
            <a:custGeom>
              <a:avLst/>
              <a:gdLst/>
              <a:ahLst/>
              <a:cxnLst/>
              <a:rect l="l" t="t" r="r" b="b"/>
              <a:pathLst>
                <a:path w="4099" h="930" extrusionOk="0">
                  <a:moveTo>
                    <a:pt x="60" y="0"/>
                  </a:moveTo>
                  <a:cubicBezTo>
                    <a:pt x="12" y="0"/>
                    <a:pt x="0" y="76"/>
                    <a:pt x="53" y="87"/>
                  </a:cubicBezTo>
                  <a:lnTo>
                    <a:pt x="4028" y="928"/>
                  </a:lnTo>
                  <a:cubicBezTo>
                    <a:pt x="4031" y="929"/>
                    <a:pt x="4034" y="929"/>
                    <a:pt x="4037" y="929"/>
                  </a:cubicBezTo>
                  <a:lnTo>
                    <a:pt x="4039" y="929"/>
                  </a:lnTo>
                  <a:cubicBezTo>
                    <a:pt x="4090" y="928"/>
                    <a:pt x="4099" y="855"/>
                    <a:pt x="4048" y="843"/>
                  </a:cubicBezTo>
                  <a:lnTo>
                    <a:pt x="72" y="2"/>
                  </a:lnTo>
                  <a:cubicBezTo>
                    <a:pt x="68" y="1"/>
                    <a:pt x="64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3" name="Google Shape;7613;p67"/>
          <p:cNvGrpSpPr/>
          <p:nvPr/>
        </p:nvGrpSpPr>
        <p:grpSpPr>
          <a:xfrm>
            <a:off x="6892880" y="1346727"/>
            <a:ext cx="513046" cy="490470"/>
            <a:chOff x="8376850" y="2818475"/>
            <a:chExt cx="411325" cy="393225"/>
          </a:xfrm>
        </p:grpSpPr>
        <p:sp>
          <p:nvSpPr>
            <p:cNvPr id="7614" name="Google Shape;7614;p67"/>
            <p:cNvSpPr/>
            <p:nvPr/>
          </p:nvSpPr>
          <p:spPr>
            <a:xfrm>
              <a:off x="8495250" y="2820225"/>
              <a:ext cx="292925" cy="226450"/>
            </a:xfrm>
            <a:custGeom>
              <a:avLst/>
              <a:gdLst/>
              <a:ahLst/>
              <a:cxnLst/>
              <a:rect l="l" t="t" r="r" b="b"/>
              <a:pathLst>
                <a:path w="11717" h="9058" extrusionOk="0">
                  <a:moveTo>
                    <a:pt x="9188" y="1"/>
                  </a:moveTo>
                  <a:cubicBezTo>
                    <a:pt x="8450" y="1"/>
                    <a:pt x="7619" y="244"/>
                    <a:pt x="7039" y="670"/>
                  </a:cubicBezTo>
                  <a:cubicBezTo>
                    <a:pt x="7483" y="935"/>
                    <a:pt x="7884" y="1268"/>
                    <a:pt x="8227" y="1654"/>
                  </a:cubicBezTo>
                  <a:cubicBezTo>
                    <a:pt x="7695" y="1433"/>
                    <a:pt x="7179" y="1172"/>
                    <a:pt x="6686" y="874"/>
                  </a:cubicBezTo>
                  <a:cubicBezTo>
                    <a:pt x="6038" y="1390"/>
                    <a:pt x="5215" y="1943"/>
                    <a:pt x="4504" y="2367"/>
                  </a:cubicBezTo>
                  <a:cubicBezTo>
                    <a:pt x="4244" y="3136"/>
                    <a:pt x="3857" y="3713"/>
                    <a:pt x="3641" y="4496"/>
                  </a:cubicBezTo>
                  <a:cubicBezTo>
                    <a:pt x="3581" y="4059"/>
                    <a:pt x="3596" y="3615"/>
                    <a:pt x="3685" y="3184"/>
                  </a:cubicBezTo>
                  <a:lnTo>
                    <a:pt x="3685" y="3184"/>
                  </a:lnTo>
                  <a:cubicBezTo>
                    <a:pt x="2716" y="4046"/>
                    <a:pt x="1873" y="5040"/>
                    <a:pt x="1183" y="6138"/>
                  </a:cubicBezTo>
                  <a:cubicBezTo>
                    <a:pt x="541" y="7156"/>
                    <a:pt x="1" y="9057"/>
                    <a:pt x="1552" y="9057"/>
                  </a:cubicBezTo>
                  <a:cubicBezTo>
                    <a:pt x="1680" y="9057"/>
                    <a:pt x="1821" y="9044"/>
                    <a:pt x="1978" y="9017"/>
                  </a:cubicBezTo>
                  <a:cubicBezTo>
                    <a:pt x="2574" y="8913"/>
                    <a:pt x="3132" y="8634"/>
                    <a:pt x="3700" y="8436"/>
                  </a:cubicBezTo>
                  <a:cubicBezTo>
                    <a:pt x="3848" y="8385"/>
                    <a:pt x="5973" y="7587"/>
                    <a:pt x="5912" y="7477"/>
                  </a:cubicBezTo>
                  <a:lnTo>
                    <a:pt x="5320" y="6427"/>
                  </a:lnTo>
                  <a:lnTo>
                    <a:pt x="5320" y="6427"/>
                  </a:lnTo>
                  <a:cubicBezTo>
                    <a:pt x="5716" y="6776"/>
                    <a:pt x="6223" y="7027"/>
                    <a:pt x="6714" y="7223"/>
                  </a:cubicBezTo>
                  <a:cubicBezTo>
                    <a:pt x="7895" y="6763"/>
                    <a:pt x="8980" y="5944"/>
                    <a:pt x="9760" y="4936"/>
                  </a:cubicBezTo>
                  <a:lnTo>
                    <a:pt x="9423" y="3133"/>
                  </a:lnTo>
                  <a:lnTo>
                    <a:pt x="9423" y="3133"/>
                  </a:lnTo>
                  <a:cubicBezTo>
                    <a:pt x="9742" y="3557"/>
                    <a:pt x="10020" y="4043"/>
                    <a:pt x="10339" y="4468"/>
                  </a:cubicBezTo>
                  <a:cubicBezTo>
                    <a:pt x="10907" y="3979"/>
                    <a:pt x="11405" y="3360"/>
                    <a:pt x="11559" y="2625"/>
                  </a:cubicBezTo>
                  <a:cubicBezTo>
                    <a:pt x="11717" y="1873"/>
                    <a:pt x="11378" y="1135"/>
                    <a:pt x="10824" y="635"/>
                  </a:cubicBezTo>
                  <a:cubicBezTo>
                    <a:pt x="10436" y="285"/>
                    <a:pt x="9941" y="51"/>
                    <a:pt x="9437" y="11"/>
                  </a:cubicBezTo>
                  <a:cubicBezTo>
                    <a:pt x="9356" y="4"/>
                    <a:pt x="9273" y="1"/>
                    <a:pt x="9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5" name="Google Shape;7615;p67"/>
            <p:cNvSpPr/>
            <p:nvPr/>
          </p:nvSpPr>
          <p:spPr>
            <a:xfrm>
              <a:off x="8376850" y="2857100"/>
              <a:ext cx="372275" cy="354600"/>
            </a:xfrm>
            <a:custGeom>
              <a:avLst/>
              <a:gdLst/>
              <a:ahLst/>
              <a:cxnLst/>
              <a:rect l="l" t="t" r="r" b="b"/>
              <a:pathLst>
                <a:path w="14891" h="14184" extrusionOk="0">
                  <a:moveTo>
                    <a:pt x="14827" y="0"/>
                  </a:moveTo>
                  <a:cubicBezTo>
                    <a:pt x="14821" y="0"/>
                    <a:pt x="14814" y="2"/>
                    <a:pt x="14807" y="6"/>
                  </a:cubicBezTo>
                  <a:cubicBezTo>
                    <a:pt x="14774" y="25"/>
                    <a:pt x="11493" y="1938"/>
                    <a:pt x="8047" y="4623"/>
                  </a:cubicBezTo>
                  <a:cubicBezTo>
                    <a:pt x="6022" y="6199"/>
                    <a:pt x="4338" y="7729"/>
                    <a:pt x="3040" y="9169"/>
                  </a:cubicBezTo>
                  <a:cubicBezTo>
                    <a:pt x="1416" y="10972"/>
                    <a:pt x="394" y="12642"/>
                    <a:pt x="7" y="14130"/>
                  </a:cubicBezTo>
                  <a:cubicBezTo>
                    <a:pt x="1" y="14153"/>
                    <a:pt x="14" y="14177"/>
                    <a:pt x="38" y="14182"/>
                  </a:cubicBezTo>
                  <a:cubicBezTo>
                    <a:pt x="41" y="14184"/>
                    <a:pt x="45" y="14184"/>
                    <a:pt x="50" y="14184"/>
                  </a:cubicBezTo>
                  <a:cubicBezTo>
                    <a:pt x="69" y="14184"/>
                    <a:pt x="86" y="14171"/>
                    <a:pt x="91" y="14151"/>
                  </a:cubicBezTo>
                  <a:cubicBezTo>
                    <a:pt x="476" y="12678"/>
                    <a:pt x="1489" y="11021"/>
                    <a:pt x="3104" y="9227"/>
                  </a:cubicBezTo>
                  <a:cubicBezTo>
                    <a:pt x="4398" y="7791"/>
                    <a:pt x="6080" y="6266"/>
                    <a:pt x="8099" y="4693"/>
                  </a:cubicBezTo>
                  <a:cubicBezTo>
                    <a:pt x="11541" y="2013"/>
                    <a:pt x="14818" y="101"/>
                    <a:pt x="14851" y="82"/>
                  </a:cubicBezTo>
                  <a:cubicBezTo>
                    <a:pt x="14891" y="56"/>
                    <a:pt x="14866" y="0"/>
                    <a:pt x="14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6" name="Google Shape;7616;p67"/>
            <p:cNvSpPr/>
            <p:nvPr/>
          </p:nvSpPr>
          <p:spPr>
            <a:xfrm>
              <a:off x="8707600" y="2818475"/>
              <a:ext cx="29350" cy="64200"/>
            </a:xfrm>
            <a:custGeom>
              <a:avLst/>
              <a:gdLst/>
              <a:ahLst/>
              <a:cxnLst/>
              <a:rect l="l" t="t" r="r" b="b"/>
              <a:pathLst>
                <a:path w="1174" h="2568" extrusionOk="0">
                  <a:moveTo>
                    <a:pt x="1115" y="0"/>
                  </a:moveTo>
                  <a:cubicBezTo>
                    <a:pt x="1099" y="0"/>
                    <a:pt x="1083" y="8"/>
                    <a:pt x="1075" y="28"/>
                  </a:cubicBezTo>
                  <a:lnTo>
                    <a:pt x="9" y="2507"/>
                  </a:lnTo>
                  <a:cubicBezTo>
                    <a:pt x="0" y="2529"/>
                    <a:pt x="11" y="2554"/>
                    <a:pt x="33" y="2565"/>
                  </a:cubicBezTo>
                  <a:cubicBezTo>
                    <a:pt x="38" y="2566"/>
                    <a:pt x="44" y="2568"/>
                    <a:pt x="50" y="2568"/>
                  </a:cubicBezTo>
                  <a:cubicBezTo>
                    <a:pt x="67" y="2568"/>
                    <a:pt x="84" y="2557"/>
                    <a:pt x="90" y="2541"/>
                  </a:cubicBezTo>
                  <a:lnTo>
                    <a:pt x="1156" y="64"/>
                  </a:lnTo>
                  <a:cubicBezTo>
                    <a:pt x="1173" y="28"/>
                    <a:pt x="1144" y="0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7" name="Google Shape;7617;p67"/>
            <p:cNvSpPr/>
            <p:nvPr/>
          </p:nvSpPr>
          <p:spPr>
            <a:xfrm>
              <a:off x="8613150" y="2947825"/>
              <a:ext cx="102450" cy="23250"/>
            </a:xfrm>
            <a:custGeom>
              <a:avLst/>
              <a:gdLst/>
              <a:ahLst/>
              <a:cxnLst/>
              <a:rect l="l" t="t" r="r" b="b"/>
              <a:pathLst>
                <a:path w="4098" h="930" extrusionOk="0">
                  <a:moveTo>
                    <a:pt x="61" y="0"/>
                  </a:moveTo>
                  <a:cubicBezTo>
                    <a:pt x="12" y="0"/>
                    <a:pt x="1" y="76"/>
                    <a:pt x="53" y="87"/>
                  </a:cubicBezTo>
                  <a:lnTo>
                    <a:pt x="4029" y="928"/>
                  </a:lnTo>
                  <a:cubicBezTo>
                    <a:pt x="4032" y="929"/>
                    <a:pt x="4035" y="929"/>
                    <a:pt x="4038" y="929"/>
                  </a:cubicBezTo>
                  <a:lnTo>
                    <a:pt x="4039" y="929"/>
                  </a:lnTo>
                  <a:cubicBezTo>
                    <a:pt x="4090" y="928"/>
                    <a:pt x="4097" y="855"/>
                    <a:pt x="4048" y="843"/>
                  </a:cubicBezTo>
                  <a:lnTo>
                    <a:pt x="73" y="2"/>
                  </a:lnTo>
                  <a:cubicBezTo>
                    <a:pt x="69" y="1"/>
                    <a:pt x="6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8" name="Google Shape;7618;p67"/>
          <p:cNvGrpSpPr/>
          <p:nvPr/>
        </p:nvGrpSpPr>
        <p:grpSpPr>
          <a:xfrm>
            <a:off x="7566030" y="1346727"/>
            <a:ext cx="513046" cy="490470"/>
            <a:chOff x="8692025" y="2818475"/>
            <a:chExt cx="411325" cy="393225"/>
          </a:xfrm>
        </p:grpSpPr>
        <p:sp>
          <p:nvSpPr>
            <p:cNvPr id="7619" name="Google Shape;7619;p67"/>
            <p:cNvSpPr/>
            <p:nvPr/>
          </p:nvSpPr>
          <p:spPr>
            <a:xfrm>
              <a:off x="8810450" y="2820225"/>
              <a:ext cx="292900" cy="226450"/>
            </a:xfrm>
            <a:custGeom>
              <a:avLst/>
              <a:gdLst/>
              <a:ahLst/>
              <a:cxnLst/>
              <a:rect l="l" t="t" r="r" b="b"/>
              <a:pathLst>
                <a:path w="11716" h="9058" extrusionOk="0">
                  <a:moveTo>
                    <a:pt x="9188" y="1"/>
                  </a:moveTo>
                  <a:cubicBezTo>
                    <a:pt x="8449" y="1"/>
                    <a:pt x="7616" y="245"/>
                    <a:pt x="7036" y="670"/>
                  </a:cubicBezTo>
                  <a:cubicBezTo>
                    <a:pt x="7480" y="935"/>
                    <a:pt x="7881" y="1268"/>
                    <a:pt x="8224" y="1654"/>
                  </a:cubicBezTo>
                  <a:cubicBezTo>
                    <a:pt x="7692" y="1433"/>
                    <a:pt x="7176" y="1172"/>
                    <a:pt x="6683" y="874"/>
                  </a:cubicBezTo>
                  <a:cubicBezTo>
                    <a:pt x="6037" y="1390"/>
                    <a:pt x="5214" y="1943"/>
                    <a:pt x="4502" y="2367"/>
                  </a:cubicBezTo>
                  <a:cubicBezTo>
                    <a:pt x="4243" y="3136"/>
                    <a:pt x="3855" y="3713"/>
                    <a:pt x="3639" y="4496"/>
                  </a:cubicBezTo>
                  <a:cubicBezTo>
                    <a:pt x="3579" y="4059"/>
                    <a:pt x="3594" y="3615"/>
                    <a:pt x="3684" y="3184"/>
                  </a:cubicBezTo>
                  <a:lnTo>
                    <a:pt x="3684" y="3184"/>
                  </a:lnTo>
                  <a:cubicBezTo>
                    <a:pt x="2716" y="4046"/>
                    <a:pt x="1873" y="5040"/>
                    <a:pt x="1183" y="6138"/>
                  </a:cubicBezTo>
                  <a:cubicBezTo>
                    <a:pt x="541" y="7156"/>
                    <a:pt x="1" y="9057"/>
                    <a:pt x="1552" y="9057"/>
                  </a:cubicBezTo>
                  <a:cubicBezTo>
                    <a:pt x="1680" y="9057"/>
                    <a:pt x="1821" y="9044"/>
                    <a:pt x="1978" y="9017"/>
                  </a:cubicBezTo>
                  <a:cubicBezTo>
                    <a:pt x="2574" y="8913"/>
                    <a:pt x="3132" y="8634"/>
                    <a:pt x="3700" y="8436"/>
                  </a:cubicBezTo>
                  <a:cubicBezTo>
                    <a:pt x="3848" y="8385"/>
                    <a:pt x="5971" y="7587"/>
                    <a:pt x="5912" y="7477"/>
                  </a:cubicBezTo>
                  <a:lnTo>
                    <a:pt x="5320" y="6427"/>
                  </a:lnTo>
                  <a:lnTo>
                    <a:pt x="5320" y="6427"/>
                  </a:lnTo>
                  <a:cubicBezTo>
                    <a:pt x="5716" y="6776"/>
                    <a:pt x="6223" y="7027"/>
                    <a:pt x="6714" y="7223"/>
                  </a:cubicBezTo>
                  <a:cubicBezTo>
                    <a:pt x="7895" y="6763"/>
                    <a:pt x="8980" y="5944"/>
                    <a:pt x="9760" y="4936"/>
                  </a:cubicBezTo>
                  <a:lnTo>
                    <a:pt x="9423" y="3133"/>
                  </a:lnTo>
                  <a:lnTo>
                    <a:pt x="9423" y="3133"/>
                  </a:lnTo>
                  <a:cubicBezTo>
                    <a:pt x="9741" y="3557"/>
                    <a:pt x="10020" y="4043"/>
                    <a:pt x="10337" y="4468"/>
                  </a:cubicBezTo>
                  <a:cubicBezTo>
                    <a:pt x="10906" y="3979"/>
                    <a:pt x="11405" y="3360"/>
                    <a:pt x="11559" y="2625"/>
                  </a:cubicBezTo>
                  <a:cubicBezTo>
                    <a:pt x="11715" y="1873"/>
                    <a:pt x="11377" y="1135"/>
                    <a:pt x="10824" y="635"/>
                  </a:cubicBezTo>
                  <a:cubicBezTo>
                    <a:pt x="10434" y="285"/>
                    <a:pt x="9941" y="51"/>
                    <a:pt x="9435" y="11"/>
                  </a:cubicBezTo>
                  <a:cubicBezTo>
                    <a:pt x="9354" y="4"/>
                    <a:pt x="9272" y="1"/>
                    <a:pt x="91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0" name="Google Shape;7620;p67"/>
            <p:cNvSpPr/>
            <p:nvPr/>
          </p:nvSpPr>
          <p:spPr>
            <a:xfrm>
              <a:off x="8692025" y="2857100"/>
              <a:ext cx="372300" cy="354600"/>
            </a:xfrm>
            <a:custGeom>
              <a:avLst/>
              <a:gdLst/>
              <a:ahLst/>
              <a:cxnLst/>
              <a:rect l="l" t="t" r="r" b="b"/>
              <a:pathLst>
                <a:path w="14892" h="14184" extrusionOk="0">
                  <a:moveTo>
                    <a:pt x="14827" y="0"/>
                  </a:moveTo>
                  <a:cubicBezTo>
                    <a:pt x="14821" y="0"/>
                    <a:pt x="14813" y="2"/>
                    <a:pt x="14806" y="6"/>
                  </a:cubicBezTo>
                  <a:cubicBezTo>
                    <a:pt x="14775" y="25"/>
                    <a:pt x="11493" y="1938"/>
                    <a:pt x="8046" y="4623"/>
                  </a:cubicBezTo>
                  <a:cubicBezTo>
                    <a:pt x="6023" y="6199"/>
                    <a:pt x="4338" y="7729"/>
                    <a:pt x="3041" y="9169"/>
                  </a:cubicBezTo>
                  <a:cubicBezTo>
                    <a:pt x="1415" y="10972"/>
                    <a:pt x="395" y="12642"/>
                    <a:pt x="7" y="14130"/>
                  </a:cubicBezTo>
                  <a:cubicBezTo>
                    <a:pt x="0" y="14153"/>
                    <a:pt x="15" y="14177"/>
                    <a:pt x="39" y="14182"/>
                  </a:cubicBezTo>
                  <a:cubicBezTo>
                    <a:pt x="42" y="14184"/>
                    <a:pt x="45" y="14184"/>
                    <a:pt x="49" y="14184"/>
                  </a:cubicBezTo>
                  <a:cubicBezTo>
                    <a:pt x="69" y="14184"/>
                    <a:pt x="87" y="14171"/>
                    <a:pt x="91" y="14151"/>
                  </a:cubicBezTo>
                  <a:cubicBezTo>
                    <a:pt x="476" y="12678"/>
                    <a:pt x="1490" y="11021"/>
                    <a:pt x="3105" y="9227"/>
                  </a:cubicBezTo>
                  <a:cubicBezTo>
                    <a:pt x="4399" y="7791"/>
                    <a:pt x="6080" y="6266"/>
                    <a:pt x="8100" y="4693"/>
                  </a:cubicBezTo>
                  <a:cubicBezTo>
                    <a:pt x="11540" y="2013"/>
                    <a:pt x="14818" y="101"/>
                    <a:pt x="14851" y="82"/>
                  </a:cubicBezTo>
                  <a:cubicBezTo>
                    <a:pt x="14891" y="56"/>
                    <a:pt x="14867" y="0"/>
                    <a:pt x="14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1" name="Google Shape;7621;p67"/>
            <p:cNvSpPr/>
            <p:nvPr/>
          </p:nvSpPr>
          <p:spPr>
            <a:xfrm>
              <a:off x="9022750" y="2818475"/>
              <a:ext cx="29400" cy="64200"/>
            </a:xfrm>
            <a:custGeom>
              <a:avLst/>
              <a:gdLst/>
              <a:ahLst/>
              <a:cxnLst/>
              <a:rect l="l" t="t" r="r" b="b"/>
              <a:pathLst>
                <a:path w="1176" h="2568" extrusionOk="0">
                  <a:moveTo>
                    <a:pt x="1116" y="0"/>
                  </a:moveTo>
                  <a:cubicBezTo>
                    <a:pt x="1100" y="0"/>
                    <a:pt x="1085" y="8"/>
                    <a:pt x="1077" y="28"/>
                  </a:cubicBezTo>
                  <a:lnTo>
                    <a:pt x="11" y="2507"/>
                  </a:lnTo>
                  <a:cubicBezTo>
                    <a:pt x="1" y="2529"/>
                    <a:pt x="11" y="2554"/>
                    <a:pt x="34" y="2565"/>
                  </a:cubicBezTo>
                  <a:cubicBezTo>
                    <a:pt x="40" y="2566"/>
                    <a:pt x="46" y="2568"/>
                    <a:pt x="52" y="2568"/>
                  </a:cubicBezTo>
                  <a:cubicBezTo>
                    <a:pt x="68" y="2568"/>
                    <a:pt x="84" y="2557"/>
                    <a:pt x="92" y="2541"/>
                  </a:cubicBezTo>
                  <a:lnTo>
                    <a:pt x="1158" y="64"/>
                  </a:lnTo>
                  <a:cubicBezTo>
                    <a:pt x="1175" y="28"/>
                    <a:pt x="1145" y="0"/>
                    <a:pt x="1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2" name="Google Shape;7622;p67"/>
            <p:cNvSpPr/>
            <p:nvPr/>
          </p:nvSpPr>
          <p:spPr>
            <a:xfrm>
              <a:off x="8928350" y="2947825"/>
              <a:ext cx="102450" cy="23250"/>
            </a:xfrm>
            <a:custGeom>
              <a:avLst/>
              <a:gdLst/>
              <a:ahLst/>
              <a:cxnLst/>
              <a:rect l="l" t="t" r="r" b="b"/>
              <a:pathLst>
                <a:path w="4098" h="930" extrusionOk="0">
                  <a:moveTo>
                    <a:pt x="60" y="0"/>
                  </a:moveTo>
                  <a:cubicBezTo>
                    <a:pt x="12" y="0"/>
                    <a:pt x="1" y="76"/>
                    <a:pt x="53" y="87"/>
                  </a:cubicBezTo>
                  <a:lnTo>
                    <a:pt x="4029" y="928"/>
                  </a:lnTo>
                  <a:cubicBezTo>
                    <a:pt x="4032" y="929"/>
                    <a:pt x="4035" y="929"/>
                    <a:pt x="4038" y="929"/>
                  </a:cubicBezTo>
                  <a:lnTo>
                    <a:pt x="4039" y="929"/>
                  </a:lnTo>
                  <a:cubicBezTo>
                    <a:pt x="4090" y="928"/>
                    <a:pt x="4097" y="855"/>
                    <a:pt x="4048" y="843"/>
                  </a:cubicBezTo>
                  <a:lnTo>
                    <a:pt x="71" y="2"/>
                  </a:ln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23" name="Google Shape;7623;p67"/>
          <p:cNvSpPr/>
          <p:nvPr/>
        </p:nvSpPr>
        <p:spPr>
          <a:xfrm>
            <a:off x="4566848" y="3444542"/>
            <a:ext cx="112722" cy="112799"/>
          </a:xfrm>
          <a:custGeom>
            <a:avLst/>
            <a:gdLst/>
            <a:ahLst/>
            <a:cxnLst/>
            <a:rect l="l" t="t" r="r" b="b"/>
            <a:pathLst>
              <a:path w="1458" h="1459" extrusionOk="0">
                <a:moveTo>
                  <a:pt x="729" y="0"/>
                </a:moveTo>
                <a:lnTo>
                  <a:pt x="471" y="471"/>
                </a:lnTo>
                <a:lnTo>
                  <a:pt x="1" y="729"/>
                </a:lnTo>
                <a:lnTo>
                  <a:pt x="471" y="987"/>
                </a:lnTo>
                <a:lnTo>
                  <a:pt x="729" y="1458"/>
                </a:lnTo>
                <a:lnTo>
                  <a:pt x="987" y="987"/>
                </a:lnTo>
                <a:lnTo>
                  <a:pt x="1458" y="729"/>
                </a:lnTo>
                <a:lnTo>
                  <a:pt x="987" y="471"/>
                </a:lnTo>
                <a:lnTo>
                  <a:pt x="7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4" name="Google Shape;7624;p67"/>
          <p:cNvSpPr/>
          <p:nvPr/>
        </p:nvSpPr>
        <p:spPr>
          <a:xfrm>
            <a:off x="4566853" y="3763942"/>
            <a:ext cx="112722" cy="112722"/>
          </a:xfrm>
          <a:custGeom>
            <a:avLst/>
            <a:gdLst/>
            <a:ahLst/>
            <a:cxnLst/>
            <a:rect l="l" t="t" r="r" b="b"/>
            <a:pathLst>
              <a:path w="1458" h="1458" extrusionOk="0">
                <a:moveTo>
                  <a:pt x="729" y="1"/>
                </a:moveTo>
                <a:lnTo>
                  <a:pt x="472" y="472"/>
                </a:lnTo>
                <a:lnTo>
                  <a:pt x="1" y="730"/>
                </a:lnTo>
                <a:lnTo>
                  <a:pt x="472" y="987"/>
                </a:lnTo>
                <a:lnTo>
                  <a:pt x="729" y="1458"/>
                </a:lnTo>
                <a:lnTo>
                  <a:pt x="987" y="987"/>
                </a:lnTo>
                <a:lnTo>
                  <a:pt x="1458" y="730"/>
                </a:lnTo>
                <a:lnTo>
                  <a:pt x="987" y="472"/>
                </a:lnTo>
                <a:lnTo>
                  <a:pt x="72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5" name="Google Shape;7625;p67"/>
          <p:cNvSpPr/>
          <p:nvPr/>
        </p:nvSpPr>
        <p:spPr>
          <a:xfrm>
            <a:off x="4378744" y="3594644"/>
            <a:ext cx="112722" cy="112722"/>
          </a:xfrm>
          <a:custGeom>
            <a:avLst/>
            <a:gdLst/>
            <a:ahLst/>
            <a:cxnLst/>
            <a:rect l="l" t="t" r="r" b="b"/>
            <a:pathLst>
              <a:path w="1458" h="1458" extrusionOk="0">
                <a:moveTo>
                  <a:pt x="728" y="0"/>
                </a:moveTo>
                <a:lnTo>
                  <a:pt x="470" y="470"/>
                </a:lnTo>
                <a:lnTo>
                  <a:pt x="1" y="728"/>
                </a:lnTo>
                <a:lnTo>
                  <a:pt x="470" y="986"/>
                </a:lnTo>
                <a:lnTo>
                  <a:pt x="728" y="1457"/>
                </a:lnTo>
                <a:lnTo>
                  <a:pt x="986" y="986"/>
                </a:lnTo>
                <a:lnTo>
                  <a:pt x="1458" y="728"/>
                </a:lnTo>
                <a:lnTo>
                  <a:pt x="986" y="470"/>
                </a:lnTo>
                <a:lnTo>
                  <a:pt x="7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6" name="Google Shape;7626;p67"/>
          <p:cNvSpPr/>
          <p:nvPr/>
        </p:nvSpPr>
        <p:spPr>
          <a:xfrm>
            <a:off x="4751810" y="3594643"/>
            <a:ext cx="112644" cy="112722"/>
          </a:xfrm>
          <a:custGeom>
            <a:avLst/>
            <a:gdLst/>
            <a:ahLst/>
            <a:cxnLst/>
            <a:rect l="l" t="t" r="r" b="b"/>
            <a:pathLst>
              <a:path w="1457" h="1458" extrusionOk="0">
                <a:moveTo>
                  <a:pt x="729" y="1"/>
                </a:moveTo>
                <a:lnTo>
                  <a:pt x="471" y="472"/>
                </a:lnTo>
                <a:lnTo>
                  <a:pt x="0" y="730"/>
                </a:lnTo>
                <a:lnTo>
                  <a:pt x="471" y="988"/>
                </a:lnTo>
                <a:lnTo>
                  <a:pt x="729" y="1458"/>
                </a:lnTo>
                <a:lnTo>
                  <a:pt x="987" y="988"/>
                </a:lnTo>
                <a:lnTo>
                  <a:pt x="1457" y="730"/>
                </a:lnTo>
                <a:lnTo>
                  <a:pt x="987" y="472"/>
                </a:lnTo>
                <a:lnTo>
                  <a:pt x="72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27" name="Google Shape;7627;p67"/>
          <p:cNvGrpSpPr/>
          <p:nvPr/>
        </p:nvGrpSpPr>
        <p:grpSpPr>
          <a:xfrm>
            <a:off x="6985725" y="1894357"/>
            <a:ext cx="248646" cy="247486"/>
            <a:chOff x="9511202" y="3733957"/>
            <a:chExt cx="301792" cy="300384"/>
          </a:xfrm>
        </p:grpSpPr>
        <p:sp>
          <p:nvSpPr>
            <p:cNvPr id="7628" name="Google Shape;7628;p67"/>
            <p:cNvSpPr/>
            <p:nvPr/>
          </p:nvSpPr>
          <p:spPr>
            <a:xfrm>
              <a:off x="9511202" y="3822074"/>
              <a:ext cx="136819" cy="127059"/>
            </a:xfrm>
            <a:custGeom>
              <a:avLst/>
              <a:gdLst/>
              <a:ahLst/>
              <a:cxnLst/>
              <a:rect l="l" t="t" r="r" b="b"/>
              <a:pathLst>
                <a:path w="1458" h="1354" extrusionOk="0">
                  <a:moveTo>
                    <a:pt x="729" y="1"/>
                  </a:moveTo>
                  <a:cubicBezTo>
                    <a:pt x="569" y="1"/>
                    <a:pt x="409" y="57"/>
                    <a:pt x="281" y="171"/>
                  </a:cubicBezTo>
                  <a:cubicBezTo>
                    <a:pt x="75" y="352"/>
                    <a:pt x="0" y="640"/>
                    <a:pt x="90" y="898"/>
                  </a:cubicBezTo>
                  <a:cubicBezTo>
                    <a:pt x="179" y="1157"/>
                    <a:pt x="415" y="1336"/>
                    <a:pt x="688" y="1353"/>
                  </a:cubicBezTo>
                  <a:cubicBezTo>
                    <a:pt x="702" y="1353"/>
                    <a:pt x="715" y="1354"/>
                    <a:pt x="729" y="1354"/>
                  </a:cubicBezTo>
                  <a:cubicBezTo>
                    <a:pt x="986" y="1354"/>
                    <a:pt x="1223" y="1207"/>
                    <a:pt x="1337" y="974"/>
                  </a:cubicBezTo>
                  <a:cubicBezTo>
                    <a:pt x="1457" y="728"/>
                    <a:pt x="1417" y="434"/>
                    <a:pt x="1235" y="228"/>
                  </a:cubicBezTo>
                  <a:cubicBezTo>
                    <a:pt x="1102" y="78"/>
                    <a:pt x="916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9" name="Google Shape;7629;p67"/>
            <p:cNvSpPr/>
            <p:nvPr/>
          </p:nvSpPr>
          <p:spPr>
            <a:xfrm>
              <a:off x="9594439" y="3733957"/>
              <a:ext cx="136819" cy="127059"/>
            </a:xfrm>
            <a:custGeom>
              <a:avLst/>
              <a:gdLst/>
              <a:ahLst/>
              <a:cxnLst/>
              <a:rect l="l" t="t" r="r" b="b"/>
              <a:pathLst>
                <a:path w="1458" h="1354" extrusionOk="0">
                  <a:moveTo>
                    <a:pt x="729" y="1"/>
                  </a:moveTo>
                  <a:cubicBezTo>
                    <a:pt x="569" y="1"/>
                    <a:pt x="409" y="57"/>
                    <a:pt x="281" y="171"/>
                  </a:cubicBezTo>
                  <a:cubicBezTo>
                    <a:pt x="75" y="353"/>
                    <a:pt x="1" y="639"/>
                    <a:pt x="90" y="899"/>
                  </a:cubicBezTo>
                  <a:cubicBezTo>
                    <a:pt x="180" y="1157"/>
                    <a:pt x="415" y="1336"/>
                    <a:pt x="688" y="1352"/>
                  </a:cubicBezTo>
                  <a:cubicBezTo>
                    <a:pt x="703" y="1353"/>
                    <a:pt x="717" y="1354"/>
                    <a:pt x="732" y="1354"/>
                  </a:cubicBezTo>
                  <a:cubicBezTo>
                    <a:pt x="988" y="1354"/>
                    <a:pt x="1224" y="1206"/>
                    <a:pt x="1337" y="973"/>
                  </a:cubicBezTo>
                  <a:cubicBezTo>
                    <a:pt x="1458" y="727"/>
                    <a:pt x="1417" y="433"/>
                    <a:pt x="1235" y="229"/>
                  </a:cubicBezTo>
                  <a:cubicBezTo>
                    <a:pt x="1102" y="78"/>
                    <a:pt x="916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0" name="Google Shape;7630;p67"/>
            <p:cNvSpPr/>
            <p:nvPr/>
          </p:nvSpPr>
          <p:spPr>
            <a:xfrm>
              <a:off x="9676363" y="3819915"/>
              <a:ext cx="136631" cy="126966"/>
            </a:xfrm>
            <a:custGeom>
              <a:avLst/>
              <a:gdLst/>
              <a:ahLst/>
              <a:cxnLst/>
              <a:rect l="l" t="t" r="r" b="b"/>
              <a:pathLst>
                <a:path w="1456" h="1353" extrusionOk="0">
                  <a:moveTo>
                    <a:pt x="728" y="1"/>
                  </a:moveTo>
                  <a:cubicBezTo>
                    <a:pt x="569" y="1"/>
                    <a:pt x="409" y="57"/>
                    <a:pt x="280" y="171"/>
                  </a:cubicBezTo>
                  <a:cubicBezTo>
                    <a:pt x="75" y="351"/>
                    <a:pt x="0" y="639"/>
                    <a:pt x="89" y="897"/>
                  </a:cubicBezTo>
                  <a:cubicBezTo>
                    <a:pt x="177" y="1156"/>
                    <a:pt x="415" y="1335"/>
                    <a:pt x="687" y="1352"/>
                  </a:cubicBezTo>
                  <a:cubicBezTo>
                    <a:pt x="701" y="1352"/>
                    <a:pt x="715" y="1353"/>
                    <a:pt x="728" y="1353"/>
                  </a:cubicBezTo>
                  <a:cubicBezTo>
                    <a:pt x="986" y="1353"/>
                    <a:pt x="1223" y="1207"/>
                    <a:pt x="1336" y="973"/>
                  </a:cubicBezTo>
                  <a:cubicBezTo>
                    <a:pt x="1455" y="727"/>
                    <a:pt x="1417" y="433"/>
                    <a:pt x="1235" y="229"/>
                  </a:cubicBezTo>
                  <a:cubicBezTo>
                    <a:pt x="1101" y="78"/>
                    <a:pt x="915" y="1"/>
                    <a:pt x="7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1" name="Google Shape;7631;p67"/>
            <p:cNvSpPr/>
            <p:nvPr/>
          </p:nvSpPr>
          <p:spPr>
            <a:xfrm>
              <a:off x="9593782" y="3907282"/>
              <a:ext cx="136819" cy="127059"/>
            </a:xfrm>
            <a:custGeom>
              <a:avLst/>
              <a:gdLst/>
              <a:ahLst/>
              <a:cxnLst/>
              <a:rect l="l" t="t" r="r" b="b"/>
              <a:pathLst>
                <a:path w="1458" h="1354" extrusionOk="0">
                  <a:moveTo>
                    <a:pt x="728" y="0"/>
                  </a:moveTo>
                  <a:cubicBezTo>
                    <a:pt x="569" y="0"/>
                    <a:pt x="409" y="56"/>
                    <a:pt x="281" y="170"/>
                  </a:cubicBezTo>
                  <a:cubicBezTo>
                    <a:pt x="75" y="352"/>
                    <a:pt x="0" y="638"/>
                    <a:pt x="90" y="898"/>
                  </a:cubicBezTo>
                  <a:cubicBezTo>
                    <a:pt x="179" y="1156"/>
                    <a:pt x="415" y="1336"/>
                    <a:pt x="688" y="1353"/>
                  </a:cubicBezTo>
                  <a:cubicBezTo>
                    <a:pt x="701" y="1353"/>
                    <a:pt x="715" y="1354"/>
                    <a:pt x="728" y="1354"/>
                  </a:cubicBezTo>
                  <a:cubicBezTo>
                    <a:pt x="986" y="1354"/>
                    <a:pt x="1223" y="1206"/>
                    <a:pt x="1336" y="972"/>
                  </a:cubicBezTo>
                  <a:cubicBezTo>
                    <a:pt x="1457" y="726"/>
                    <a:pt x="1417" y="433"/>
                    <a:pt x="1235" y="228"/>
                  </a:cubicBezTo>
                  <a:cubicBezTo>
                    <a:pt x="1101" y="77"/>
                    <a:pt x="915" y="0"/>
                    <a:pt x="7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2" name="Google Shape;7632;p67"/>
            <p:cNvSpPr/>
            <p:nvPr/>
          </p:nvSpPr>
          <p:spPr>
            <a:xfrm>
              <a:off x="9600727" y="3842907"/>
              <a:ext cx="102661" cy="87271"/>
            </a:xfrm>
            <a:custGeom>
              <a:avLst/>
              <a:gdLst/>
              <a:ahLst/>
              <a:cxnLst/>
              <a:rect l="l" t="t" r="r" b="b"/>
              <a:pathLst>
                <a:path w="1094" h="930" extrusionOk="0">
                  <a:moveTo>
                    <a:pt x="613" y="1"/>
                  </a:moveTo>
                  <a:cubicBezTo>
                    <a:pt x="219" y="1"/>
                    <a:pt x="0" y="472"/>
                    <a:pt x="268" y="773"/>
                  </a:cubicBezTo>
                  <a:cubicBezTo>
                    <a:pt x="364" y="881"/>
                    <a:pt x="489" y="929"/>
                    <a:pt x="612" y="929"/>
                  </a:cubicBezTo>
                  <a:cubicBezTo>
                    <a:pt x="840" y="929"/>
                    <a:pt x="1062" y="761"/>
                    <a:pt x="1077" y="492"/>
                  </a:cubicBezTo>
                  <a:cubicBezTo>
                    <a:pt x="1094" y="237"/>
                    <a:pt x="898" y="18"/>
                    <a:pt x="643" y="2"/>
                  </a:cubicBezTo>
                  <a:cubicBezTo>
                    <a:pt x="633" y="1"/>
                    <a:pt x="623" y="1"/>
                    <a:pt x="6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3" name="Google Shape;7633;p67"/>
          <p:cNvGrpSpPr/>
          <p:nvPr/>
        </p:nvGrpSpPr>
        <p:grpSpPr>
          <a:xfrm>
            <a:off x="6368999" y="1894390"/>
            <a:ext cx="248723" cy="247332"/>
            <a:chOff x="10015692" y="3733300"/>
            <a:chExt cx="301885" cy="300196"/>
          </a:xfrm>
        </p:grpSpPr>
        <p:sp>
          <p:nvSpPr>
            <p:cNvPr id="7634" name="Google Shape;7634;p67"/>
            <p:cNvSpPr/>
            <p:nvPr/>
          </p:nvSpPr>
          <p:spPr>
            <a:xfrm>
              <a:off x="10015692" y="3821323"/>
              <a:ext cx="136819" cy="126966"/>
            </a:xfrm>
            <a:custGeom>
              <a:avLst/>
              <a:gdLst/>
              <a:ahLst/>
              <a:cxnLst/>
              <a:rect l="l" t="t" r="r" b="b"/>
              <a:pathLst>
                <a:path w="1458" h="1353" extrusionOk="0">
                  <a:moveTo>
                    <a:pt x="728" y="0"/>
                  </a:moveTo>
                  <a:cubicBezTo>
                    <a:pt x="569" y="0"/>
                    <a:pt x="409" y="57"/>
                    <a:pt x="280" y="171"/>
                  </a:cubicBezTo>
                  <a:cubicBezTo>
                    <a:pt x="75" y="352"/>
                    <a:pt x="0" y="639"/>
                    <a:pt x="90" y="898"/>
                  </a:cubicBezTo>
                  <a:cubicBezTo>
                    <a:pt x="179" y="1156"/>
                    <a:pt x="415" y="1335"/>
                    <a:pt x="688" y="1352"/>
                  </a:cubicBezTo>
                  <a:cubicBezTo>
                    <a:pt x="701" y="1352"/>
                    <a:pt x="715" y="1353"/>
                    <a:pt x="729" y="1353"/>
                  </a:cubicBezTo>
                  <a:cubicBezTo>
                    <a:pt x="987" y="1353"/>
                    <a:pt x="1223" y="1207"/>
                    <a:pt x="1338" y="973"/>
                  </a:cubicBezTo>
                  <a:cubicBezTo>
                    <a:pt x="1457" y="727"/>
                    <a:pt x="1417" y="433"/>
                    <a:pt x="1235" y="229"/>
                  </a:cubicBezTo>
                  <a:cubicBezTo>
                    <a:pt x="1101" y="77"/>
                    <a:pt x="915" y="0"/>
                    <a:pt x="7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5" name="Google Shape;7635;p67"/>
            <p:cNvSpPr/>
            <p:nvPr/>
          </p:nvSpPr>
          <p:spPr>
            <a:xfrm>
              <a:off x="10098930" y="3733300"/>
              <a:ext cx="136819" cy="126966"/>
            </a:xfrm>
            <a:custGeom>
              <a:avLst/>
              <a:gdLst/>
              <a:ahLst/>
              <a:cxnLst/>
              <a:rect l="l" t="t" r="r" b="b"/>
              <a:pathLst>
                <a:path w="1458" h="1353" extrusionOk="0">
                  <a:moveTo>
                    <a:pt x="729" y="0"/>
                  </a:moveTo>
                  <a:cubicBezTo>
                    <a:pt x="570" y="0"/>
                    <a:pt x="409" y="56"/>
                    <a:pt x="281" y="171"/>
                  </a:cubicBezTo>
                  <a:cubicBezTo>
                    <a:pt x="76" y="351"/>
                    <a:pt x="0" y="639"/>
                    <a:pt x="90" y="897"/>
                  </a:cubicBezTo>
                  <a:cubicBezTo>
                    <a:pt x="179" y="1156"/>
                    <a:pt x="415" y="1335"/>
                    <a:pt x="688" y="1352"/>
                  </a:cubicBezTo>
                  <a:cubicBezTo>
                    <a:pt x="702" y="1352"/>
                    <a:pt x="715" y="1353"/>
                    <a:pt x="729" y="1353"/>
                  </a:cubicBezTo>
                  <a:cubicBezTo>
                    <a:pt x="987" y="1353"/>
                    <a:pt x="1223" y="1207"/>
                    <a:pt x="1338" y="973"/>
                  </a:cubicBezTo>
                  <a:cubicBezTo>
                    <a:pt x="1457" y="727"/>
                    <a:pt x="1417" y="433"/>
                    <a:pt x="1235" y="227"/>
                  </a:cubicBezTo>
                  <a:cubicBezTo>
                    <a:pt x="1102" y="77"/>
                    <a:pt x="916" y="0"/>
                    <a:pt x="7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6" name="Google Shape;7636;p67"/>
            <p:cNvSpPr/>
            <p:nvPr/>
          </p:nvSpPr>
          <p:spPr>
            <a:xfrm>
              <a:off x="10180759" y="3819071"/>
              <a:ext cx="136819" cy="127153"/>
            </a:xfrm>
            <a:custGeom>
              <a:avLst/>
              <a:gdLst/>
              <a:ahLst/>
              <a:cxnLst/>
              <a:rect l="l" t="t" r="r" b="b"/>
              <a:pathLst>
                <a:path w="1458" h="1355" extrusionOk="0">
                  <a:moveTo>
                    <a:pt x="729" y="1"/>
                  </a:moveTo>
                  <a:cubicBezTo>
                    <a:pt x="570" y="1"/>
                    <a:pt x="410" y="57"/>
                    <a:pt x="281" y="171"/>
                  </a:cubicBezTo>
                  <a:cubicBezTo>
                    <a:pt x="77" y="353"/>
                    <a:pt x="1" y="639"/>
                    <a:pt x="90" y="898"/>
                  </a:cubicBezTo>
                  <a:cubicBezTo>
                    <a:pt x="180" y="1156"/>
                    <a:pt x="415" y="1337"/>
                    <a:pt x="688" y="1353"/>
                  </a:cubicBezTo>
                  <a:cubicBezTo>
                    <a:pt x="702" y="1354"/>
                    <a:pt x="715" y="1354"/>
                    <a:pt x="729" y="1354"/>
                  </a:cubicBezTo>
                  <a:cubicBezTo>
                    <a:pt x="988" y="1354"/>
                    <a:pt x="1224" y="1207"/>
                    <a:pt x="1338" y="973"/>
                  </a:cubicBezTo>
                  <a:cubicBezTo>
                    <a:pt x="1458" y="727"/>
                    <a:pt x="1417" y="433"/>
                    <a:pt x="1235" y="229"/>
                  </a:cubicBezTo>
                  <a:cubicBezTo>
                    <a:pt x="1102" y="78"/>
                    <a:pt x="916" y="1"/>
                    <a:pt x="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7" name="Google Shape;7637;p67"/>
            <p:cNvSpPr/>
            <p:nvPr/>
          </p:nvSpPr>
          <p:spPr>
            <a:xfrm>
              <a:off x="10098179" y="3906531"/>
              <a:ext cx="136819" cy="126966"/>
            </a:xfrm>
            <a:custGeom>
              <a:avLst/>
              <a:gdLst/>
              <a:ahLst/>
              <a:cxnLst/>
              <a:rect l="l" t="t" r="r" b="b"/>
              <a:pathLst>
                <a:path w="1458" h="1353" extrusionOk="0">
                  <a:moveTo>
                    <a:pt x="729" y="1"/>
                  </a:moveTo>
                  <a:cubicBezTo>
                    <a:pt x="570" y="1"/>
                    <a:pt x="410" y="57"/>
                    <a:pt x="281" y="171"/>
                  </a:cubicBezTo>
                  <a:cubicBezTo>
                    <a:pt x="76" y="353"/>
                    <a:pt x="1" y="639"/>
                    <a:pt x="90" y="897"/>
                  </a:cubicBezTo>
                  <a:cubicBezTo>
                    <a:pt x="180" y="1156"/>
                    <a:pt x="415" y="1335"/>
                    <a:pt x="688" y="1352"/>
                  </a:cubicBezTo>
                  <a:cubicBezTo>
                    <a:pt x="702" y="1353"/>
                    <a:pt x="716" y="1353"/>
                    <a:pt x="729" y="1353"/>
                  </a:cubicBezTo>
                  <a:cubicBezTo>
                    <a:pt x="987" y="1353"/>
                    <a:pt x="1224" y="1207"/>
                    <a:pt x="1339" y="973"/>
                  </a:cubicBezTo>
                  <a:cubicBezTo>
                    <a:pt x="1458" y="727"/>
                    <a:pt x="1418" y="433"/>
                    <a:pt x="1236" y="229"/>
                  </a:cubicBezTo>
                  <a:cubicBezTo>
                    <a:pt x="1102" y="78"/>
                    <a:pt x="916" y="1"/>
                    <a:pt x="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8" name="Google Shape;7638;p67"/>
            <p:cNvSpPr/>
            <p:nvPr/>
          </p:nvSpPr>
          <p:spPr>
            <a:xfrm>
              <a:off x="10105123" y="3842250"/>
              <a:ext cx="102755" cy="87177"/>
            </a:xfrm>
            <a:custGeom>
              <a:avLst/>
              <a:gdLst/>
              <a:ahLst/>
              <a:cxnLst/>
              <a:rect l="l" t="t" r="r" b="b"/>
              <a:pathLst>
                <a:path w="1095" h="929" extrusionOk="0">
                  <a:moveTo>
                    <a:pt x="613" y="0"/>
                  </a:moveTo>
                  <a:cubicBezTo>
                    <a:pt x="220" y="0"/>
                    <a:pt x="1" y="470"/>
                    <a:pt x="268" y="771"/>
                  </a:cubicBezTo>
                  <a:cubicBezTo>
                    <a:pt x="365" y="879"/>
                    <a:pt x="490" y="928"/>
                    <a:pt x="613" y="928"/>
                  </a:cubicBezTo>
                  <a:cubicBezTo>
                    <a:pt x="841" y="928"/>
                    <a:pt x="1063" y="760"/>
                    <a:pt x="1078" y="492"/>
                  </a:cubicBezTo>
                  <a:cubicBezTo>
                    <a:pt x="1095" y="235"/>
                    <a:pt x="899" y="16"/>
                    <a:pt x="644" y="1"/>
                  </a:cubicBezTo>
                  <a:cubicBezTo>
                    <a:pt x="634" y="1"/>
                    <a:pt x="623" y="0"/>
                    <a:pt x="6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9" name="Google Shape;7639;p67"/>
          <p:cNvGrpSpPr/>
          <p:nvPr/>
        </p:nvGrpSpPr>
        <p:grpSpPr>
          <a:xfrm>
            <a:off x="7602371" y="1894361"/>
            <a:ext cx="248646" cy="247486"/>
            <a:chOff x="9049973" y="3779095"/>
            <a:chExt cx="301792" cy="300384"/>
          </a:xfrm>
        </p:grpSpPr>
        <p:sp>
          <p:nvSpPr>
            <p:cNvPr id="7640" name="Google Shape;7640;p67"/>
            <p:cNvSpPr/>
            <p:nvPr/>
          </p:nvSpPr>
          <p:spPr>
            <a:xfrm>
              <a:off x="9049973" y="3867211"/>
              <a:ext cx="136819" cy="127153"/>
            </a:xfrm>
            <a:custGeom>
              <a:avLst/>
              <a:gdLst/>
              <a:ahLst/>
              <a:cxnLst/>
              <a:rect l="l" t="t" r="r" b="b"/>
              <a:pathLst>
                <a:path w="1458" h="1355" extrusionOk="0">
                  <a:moveTo>
                    <a:pt x="729" y="1"/>
                  </a:moveTo>
                  <a:cubicBezTo>
                    <a:pt x="569" y="1"/>
                    <a:pt x="409" y="57"/>
                    <a:pt x="281" y="171"/>
                  </a:cubicBezTo>
                  <a:cubicBezTo>
                    <a:pt x="75" y="353"/>
                    <a:pt x="0" y="639"/>
                    <a:pt x="90" y="898"/>
                  </a:cubicBezTo>
                  <a:cubicBezTo>
                    <a:pt x="179" y="1156"/>
                    <a:pt x="415" y="1335"/>
                    <a:pt x="688" y="1353"/>
                  </a:cubicBezTo>
                  <a:cubicBezTo>
                    <a:pt x="701" y="1354"/>
                    <a:pt x="715" y="1354"/>
                    <a:pt x="728" y="1354"/>
                  </a:cubicBezTo>
                  <a:cubicBezTo>
                    <a:pt x="986" y="1354"/>
                    <a:pt x="1223" y="1207"/>
                    <a:pt x="1337" y="973"/>
                  </a:cubicBezTo>
                  <a:cubicBezTo>
                    <a:pt x="1457" y="727"/>
                    <a:pt x="1417" y="433"/>
                    <a:pt x="1235" y="229"/>
                  </a:cubicBezTo>
                  <a:cubicBezTo>
                    <a:pt x="1102" y="78"/>
                    <a:pt x="916" y="1"/>
                    <a:pt x="729" y="1"/>
                  </a:cubicBez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1" name="Google Shape;7641;p67"/>
            <p:cNvSpPr/>
            <p:nvPr/>
          </p:nvSpPr>
          <p:spPr>
            <a:xfrm>
              <a:off x="9133210" y="3779095"/>
              <a:ext cx="136819" cy="127059"/>
            </a:xfrm>
            <a:custGeom>
              <a:avLst/>
              <a:gdLst/>
              <a:ahLst/>
              <a:cxnLst/>
              <a:rect l="l" t="t" r="r" b="b"/>
              <a:pathLst>
                <a:path w="1458" h="1354" extrusionOk="0">
                  <a:moveTo>
                    <a:pt x="729" y="1"/>
                  </a:moveTo>
                  <a:cubicBezTo>
                    <a:pt x="570" y="1"/>
                    <a:pt x="409" y="57"/>
                    <a:pt x="281" y="172"/>
                  </a:cubicBezTo>
                  <a:cubicBezTo>
                    <a:pt x="75" y="352"/>
                    <a:pt x="1" y="640"/>
                    <a:pt x="90" y="898"/>
                  </a:cubicBezTo>
                  <a:cubicBezTo>
                    <a:pt x="180" y="1157"/>
                    <a:pt x="415" y="1336"/>
                    <a:pt x="688" y="1353"/>
                  </a:cubicBezTo>
                  <a:cubicBezTo>
                    <a:pt x="702" y="1354"/>
                    <a:pt x="715" y="1354"/>
                    <a:pt x="729" y="1354"/>
                  </a:cubicBezTo>
                  <a:cubicBezTo>
                    <a:pt x="986" y="1354"/>
                    <a:pt x="1224" y="1208"/>
                    <a:pt x="1337" y="974"/>
                  </a:cubicBezTo>
                  <a:cubicBezTo>
                    <a:pt x="1458" y="728"/>
                    <a:pt x="1417" y="434"/>
                    <a:pt x="1235" y="228"/>
                  </a:cubicBezTo>
                  <a:cubicBezTo>
                    <a:pt x="1102" y="78"/>
                    <a:pt x="916" y="1"/>
                    <a:pt x="729" y="1"/>
                  </a:cubicBez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2" name="Google Shape;7642;p67"/>
            <p:cNvSpPr/>
            <p:nvPr/>
          </p:nvSpPr>
          <p:spPr>
            <a:xfrm>
              <a:off x="9215133" y="3864959"/>
              <a:ext cx="136631" cy="127059"/>
            </a:xfrm>
            <a:custGeom>
              <a:avLst/>
              <a:gdLst/>
              <a:ahLst/>
              <a:cxnLst/>
              <a:rect l="l" t="t" r="r" b="b"/>
              <a:pathLst>
                <a:path w="1456" h="1354" extrusionOk="0">
                  <a:moveTo>
                    <a:pt x="728" y="1"/>
                  </a:moveTo>
                  <a:cubicBezTo>
                    <a:pt x="568" y="1"/>
                    <a:pt x="408" y="57"/>
                    <a:pt x="279" y="171"/>
                  </a:cubicBezTo>
                  <a:cubicBezTo>
                    <a:pt x="75" y="353"/>
                    <a:pt x="0" y="639"/>
                    <a:pt x="88" y="897"/>
                  </a:cubicBezTo>
                  <a:cubicBezTo>
                    <a:pt x="178" y="1156"/>
                    <a:pt x="415" y="1335"/>
                    <a:pt x="688" y="1352"/>
                  </a:cubicBezTo>
                  <a:cubicBezTo>
                    <a:pt x="701" y="1353"/>
                    <a:pt x="715" y="1353"/>
                    <a:pt x="728" y="1353"/>
                  </a:cubicBezTo>
                  <a:cubicBezTo>
                    <a:pt x="986" y="1353"/>
                    <a:pt x="1223" y="1207"/>
                    <a:pt x="1336" y="973"/>
                  </a:cubicBezTo>
                  <a:cubicBezTo>
                    <a:pt x="1455" y="727"/>
                    <a:pt x="1415" y="433"/>
                    <a:pt x="1235" y="229"/>
                  </a:cubicBezTo>
                  <a:cubicBezTo>
                    <a:pt x="1101" y="78"/>
                    <a:pt x="915" y="1"/>
                    <a:pt x="728" y="1"/>
                  </a:cubicBez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3" name="Google Shape;7643;p67"/>
            <p:cNvSpPr/>
            <p:nvPr/>
          </p:nvSpPr>
          <p:spPr>
            <a:xfrm>
              <a:off x="9132553" y="3952419"/>
              <a:ext cx="136819" cy="127059"/>
            </a:xfrm>
            <a:custGeom>
              <a:avLst/>
              <a:gdLst/>
              <a:ahLst/>
              <a:cxnLst/>
              <a:rect l="l" t="t" r="r" b="b"/>
              <a:pathLst>
                <a:path w="1458" h="1354" extrusionOk="0">
                  <a:moveTo>
                    <a:pt x="729" y="1"/>
                  </a:moveTo>
                  <a:cubicBezTo>
                    <a:pt x="569" y="1"/>
                    <a:pt x="409" y="57"/>
                    <a:pt x="281" y="171"/>
                  </a:cubicBezTo>
                  <a:cubicBezTo>
                    <a:pt x="75" y="353"/>
                    <a:pt x="0" y="639"/>
                    <a:pt x="90" y="898"/>
                  </a:cubicBezTo>
                  <a:cubicBezTo>
                    <a:pt x="179" y="1156"/>
                    <a:pt x="415" y="1335"/>
                    <a:pt x="688" y="1352"/>
                  </a:cubicBezTo>
                  <a:cubicBezTo>
                    <a:pt x="701" y="1353"/>
                    <a:pt x="715" y="1353"/>
                    <a:pt x="729" y="1353"/>
                  </a:cubicBezTo>
                  <a:cubicBezTo>
                    <a:pt x="986" y="1353"/>
                    <a:pt x="1223" y="1207"/>
                    <a:pt x="1336" y="973"/>
                  </a:cubicBezTo>
                  <a:cubicBezTo>
                    <a:pt x="1457" y="727"/>
                    <a:pt x="1417" y="433"/>
                    <a:pt x="1235" y="229"/>
                  </a:cubicBezTo>
                  <a:cubicBezTo>
                    <a:pt x="1101" y="78"/>
                    <a:pt x="915" y="1"/>
                    <a:pt x="729" y="1"/>
                  </a:cubicBez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4" name="Google Shape;7644;p67"/>
            <p:cNvSpPr/>
            <p:nvPr/>
          </p:nvSpPr>
          <p:spPr>
            <a:xfrm>
              <a:off x="9139497" y="3888138"/>
              <a:ext cx="102567" cy="87177"/>
            </a:xfrm>
            <a:custGeom>
              <a:avLst/>
              <a:gdLst/>
              <a:ahLst/>
              <a:cxnLst/>
              <a:rect l="l" t="t" r="r" b="b"/>
              <a:pathLst>
                <a:path w="1093" h="929" extrusionOk="0">
                  <a:moveTo>
                    <a:pt x="611" y="0"/>
                  </a:moveTo>
                  <a:cubicBezTo>
                    <a:pt x="219" y="0"/>
                    <a:pt x="0" y="470"/>
                    <a:pt x="268" y="772"/>
                  </a:cubicBezTo>
                  <a:cubicBezTo>
                    <a:pt x="364" y="880"/>
                    <a:pt x="489" y="929"/>
                    <a:pt x="612" y="929"/>
                  </a:cubicBezTo>
                  <a:cubicBezTo>
                    <a:pt x="840" y="929"/>
                    <a:pt x="1062" y="761"/>
                    <a:pt x="1077" y="492"/>
                  </a:cubicBezTo>
                  <a:cubicBezTo>
                    <a:pt x="1092" y="235"/>
                    <a:pt x="899" y="16"/>
                    <a:pt x="642" y="1"/>
                  </a:cubicBezTo>
                  <a:cubicBezTo>
                    <a:pt x="632" y="1"/>
                    <a:pt x="621" y="0"/>
                    <a:pt x="611" y="0"/>
                  </a:cubicBezTo>
                  <a:close/>
                </a:path>
              </a:pathLst>
            </a:custGeom>
            <a:solidFill>
              <a:srgbClr val="FF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5" name="Google Shape;7645;p67"/>
          <p:cNvGrpSpPr/>
          <p:nvPr/>
        </p:nvGrpSpPr>
        <p:grpSpPr>
          <a:xfrm>
            <a:off x="3460802" y="3682902"/>
            <a:ext cx="357619" cy="128920"/>
            <a:chOff x="5145426" y="1501697"/>
            <a:chExt cx="244325" cy="88078"/>
          </a:xfrm>
        </p:grpSpPr>
        <p:sp>
          <p:nvSpPr>
            <p:cNvPr id="7646" name="Google Shape;7646;p67"/>
            <p:cNvSpPr/>
            <p:nvPr/>
          </p:nvSpPr>
          <p:spPr>
            <a:xfrm>
              <a:off x="5185910" y="1550340"/>
              <a:ext cx="117002" cy="39435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0" y="1"/>
                  </a:moveTo>
                  <a:lnTo>
                    <a:pt x="0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7" name="Google Shape;7647;p67"/>
            <p:cNvSpPr/>
            <p:nvPr/>
          </p:nvSpPr>
          <p:spPr>
            <a:xfrm>
              <a:off x="5145426" y="1501697"/>
              <a:ext cx="116940" cy="39435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7"/>
                  </a:lnTo>
                  <a:lnTo>
                    <a:pt x="1892" y="637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8" name="Google Shape;7648;p67"/>
            <p:cNvSpPr/>
            <p:nvPr/>
          </p:nvSpPr>
          <p:spPr>
            <a:xfrm>
              <a:off x="5272812" y="1501697"/>
              <a:ext cx="116940" cy="39435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7"/>
                  </a:lnTo>
                  <a:lnTo>
                    <a:pt x="1891" y="637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9" name="Google Shape;7649;p67"/>
          <p:cNvGrpSpPr/>
          <p:nvPr/>
        </p:nvGrpSpPr>
        <p:grpSpPr>
          <a:xfrm>
            <a:off x="3683093" y="4108763"/>
            <a:ext cx="439312" cy="169451"/>
            <a:chOff x="4232350" y="1881124"/>
            <a:chExt cx="300138" cy="115769"/>
          </a:xfrm>
        </p:grpSpPr>
        <p:sp>
          <p:nvSpPr>
            <p:cNvPr id="7650" name="Google Shape;7650;p67"/>
            <p:cNvSpPr/>
            <p:nvPr/>
          </p:nvSpPr>
          <p:spPr>
            <a:xfrm>
              <a:off x="4344222" y="1881124"/>
              <a:ext cx="115209" cy="43823"/>
            </a:xfrm>
            <a:custGeom>
              <a:avLst/>
              <a:gdLst/>
              <a:ahLst/>
              <a:cxnLst/>
              <a:rect l="l" t="t" r="r" b="b"/>
              <a:pathLst>
                <a:path w="1864" h="709" extrusionOk="0">
                  <a:moveTo>
                    <a:pt x="1740" y="124"/>
                  </a:moveTo>
                  <a:lnTo>
                    <a:pt x="1740" y="585"/>
                  </a:lnTo>
                  <a:lnTo>
                    <a:pt x="125" y="585"/>
                  </a:lnTo>
                  <a:lnTo>
                    <a:pt x="125" y="124"/>
                  </a:lnTo>
                  <a:close/>
                  <a:moveTo>
                    <a:pt x="1" y="1"/>
                  </a:moveTo>
                  <a:lnTo>
                    <a:pt x="1" y="709"/>
                  </a:lnTo>
                  <a:lnTo>
                    <a:pt x="1863" y="709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1" name="Google Shape;7651;p67"/>
            <p:cNvSpPr/>
            <p:nvPr/>
          </p:nvSpPr>
          <p:spPr>
            <a:xfrm>
              <a:off x="4232350" y="1943365"/>
              <a:ext cx="144135" cy="53527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1"/>
                  </a:lnTo>
                  <a:lnTo>
                    <a:pt x="124" y="741"/>
                  </a:lnTo>
                  <a:lnTo>
                    <a:pt x="124" y="124"/>
                  </a:lnTo>
                  <a:close/>
                  <a:moveTo>
                    <a:pt x="1" y="0"/>
                  </a:moveTo>
                  <a:lnTo>
                    <a:pt x="1" y="865"/>
                  </a:lnTo>
                  <a:lnTo>
                    <a:pt x="2331" y="865"/>
                  </a:lnTo>
                  <a:lnTo>
                    <a:pt x="2331" y="0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2" name="Google Shape;7652;p67"/>
            <p:cNvSpPr/>
            <p:nvPr/>
          </p:nvSpPr>
          <p:spPr>
            <a:xfrm>
              <a:off x="4417340" y="1930138"/>
              <a:ext cx="115147" cy="43885"/>
            </a:xfrm>
            <a:custGeom>
              <a:avLst/>
              <a:gdLst/>
              <a:ahLst/>
              <a:cxnLst/>
              <a:rect l="l" t="t" r="r" b="b"/>
              <a:pathLst>
                <a:path w="1863" h="710" extrusionOk="0">
                  <a:moveTo>
                    <a:pt x="1739" y="125"/>
                  </a:moveTo>
                  <a:lnTo>
                    <a:pt x="1739" y="584"/>
                  </a:lnTo>
                  <a:lnTo>
                    <a:pt x="124" y="584"/>
                  </a:lnTo>
                  <a:lnTo>
                    <a:pt x="124" y="125"/>
                  </a:lnTo>
                  <a:close/>
                  <a:moveTo>
                    <a:pt x="0" y="1"/>
                  </a:moveTo>
                  <a:lnTo>
                    <a:pt x="0" y="709"/>
                  </a:lnTo>
                  <a:lnTo>
                    <a:pt x="1863" y="709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53" name="Google Shape;7653;p67"/>
          <p:cNvGrpSpPr/>
          <p:nvPr/>
        </p:nvGrpSpPr>
        <p:grpSpPr>
          <a:xfrm>
            <a:off x="3175764" y="4106568"/>
            <a:ext cx="349748" cy="292308"/>
            <a:chOff x="4957811" y="1731912"/>
            <a:chExt cx="238948" cy="199705"/>
          </a:xfrm>
        </p:grpSpPr>
        <p:sp>
          <p:nvSpPr>
            <p:cNvPr id="7654" name="Google Shape;7654;p67"/>
            <p:cNvSpPr/>
            <p:nvPr/>
          </p:nvSpPr>
          <p:spPr>
            <a:xfrm>
              <a:off x="4957811" y="1807133"/>
              <a:ext cx="144011" cy="53589"/>
            </a:xfrm>
            <a:custGeom>
              <a:avLst/>
              <a:gdLst/>
              <a:ahLst/>
              <a:cxnLst/>
              <a:rect l="l" t="t" r="r" b="b"/>
              <a:pathLst>
                <a:path w="2330" h="867" extrusionOk="0">
                  <a:moveTo>
                    <a:pt x="2205" y="124"/>
                  </a:moveTo>
                  <a:lnTo>
                    <a:pt x="2205" y="743"/>
                  </a:lnTo>
                  <a:lnTo>
                    <a:pt x="124" y="743"/>
                  </a:lnTo>
                  <a:lnTo>
                    <a:pt x="124" y="124"/>
                  </a:lnTo>
                  <a:close/>
                  <a:moveTo>
                    <a:pt x="0" y="0"/>
                  </a:moveTo>
                  <a:lnTo>
                    <a:pt x="0" y="867"/>
                  </a:lnTo>
                  <a:lnTo>
                    <a:pt x="2329" y="867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5" name="Google Shape;7655;p67"/>
            <p:cNvSpPr/>
            <p:nvPr/>
          </p:nvSpPr>
          <p:spPr>
            <a:xfrm>
              <a:off x="5052686" y="1731912"/>
              <a:ext cx="144073" cy="53527"/>
            </a:xfrm>
            <a:custGeom>
              <a:avLst/>
              <a:gdLst/>
              <a:ahLst/>
              <a:cxnLst/>
              <a:rect l="l" t="t" r="r" b="b"/>
              <a:pathLst>
                <a:path w="2331" h="866" extrusionOk="0">
                  <a:moveTo>
                    <a:pt x="2208" y="123"/>
                  </a:moveTo>
                  <a:lnTo>
                    <a:pt x="2208" y="742"/>
                  </a:lnTo>
                  <a:lnTo>
                    <a:pt x="125" y="742"/>
                  </a:lnTo>
                  <a:lnTo>
                    <a:pt x="125" y="123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0" y="866"/>
                  </a:lnTo>
                  <a:lnTo>
                    <a:pt x="2330" y="1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6" name="Google Shape;7656;p67"/>
            <p:cNvSpPr/>
            <p:nvPr/>
          </p:nvSpPr>
          <p:spPr>
            <a:xfrm>
              <a:off x="5025428" y="1878089"/>
              <a:ext cx="144011" cy="53527"/>
            </a:xfrm>
            <a:custGeom>
              <a:avLst/>
              <a:gdLst/>
              <a:ahLst/>
              <a:cxnLst/>
              <a:rect l="l" t="t" r="r" b="b"/>
              <a:pathLst>
                <a:path w="2330" h="866" extrusionOk="0">
                  <a:moveTo>
                    <a:pt x="2208" y="124"/>
                  </a:moveTo>
                  <a:lnTo>
                    <a:pt x="2208" y="742"/>
                  </a:lnTo>
                  <a:lnTo>
                    <a:pt x="124" y="742"/>
                  </a:lnTo>
                  <a:lnTo>
                    <a:pt x="124" y="124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0" y="866"/>
                  </a:lnTo>
                  <a:lnTo>
                    <a:pt x="2330" y="1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57" name="Google Shape;7657;p67"/>
          <p:cNvSpPr/>
          <p:nvPr/>
        </p:nvSpPr>
        <p:spPr>
          <a:xfrm flipH="1">
            <a:off x="4635557" y="4037989"/>
            <a:ext cx="160500" cy="160500"/>
          </a:xfrm>
          <a:prstGeom prst="ellipse">
            <a:avLst/>
          </a:prstGeom>
          <a:solidFill>
            <a:srgbClr val="A48EFD">
              <a:alpha val="65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8" name="Google Shape;7658;p67"/>
          <p:cNvSpPr/>
          <p:nvPr/>
        </p:nvSpPr>
        <p:spPr>
          <a:xfrm flipH="1">
            <a:off x="4498152" y="4285375"/>
            <a:ext cx="112500" cy="112800"/>
          </a:xfrm>
          <a:prstGeom prst="ellipse">
            <a:avLst/>
          </a:prstGeom>
          <a:solidFill>
            <a:srgbClr val="A48EFD">
              <a:alpha val="653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9" name="Google Shape;7659;p67"/>
          <p:cNvSpPr/>
          <p:nvPr/>
        </p:nvSpPr>
        <p:spPr>
          <a:xfrm flipH="1">
            <a:off x="4752050" y="4403524"/>
            <a:ext cx="73200" cy="73200"/>
          </a:xfrm>
          <a:prstGeom prst="ellipse">
            <a:avLst/>
          </a:prstGeom>
          <a:solidFill>
            <a:srgbClr val="A48EFD">
              <a:alpha val="653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4652;p77">
            <a:extLst>
              <a:ext uri="{FF2B5EF4-FFF2-40B4-BE49-F238E27FC236}">
                <a16:creationId xmlns:a16="http://schemas.microsoft.com/office/drawing/2014/main" id="{A6C3622A-68FE-D4C4-4641-A1DACB31ABDA}"/>
              </a:ext>
            </a:extLst>
          </p:cNvPr>
          <p:cNvSpPr/>
          <p:nvPr/>
        </p:nvSpPr>
        <p:spPr>
          <a:xfrm>
            <a:off x="1549023" y="1092821"/>
            <a:ext cx="1840947" cy="2059836"/>
          </a:xfrm>
          <a:custGeom>
            <a:avLst/>
            <a:gdLst/>
            <a:ahLst/>
            <a:cxnLst/>
            <a:rect l="l" t="t" r="r" b="b"/>
            <a:pathLst>
              <a:path w="79398" h="121367" extrusionOk="0">
                <a:moveTo>
                  <a:pt x="0" y="0"/>
                </a:moveTo>
                <a:lnTo>
                  <a:pt x="0" y="35551"/>
                </a:lnTo>
                <a:cubicBezTo>
                  <a:pt x="0" y="41778"/>
                  <a:pt x="1940" y="47852"/>
                  <a:pt x="5564" y="52918"/>
                </a:cubicBezTo>
                <a:lnTo>
                  <a:pt x="9520" y="58469"/>
                </a:lnTo>
                <a:cubicBezTo>
                  <a:pt x="10745" y="59694"/>
                  <a:pt x="10745" y="61672"/>
                  <a:pt x="9520" y="62897"/>
                </a:cubicBezTo>
                <a:lnTo>
                  <a:pt x="5564" y="68448"/>
                </a:lnTo>
                <a:cubicBezTo>
                  <a:pt x="1952" y="73514"/>
                  <a:pt x="0" y="79588"/>
                  <a:pt x="0" y="85815"/>
                </a:cubicBezTo>
                <a:lnTo>
                  <a:pt x="0" y="121366"/>
                </a:lnTo>
                <a:lnTo>
                  <a:pt x="68665" y="121366"/>
                </a:lnTo>
                <a:lnTo>
                  <a:pt x="68665" y="85815"/>
                </a:lnTo>
                <a:cubicBezTo>
                  <a:pt x="68665" y="79588"/>
                  <a:pt x="70605" y="73514"/>
                  <a:pt x="74216" y="68448"/>
                </a:cubicBezTo>
                <a:lnTo>
                  <a:pt x="78185" y="62897"/>
                </a:lnTo>
                <a:cubicBezTo>
                  <a:pt x="79397" y="61672"/>
                  <a:pt x="79397" y="59694"/>
                  <a:pt x="78185" y="58469"/>
                </a:cubicBezTo>
                <a:lnTo>
                  <a:pt x="74216" y="52918"/>
                </a:lnTo>
                <a:cubicBezTo>
                  <a:pt x="70605" y="47840"/>
                  <a:pt x="68665" y="41778"/>
                  <a:pt x="68665" y="35551"/>
                </a:cubicBezTo>
                <a:lnTo>
                  <a:pt x="68665" y="0"/>
                </a:lnTo>
                <a:close/>
              </a:path>
            </a:pathLst>
          </a:cu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470ACE8-D1DD-65EF-26AE-B426779B6D24}"/>
              </a:ext>
            </a:extLst>
          </p:cNvPr>
          <p:cNvSpPr txBox="1"/>
          <p:nvPr/>
        </p:nvSpPr>
        <p:spPr>
          <a:xfrm>
            <a:off x="89210" y="1764156"/>
            <a:ext cx="1483112" cy="738664"/>
          </a:xfrm>
          <a:prstGeom prst="rect">
            <a:avLst/>
          </a:prstGeom>
          <a:solidFill>
            <a:srgbClr val="A48EFD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Réduction des écarts de rémunération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C6BE3DB-E1AC-CAA5-3D06-83E7764341CB}"/>
              </a:ext>
            </a:extLst>
          </p:cNvPr>
          <p:cNvSpPr txBox="1"/>
          <p:nvPr/>
        </p:nvSpPr>
        <p:spPr>
          <a:xfrm>
            <a:off x="1771054" y="1764156"/>
            <a:ext cx="1362439" cy="738664"/>
          </a:xfrm>
          <a:prstGeom prst="rect">
            <a:avLst/>
          </a:prstGeom>
          <a:solidFill>
            <a:srgbClr val="A48EFD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Egalité d’accès aux augmentations</a:t>
            </a:r>
          </a:p>
        </p:txBody>
      </p:sp>
      <p:sp>
        <p:nvSpPr>
          <p:cNvPr id="33" name="Google Shape;14653;p77">
            <a:extLst>
              <a:ext uri="{FF2B5EF4-FFF2-40B4-BE49-F238E27FC236}">
                <a16:creationId xmlns:a16="http://schemas.microsoft.com/office/drawing/2014/main" id="{B5B1AA4C-96EC-30B1-A5AC-03F2C886A42F}"/>
              </a:ext>
            </a:extLst>
          </p:cNvPr>
          <p:cNvSpPr/>
          <p:nvPr/>
        </p:nvSpPr>
        <p:spPr>
          <a:xfrm>
            <a:off x="89210" y="1092821"/>
            <a:ext cx="1681844" cy="2062800"/>
          </a:xfrm>
          <a:custGeom>
            <a:avLst/>
            <a:gdLst/>
            <a:ahLst/>
            <a:cxnLst/>
            <a:rect l="l" t="t" r="r" b="b"/>
            <a:pathLst>
              <a:path w="79474" h="121367" extrusionOk="0">
                <a:moveTo>
                  <a:pt x="0" y="0"/>
                </a:moveTo>
                <a:lnTo>
                  <a:pt x="0" y="121366"/>
                </a:lnTo>
                <a:lnTo>
                  <a:pt x="68729" y="121366"/>
                </a:lnTo>
                <a:lnTo>
                  <a:pt x="68729" y="85815"/>
                </a:lnTo>
                <a:cubicBezTo>
                  <a:pt x="68729" y="79588"/>
                  <a:pt x="70669" y="73514"/>
                  <a:pt x="74293" y="68448"/>
                </a:cubicBezTo>
                <a:lnTo>
                  <a:pt x="78249" y="62897"/>
                </a:lnTo>
                <a:cubicBezTo>
                  <a:pt x="79474" y="61672"/>
                  <a:pt x="79474" y="59694"/>
                  <a:pt x="78249" y="58469"/>
                </a:cubicBezTo>
                <a:lnTo>
                  <a:pt x="74293" y="52918"/>
                </a:lnTo>
                <a:cubicBezTo>
                  <a:pt x="70669" y="47840"/>
                  <a:pt x="68729" y="41778"/>
                  <a:pt x="68729" y="35551"/>
                </a:cubicBezTo>
                <a:lnTo>
                  <a:pt x="68729" y="0"/>
                </a:lnTo>
                <a:close/>
              </a:path>
            </a:pathLst>
          </a:custGeom>
          <a:noFill/>
          <a:ln w="9525" cap="flat" cmpd="sng">
            <a:solidFill>
              <a:srgbClr val="445D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4652;p77">
            <a:extLst>
              <a:ext uri="{FF2B5EF4-FFF2-40B4-BE49-F238E27FC236}">
                <a16:creationId xmlns:a16="http://schemas.microsoft.com/office/drawing/2014/main" id="{6CDD550D-9620-D1A7-3620-13AF3B35B090}"/>
              </a:ext>
            </a:extLst>
          </p:cNvPr>
          <p:cNvSpPr/>
          <p:nvPr/>
        </p:nvSpPr>
        <p:spPr>
          <a:xfrm>
            <a:off x="4639634" y="1092821"/>
            <a:ext cx="1631148" cy="2071417"/>
          </a:xfrm>
          <a:custGeom>
            <a:avLst/>
            <a:gdLst/>
            <a:ahLst/>
            <a:cxnLst/>
            <a:rect l="l" t="t" r="r" b="b"/>
            <a:pathLst>
              <a:path w="79398" h="121367" extrusionOk="0">
                <a:moveTo>
                  <a:pt x="0" y="0"/>
                </a:moveTo>
                <a:lnTo>
                  <a:pt x="0" y="35551"/>
                </a:lnTo>
                <a:cubicBezTo>
                  <a:pt x="0" y="41778"/>
                  <a:pt x="1940" y="47852"/>
                  <a:pt x="5564" y="52918"/>
                </a:cubicBezTo>
                <a:lnTo>
                  <a:pt x="9520" y="58469"/>
                </a:lnTo>
                <a:cubicBezTo>
                  <a:pt x="10745" y="59694"/>
                  <a:pt x="10745" y="61672"/>
                  <a:pt x="9520" y="62897"/>
                </a:cubicBezTo>
                <a:lnTo>
                  <a:pt x="5564" y="68448"/>
                </a:lnTo>
                <a:cubicBezTo>
                  <a:pt x="1952" y="73514"/>
                  <a:pt x="0" y="79588"/>
                  <a:pt x="0" y="85815"/>
                </a:cubicBezTo>
                <a:lnTo>
                  <a:pt x="0" y="121366"/>
                </a:lnTo>
                <a:lnTo>
                  <a:pt x="68665" y="121366"/>
                </a:lnTo>
                <a:lnTo>
                  <a:pt x="68665" y="85815"/>
                </a:lnTo>
                <a:cubicBezTo>
                  <a:pt x="68665" y="79588"/>
                  <a:pt x="70605" y="73514"/>
                  <a:pt x="74216" y="68448"/>
                </a:cubicBezTo>
                <a:lnTo>
                  <a:pt x="78185" y="62897"/>
                </a:lnTo>
                <a:cubicBezTo>
                  <a:pt x="79397" y="61672"/>
                  <a:pt x="79397" y="59694"/>
                  <a:pt x="78185" y="58469"/>
                </a:cubicBezTo>
                <a:lnTo>
                  <a:pt x="74216" y="52918"/>
                </a:lnTo>
                <a:cubicBezTo>
                  <a:pt x="70605" y="47840"/>
                  <a:pt x="68665" y="41778"/>
                  <a:pt x="68665" y="35551"/>
                </a:cubicBezTo>
                <a:lnTo>
                  <a:pt x="68665" y="0"/>
                </a:lnTo>
                <a:close/>
              </a:path>
            </a:pathLst>
          </a:cu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4E51CA5-6E5D-A0A5-EF6F-282BF5B4F753}"/>
              </a:ext>
            </a:extLst>
          </p:cNvPr>
          <p:cNvSpPr txBox="1"/>
          <p:nvPr/>
        </p:nvSpPr>
        <p:spPr>
          <a:xfrm>
            <a:off x="2553629" y="305543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38" name="Google Shape;14652;p77">
            <a:extLst>
              <a:ext uri="{FF2B5EF4-FFF2-40B4-BE49-F238E27FC236}">
                <a16:creationId xmlns:a16="http://schemas.microsoft.com/office/drawing/2014/main" id="{33488420-F7F7-FCFA-EB53-EF7E5C77339D}"/>
              </a:ext>
            </a:extLst>
          </p:cNvPr>
          <p:cNvSpPr/>
          <p:nvPr/>
        </p:nvSpPr>
        <p:spPr>
          <a:xfrm>
            <a:off x="3156918" y="1092821"/>
            <a:ext cx="1728000" cy="2061588"/>
          </a:xfrm>
          <a:custGeom>
            <a:avLst/>
            <a:gdLst/>
            <a:ahLst/>
            <a:cxnLst/>
            <a:rect l="l" t="t" r="r" b="b"/>
            <a:pathLst>
              <a:path w="79398" h="121367" extrusionOk="0">
                <a:moveTo>
                  <a:pt x="0" y="0"/>
                </a:moveTo>
                <a:lnTo>
                  <a:pt x="0" y="35551"/>
                </a:lnTo>
                <a:cubicBezTo>
                  <a:pt x="0" y="41778"/>
                  <a:pt x="1940" y="47852"/>
                  <a:pt x="5564" y="52918"/>
                </a:cubicBezTo>
                <a:lnTo>
                  <a:pt x="9520" y="58469"/>
                </a:lnTo>
                <a:cubicBezTo>
                  <a:pt x="10745" y="59694"/>
                  <a:pt x="10745" y="61672"/>
                  <a:pt x="9520" y="62897"/>
                </a:cubicBezTo>
                <a:lnTo>
                  <a:pt x="5564" y="68448"/>
                </a:lnTo>
                <a:cubicBezTo>
                  <a:pt x="1952" y="73514"/>
                  <a:pt x="0" y="79588"/>
                  <a:pt x="0" y="85815"/>
                </a:cubicBezTo>
                <a:lnTo>
                  <a:pt x="0" y="121366"/>
                </a:lnTo>
                <a:lnTo>
                  <a:pt x="68665" y="121366"/>
                </a:lnTo>
                <a:lnTo>
                  <a:pt x="68665" y="85815"/>
                </a:lnTo>
                <a:cubicBezTo>
                  <a:pt x="68665" y="79588"/>
                  <a:pt x="70605" y="73514"/>
                  <a:pt x="74216" y="68448"/>
                </a:cubicBezTo>
                <a:lnTo>
                  <a:pt x="78185" y="62897"/>
                </a:lnTo>
                <a:cubicBezTo>
                  <a:pt x="79397" y="61672"/>
                  <a:pt x="79397" y="59694"/>
                  <a:pt x="78185" y="58469"/>
                </a:cubicBezTo>
                <a:lnTo>
                  <a:pt x="74216" y="52918"/>
                </a:lnTo>
                <a:cubicBezTo>
                  <a:pt x="70605" y="47840"/>
                  <a:pt x="68665" y="41778"/>
                  <a:pt x="68665" y="35551"/>
                </a:cubicBezTo>
                <a:lnTo>
                  <a:pt x="68665" y="0"/>
                </a:lnTo>
                <a:close/>
              </a:path>
            </a:pathLst>
          </a:custGeom>
          <a:noFill/>
          <a:ln w="9525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F44DE961-D4D0-9118-1609-2B2F6B294CA0}"/>
              </a:ext>
            </a:extLst>
          </p:cNvPr>
          <p:cNvSpPr txBox="1"/>
          <p:nvPr/>
        </p:nvSpPr>
        <p:spPr>
          <a:xfrm>
            <a:off x="3332226" y="1764157"/>
            <a:ext cx="1347344" cy="73866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Accès aux plus hautes rémunérations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F1C4ED1-D73E-C09E-684F-DA7DB9A81B1B}"/>
              </a:ext>
            </a:extLst>
          </p:cNvPr>
          <p:cNvSpPr txBox="1"/>
          <p:nvPr/>
        </p:nvSpPr>
        <p:spPr>
          <a:xfrm>
            <a:off x="4825250" y="1764156"/>
            <a:ext cx="1229862" cy="738664"/>
          </a:xfrm>
          <a:prstGeom prst="rect">
            <a:avLst/>
          </a:prstGeom>
          <a:solidFill>
            <a:srgbClr val="A48EFD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Pilotage et suivi dans le temps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2">
          <a:extLst>
            <a:ext uri="{FF2B5EF4-FFF2-40B4-BE49-F238E27FC236}">
              <a16:creationId xmlns:a16="http://schemas.microsoft.com/office/drawing/2014/main" id="{E62B7814-26C9-1E7B-7558-DFA4DF24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44">
            <a:extLst>
              <a:ext uri="{FF2B5EF4-FFF2-40B4-BE49-F238E27FC236}">
                <a16:creationId xmlns:a16="http://schemas.microsoft.com/office/drawing/2014/main" id="{BC68D07A-8533-1DB2-1C17-3CFC842639C2}"/>
              </a:ext>
            </a:extLst>
          </p:cNvPr>
          <p:cNvSpPr/>
          <p:nvPr/>
        </p:nvSpPr>
        <p:spPr>
          <a:xfrm>
            <a:off x="812100" y="2926463"/>
            <a:ext cx="844200" cy="1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50;p66">
            <a:extLst>
              <a:ext uri="{FF2B5EF4-FFF2-40B4-BE49-F238E27FC236}">
                <a16:creationId xmlns:a16="http://schemas.microsoft.com/office/drawing/2014/main" id="{C1456352-FB2A-7B93-215A-1DAAD86F7A7C}"/>
              </a:ext>
            </a:extLst>
          </p:cNvPr>
          <p:cNvSpPr txBox="1">
            <a:spLocks/>
          </p:cNvSpPr>
          <p:nvPr/>
        </p:nvSpPr>
        <p:spPr>
          <a:xfrm>
            <a:off x="4343400" y="603150"/>
            <a:ext cx="40812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fr-FR" sz="3600"/>
              <a:t>Merci pour votre attention</a:t>
            </a:r>
            <a:endParaRPr lang="fr-FR" sz="3600" dirty="0"/>
          </a:p>
        </p:txBody>
      </p:sp>
      <p:grpSp>
        <p:nvGrpSpPr>
          <p:cNvPr id="3" name="Google Shape;7252;p66">
            <a:extLst>
              <a:ext uri="{FF2B5EF4-FFF2-40B4-BE49-F238E27FC236}">
                <a16:creationId xmlns:a16="http://schemas.microsoft.com/office/drawing/2014/main" id="{3C5A3A46-780E-8511-6CF5-1FB380AD3265}"/>
              </a:ext>
            </a:extLst>
          </p:cNvPr>
          <p:cNvGrpSpPr/>
          <p:nvPr/>
        </p:nvGrpSpPr>
        <p:grpSpPr>
          <a:xfrm>
            <a:off x="428434" y="1345450"/>
            <a:ext cx="3703396" cy="3263029"/>
            <a:chOff x="428434" y="1345450"/>
            <a:chExt cx="3703396" cy="3263029"/>
          </a:xfrm>
        </p:grpSpPr>
        <p:sp>
          <p:nvSpPr>
            <p:cNvPr id="4" name="Google Shape;7253;p66">
              <a:extLst>
                <a:ext uri="{FF2B5EF4-FFF2-40B4-BE49-F238E27FC236}">
                  <a16:creationId xmlns:a16="http://schemas.microsoft.com/office/drawing/2014/main" id="{A871F9C2-FE38-F752-7DC3-F0D063343373}"/>
                </a:ext>
              </a:extLst>
            </p:cNvPr>
            <p:cNvSpPr/>
            <p:nvPr/>
          </p:nvSpPr>
          <p:spPr>
            <a:xfrm>
              <a:off x="3171292" y="1765779"/>
              <a:ext cx="960538" cy="959689"/>
            </a:xfrm>
            <a:custGeom>
              <a:avLst/>
              <a:gdLst/>
              <a:ahLst/>
              <a:cxnLst/>
              <a:rect l="l" t="t" r="r" b="b"/>
              <a:pathLst>
                <a:path w="13081" h="13069" extrusionOk="0">
                  <a:moveTo>
                    <a:pt x="4873" y="4212"/>
                  </a:moveTo>
                  <a:cubicBezTo>
                    <a:pt x="7071" y="4212"/>
                    <a:pt x="8859" y="6000"/>
                    <a:pt x="8859" y="8197"/>
                  </a:cubicBezTo>
                  <a:cubicBezTo>
                    <a:pt x="8859" y="10395"/>
                    <a:pt x="7071" y="12182"/>
                    <a:pt x="4873" y="12182"/>
                  </a:cubicBezTo>
                  <a:cubicBezTo>
                    <a:pt x="2675" y="12182"/>
                    <a:pt x="887" y="10395"/>
                    <a:pt x="887" y="8197"/>
                  </a:cubicBezTo>
                  <a:cubicBezTo>
                    <a:pt x="887" y="5999"/>
                    <a:pt x="2675" y="4212"/>
                    <a:pt x="4873" y="4212"/>
                  </a:cubicBezTo>
                  <a:close/>
                  <a:moveTo>
                    <a:pt x="13080" y="1"/>
                  </a:moveTo>
                  <a:lnTo>
                    <a:pt x="9120" y="186"/>
                  </a:lnTo>
                  <a:cubicBezTo>
                    <a:pt x="8872" y="193"/>
                    <a:pt x="8678" y="402"/>
                    <a:pt x="8689" y="650"/>
                  </a:cubicBezTo>
                  <a:cubicBezTo>
                    <a:pt x="8700" y="887"/>
                    <a:pt x="8896" y="1073"/>
                    <a:pt x="9130" y="1073"/>
                  </a:cubicBezTo>
                  <a:cubicBezTo>
                    <a:pt x="9140" y="1073"/>
                    <a:pt x="9150" y="1072"/>
                    <a:pt x="9160" y="1072"/>
                  </a:cubicBezTo>
                  <a:lnTo>
                    <a:pt x="11620" y="957"/>
                  </a:lnTo>
                  <a:lnTo>
                    <a:pt x="11620" y="957"/>
                  </a:lnTo>
                  <a:lnTo>
                    <a:pt x="7934" y="4412"/>
                  </a:lnTo>
                  <a:cubicBezTo>
                    <a:pt x="7071" y="3709"/>
                    <a:pt x="5992" y="3326"/>
                    <a:pt x="4879" y="3326"/>
                  </a:cubicBezTo>
                  <a:cubicBezTo>
                    <a:pt x="4877" y="3326"/>
                    <a:pt x="4875" y="3326"/>
                    <a:pt x="4873" y="3326"/>
                  </a:cubicBezTo>
                  <a:cubicBezTo>
                    <a:pt x="2187" y="3326"/>
                    <a:pt x="1" y="5511"/>
                    <a:pt x="1" y="8197"/>
                  </a:cubicBezTo>
                  <a:cubicBezTo>
                    <a:pt x="1" y="10882"/>
                    <a:pt x="2187" y="13068"/>
                    <a:pt x="4873" y="13068"/>
                  </a:cubicBezTo>
                  <a:cubicBezTo>
                    <a:pt x="7558" y="13068"/>
                    <a:pt x="9743" y="10882"/>
                    <a:pt x="9743" y="8197"/>
                  </a:cubicBezTo>
                  <a:cubicBezTo>
                    <a:pt x="9744" y="7035"/>
                    <a:pt x="9327" y="5911"/>
                    <a:pt x="8569" y="5031"/>
                  </a:cubicBezTo>
                  <a:lnTo>
                    <a:pt x="12063" y="1756"/>
                  </a:lnTo>
                  <a:lnTo>
                    <a:pt x="11919" y="3736"/>
                  </a:lnTo>
                  <a:cubicBezTo>
                    <a:pt x="11901" y="3981"/>
                    <a:pt x="12084" y="4193"/>
                    <a:pt x="12329" y="4211"/>
                  </a:cubicBezTo>
                  <a:cubicBezTo>
                    <a:pt x="12339" y="4211"/>
                    <a:pt x="12351" y="4212"/>
                    <a:pt x="12361" y="4212"/>
                  </a:cubicBezTo>
                  <a:cubicBezTo>
                    <a:pt x="12593" y="4211"/>
                    <a:pt x="12785" y="4033"/>
                    <a:pt x="12803" y="3802"/>
                  </a:cubicBezTo>
                  <a:lnTo>
                    <a:pt x="130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254;p66">
              <a:extLst>
                <a:ext uri="{FF2B5EF4-FFF2-40B4-BE49-F238E27FC236}">
                  <a16:creationId xmlns:a16="http://schemas.microsoft.com/office/drawing/2014/main" id="{F68712E1-22A4-939E-4754-DE7A1A707997}"/>
                </a:ext>
              </a:extLst>
            </p:cNvPr>
            <p:cNvSpPr/>
            <p:nvPr/>
          </p:nvSpPr>
          <p:spPr>
            <a:xfrm>
              <a:off x="2746704" y="1406253"/>
              <a:ext cx="1218130" cy="1413282"/>
            </a:xfrm>
            <a:custGeom>
              <a:avLst/>
              <a:gdLst/>
              <a:ahLst/>
              <a:cxnLst/>
              <a:rect l="l" t="t" r="r" b="b"/>
              <a:pathLst>
                <a:path w="16589" h="19246" extrusionOk="0">
                  <a:moveTo>
                    <a:pt x="8293" y="722"/>
                  </a:moveTo>
                  <a:lnTo>
                    <a:pt x="16035" y="18838"/>
                  </a:lnTo>
                  <a:lnTo>
                    <a:pt x="552" y="18838"/>
                  </a:lnTo>
                  <a:lnTo>
                    <a:pt x="8293" y="722"/>
                  </a:lnTo>
                  <a:close/>
                  <a:moveTo>
                    <a:pt x="8293" y="1"/>
                  </a:moveTo>
                  <a:cubicBezTo>
                    <a:pt x="8217" y="1"/>
                    <a:pt x="8141" y="42"/>
                    <a:pt x="8106" y="124"/>
                  </a:cubicBezTo>
                  <a:lnTo>
                    <a:pt x="58" y="18962"/>
                  </a:lnTo>
                  <a:cubicBezTo>
                    <a:pt x="0" y="19096"/>
                    <a:pt x="99" y="19245"/>
                    <a:pt x="245" y="19245"/>
                  </a:cubicBezTo>
                  <a:lnTo>
                    <a:pt x="16345" y="19245"/>
                  </a:lnTo>
                  <a:cubicBezTo>
                    <a:pt x="16490" y="19244"/>
                    <a:pt x="16588" y="19095"/>
                    <a:pt x="16531" y="18962"/>
                  </a:cubicBezTo>
                  <a:lnTo>
                    <a:pt x="8481" y="124"/>
                  </a:lnTo>
                  <a:cubicBezTo>
                    <a:pt x="8445" y="42"/>
                    <a:pt x="8369" y="1"/>
                    <a:pt x="82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55;p66">
              <a:extLst>
                <a:ext uri="{FF2B5EF4-FFF2-40B4-BE49-F238E27FC236}">
                  <a16:creationId xmlns:a16="http://schemas.microsoft.com/office/drawing/2014/main" id="{03861E86-E9BF-91EC-E7AD-F9EDCE7907BC}"/>
                </a:ext>
              </a:extLst>
            </p:cNvPr>
            <p:cNvSpPr/>
            <p:nvPr/>
          </p:nvSpPr>
          <p:spPr>
            <a:xfrm>
              <a:off x="2738700" y="2804410"/>
              <a:ext cx="1234065" cy="380968"/>
            </a:xfrm>
            <a:custGeom>
              <a:avLst/>
              <a:gdLst/>
              <a:ahLst/>
              <a:cxnLst/>
              <a:rect l="l" t="t" r="r" b="b"/>
              <a:pathLst>
                <a:path w="16806" h="5188" extrusionOk="0">
                  <a:moveTo>
                    <a:pt x="0" y="1"/>
                  </a:moveTo>
                  <a:cubicBezTo>
                    <a:pt x="0" y="1"/>
                    <a:pt x="1241" y="5187"/>
                    <a:pt x="8403" y="5187"/>
                  </a:cubicBezTo>
                  <a:cubicBezTo>
                    <a:pt x="15565" y="5187"/>
                    <a:pt x="16806" y="1"/>
                    <a:pt x="168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256;p66">
              <a:extLst>
                <a:ext uri="{FF2B5EF4-FFF2-40B4-BE49-F238E27FC236}">
                  <a16:creationId xmlns:a16="http://schemas.microsoft.com/office/drawing/2014/main" id="{0A5021A7-2958-9DB0-CF7D-E2B0E7FF6E85}"/>
                </a:ext>
              </a:extLst>
            </p:cNvPr>
            <p:cNvSpPr/>
            <p:nvPr/>
          </p:nvSpPr>
          <p:spPr>
            <a:xfrm>
              <a:off x="2730255" y="2756606"/>
              <a:ext cx="1250953" cy="51843"/>
            </a:xfrm>
            <a:custGeom>
              <a:avLst/>
              <a:gdLst/>
              <a:ahLst/>
              <a:cxnLst/>
              <a:rect l="l" t="t" r="r" b="b"/>
              <a:pathLst>
                <a:path w="1703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17036" y="706"/>
                  </a:lnTo>
                  <a:lnTo>
                    <a:pt x="170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257;p66">
              <a:extLst>
                <a:ext uri="{FF2B5EF4-FFF2-40B4-BE49-F238E27FC236}">
                  <a16:creationId xmlns:a16="http://schemas.microsoft.com/office/drawing/2014/main" id="{52F8CCE5-B5AA-5C35-8F64-3403658E2FF9}"/>
                </a:ext>
              </a:extLst>
            </p:cNvPr>
            <p:cNvSpPr/>
            <p:nvPr/>
          </p:nvSpPr>
          <p:spPr>
            <a:xfrm>
              <a:off x="2729727" y="2756037"/>
              <a:ext cx="1250953" cy="51843"/>
            </a:xfrm>
            <a:custGeom>
              <a:avLst/>
              <a:gdLst/>
              <a:ahLst/>
              <a:cxnLst/>
              <a:rect l="l" t="t" r="r" b="b"/>
              <a:pathLst>
                <a:path w="1703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17036" y="706"/>
                  </a:lnTo>
                  <a:lnTo>
                    <a:pt x="17036" y="0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58;p66">
              <a:extLst>
                <a:ext uri="{FF2B5EF4-FFF2-40B4-BE49-F238E27FC236}">
                  <a16:creationId xmlns:a16="http://schemas.microsoft.com/office/drawing/2014/main" id="{60AD4E23-ACD4-70EB-FAE5-00EAAE418275}"/>
                </a:ext>
              </a:extLst>
            </p:cNvPr>
            <p:cNvSpPr/>
            <p:nvPr/>
          </p:nvSpPr>
          <p:spPr>
            <a:xfrm>
              <a:off x="2727832" y="2780471"/>
              <a:ext cx="1255726" cy="4112"/>
            </a:xfrm>
            <a:custGeom>
              <a:avLst/>
              <a:gdLst/>
              <a:ahLst/>
              <a:cxnLst/>
              <a:rect l="l" t="t" r="r" b="b"/>
              <a:pathLst>
                <a:path w="17101" h="56" extrusionOk="0">
                  <a:moveTo>
                    <a:pt x="33" y="0"/>
                  </a:moveTo>
                  <a:cubicBezTo>
                    <a:pt x="1" y="5"/>
                    <a:pt x="1" y="51"/>
                    <a:pt x="33" y="55"/>
                  </a:cubicBezTo>
                  <a:lnTo>
                    <a:pt x="17069" y="55"/>
                  </a:lnTo>
                  <a:cubicBezTo>
                    <a:pt x="17100" y="51"/>
                    <a:pt x="17100" y="5"/>
                    <a:pt x="170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59;p66">
              <a:extLst>
                <a:ext uri="{FF2B5EF4-FFF2-40B4-BE49-F238E27FC236}">
                  <a16:creationId xmlns:a16="http://schemas.microsoft.com/office/drawing/2014/main" id="{C4C1B511-34BC-1709-F96F-0F7EA3F1F938}"/>
                </a:ext>
              </a:extLst>
            </p:cNvPr>
            <p:cNvSpPr/>
            <p:nvPr/>
          </p:nvSpPr>
          <p:spPr>
            <a:xfrm>
              <a:off x="428434" y="1780245"/>
              <a:ext cx="744727" cy="1074611"/>
            </a:xfrm>
            <a:custGeom>
              <a:avLst/>
              <a:gdLst/>
              <a:ahLst/>
              <a:cxnLst/>
              <a:rect l="l" t="t" r="r" b="b"/>
              <a:pathLst>
                <a:path w="10142" h="14634" extrusionOk="0">
                  <a:moveTo>
                    <a:pt x="5203" y="743"/>
                  </a:moveTo>
                  <a:cubicBezTo>
                    <a:pt x="6374" y="743"/>
                    <a:pt x="7506" y="1286"/>
                    <a:pt x="8187" y="2300"/>
                  </a:cubicBezTo>
                  <a:cubicBezTo>
                    <a:pt x="9295" y="3951"/>
                    <a:pt x="8798" y="6232"/>
                    <a:pt x="7079" y="7387"/>
                  </a:cubicBezTo>
                  <a:cubicBezTo>
                    <a:pt x="6417" y="7830"/>
                    <a:pt x="5670" y="8044"/>
                    <a:pt x="4937" y="8044"/>
                  </a:cubicBezTo>
                  <a:cubicBezTo>
                    <a:pt x="3767" y="8044"/>
                    <a:pt x="2635" y="7500"/>
                    <a:pt x="1954" y="6486"/>
                  </a:cubicBezTo>
                  <a:cubicBezTo>
                    <a:pt x="846" y="4835"/>
                    <a:pt x="1342" y="2554"/>
                    <a:pt x="3060" y="1400"/>
                  </a:cubicBezTo>
                  <a:cubicBezTo>
                    <a:pt x="3722" y="956"/>
                    <a:pt x="4470" y="743"/>
                    <a:pt x="5203" y="743"/>
                  </a:cubicBezTo>
                  <a:close/>
                  <a:moveTo>
                    <a:pt x="5202" y="0"/>
                  </a:moveTo>
                  <a:cubicBezTo>
                    <a:pt x="4327" y="0"/>
                    <a:pt x="3435" y="254"/>
                    <a:pt x="2647" y="784"/>
                  </a:cubicBezTo>
                  <a:cubicBezTo>
                    <a:pt x="588" y="2165"/>
                    <a:pt x="0" y="4908"/>
                    <a:pt x="1336" y="6899"/>
                  </a:cubicBezTo>
                  <a:cubicBezTo>
                    <a:pt x="2145" y="8102"/>
                    <a:pt x="3472" y="8759"/>
                    <a:pt x="4851" y="8784"/>
                  </a:cubicBezTo>
                  <a:lnTo>
                    <a:pt x="4823" y="11499"/>
                  </a:lnTo>
                  <a:lnTo>
                    <a:pt x="3497" y="11499"/>
                  </a:lnTo>
                  <a:cubicBezTo>
                    <a:pt x="3291" y="11501"/>
                    <a:pt x="3126" y="11666"/>
                    <a:pt x="3126" y="11872"/>
                  </a:cubicBezTo>
                  <a:cubicBezTo>
                    <a:pt x="3126" y="12076"/>
                    <a:pt x="3291" y="12243"/>
                    <a:pt x="3497" y="12243"/>
                  </a:cubicBezTo>
                  <a:lnTo>
                    <a:pt x="4814" y="12243"/>
                  </a:lnTo>
                  <a:lnTo>
                    <a:pt x="4793" y="14251"/>
                  </a:lnTo>
                  <a:cubicBezTo>
                    <a:pt x="4787" y="14458"/>
                    <a:pt x="4952" y="14631"/>
                    <a:pt x="5160" y="14634"/>
                  </a:cubicBezTo>
                  <a:cubicBezTo>
                    <a:pt x="5161" y="14634"/>
                    <a:pt x="5162" y="14634"/>
                    <a:pt x="5162" y="14634"/>
                  </a:cubicBezTo>
                  <a:cubicBezTo>
                    <a:pt x="5370" y="14634"/>
                    <a:pt x="5537" y="14466"/>
                    <a:pt x="5536" y="14258"/>
                  </a:cubicBezTo>
                  <a:lnTo>
                    <a:pt x="5558" y="12243"/>
                  </a:lnTo>
                  <a:lnTo>
                    <a:pt x="7297" y="12243"/>
                  </a:lnTo>
                  <a:cubicBezTo>
                    <a:pt x="7299" y="12243"/>
                    <a:pt x="7302" y="12244"/>
                    <a:pt x="7305" y="12244"/>
                  </a:cubicBezTo>
                  <a:cubicBezTo>
                    <a:pt x="7510" y="12244"/>
                    <a:pt x="7677" y="12078"/>
                    <a:pt x="7677" y="11872"/>
                  </a:cubicBezTo>
                  <a:cubicBezTo>
                    <a:pt x="7677" y="11666"/>
                    <a:pt x="7510" y="11501"/>
                    <a:pt x="7305" y="11501"/>
                  </a:cubicBezTo>
                  <a:cubicBezTo>
                    <a:pt x="7302" y="11501"/>
                    <a:pt x="7299" y="11501"/>
                    <a:pt x="7297" y="11501"/>
                  </a:cubicBezTo>
                  <a:lnTo>
                    <a:pt x="5565" y="11501"/>
                  </a:lnTo>
                  <a:lnTo>
                    <a:pt x="5595" y="8738"/>
                  </a:lnTo>
                  <a:cubicBezTo>
                    <a:pt x="6275" y="8638"/>
                    <a:pt x="6924" y="8387"/>
                    <a:pt x="7495" y="8004"/>
                  </a:cubicBezTo>
                  <a:cubicBezTo>
                    <a:pt x="9553" y="6622"/>
                    <a:pt x="10142" y="3878"/>
                    <a:pt x="8804" y="1887"/>
                  </a:cubicBezTo>
                  <a:cubicBezTo>
                    <a:pt x="7979" y="659"/>
                    <a:pt x="6612" y="0"/>
                    <a:pt x="5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60;p66">
              <a:extLst>
                <a:ext uri="{FF2B5EF4-FFF2-40B4-BE49-F238E27FC236}">
                  <a16:creationId xmlns:a16="http://schemas.microsoft.com/office/drawing/2014/main" id="{0CFEDE44-608F-240A-6455-C4D91C5E3624}"/>
                </a:ext>
              </a:extLst>
            </p:cNvPr>
            <p:cNvSpPr/>
            <p:nvPr/>
          </p:nvSpPr>
          <p:spPr>
            <a:xfrm>
              <a:off x="658278" y="1406253"/>
              <a:ext cx="1218130" cy="1413282"/>
            </a:xfrm>
            <a:custGeom>
              <a:avLst/>
              <a:gdLst/>
              <a:ahLst/>
              <a:cxnLst/>
              <a:rect l="l" t="t" r="r" b="b"/>
              <a:pathLst>
                <a:path w="16589" h="19246" extrusionOk="0">
                  <a:moveTo>
                    <a:pt x="8294" y="722"/>
                  </a:moveTo>
                  <a:lnTo>
                    <a:pt x="16035" y="18838"/>
                  </a:lnTo>
                  <a:lnTo>
                    <a:pt x="553" y="18838"/>
                  </a:lnTo>
                  <a:lnTo>
                    <a:pt x="8294" y="722"/>
                  </a:lnTo>
                  <a:close/>
                  <a:moveTo>
                    <a:pt x="8295" y="1"/>
                  </a:moveTo>
                  <a:cubicBezTo>
                    <a:pt x="8219" y="1"/>
                    <a:pt x="8143" y="42"/>
                    <a:pt x="8108" y="124"/>
                  </a:cubicBezTo>
                  <a:lnTo>
                    <a:pt x="58" y="18962"/>
                  </a:lnTo>
                  <a:cubicBezTo>
                    <a:pt x="0" y="19095"/>
                    <a:pt x="99" y="19244"/>
                    <a:pt x="245" y="19245"/>
                  </a:cubicBezTo>
                  <a:lnTo>
                    <a:pt x="16345" y="19245"/>
                  </a:lnTo>
                  <a:cubicBezTo>
                    <a:pt x="16491" y="19244"/>
                    <a:pt x="16588" y="19095"/>
                    <a:pt x="16532" y="18962"/>
                  </a:cubicBezTo>
                  <a:lnTo>
                    <a:pt x="8482" y="124"/>
                  </a:lnTo>
                  <a:cubicBezTo>
                    <a:pt x="8447" y="42"/>
                    <a:pt x="8371" y="1"/>
                    <a:pt x="82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61;p66">
              <a:extLst>
                <a:ext uri="{FF2B5EF4-FFF2-40B4-BE49-F238E27FC236}">
                  <a16:creationId xmlns:a16="http://schemas.microsoft.com/office/drawing/2014/main" id="{AD447AD3-7BD2-DF97-528E-D5FF23311F31}"/>
                </a:ext>
              </a:extLst>
            </p:cNvPr>
            <p:cNvSpPr/>
            <p:nvPr/>
          </p:nvSpPr>
          <p:spPr>
            <a:xfrm>
              <a:off x="650274" y="2804410"/>
              <a:ext cx="1234138" cy="380968"/>
            </a:xfrm>
            <a:custGeom>
              <a:avLst/>
              <a:gdLst/>
              <a:ahLst/>
              <a:cxnLst/>
              <a:rect l="l" t="t" r="r" b="b"/>
              <a:pathLst>
                <a:path w="16807" h="5188" extrusionOk="0">
                  <a:moveTo>
                    <a:pt x="0" y="1"/>
                  </a:moveTo>
                  <a:cubicBezTo>
                    <a:pt x="0" y="1"/>
                    <a:pt x="1241" y="5187"/>
                    <a:pt x="8403" y="5187"/>
                  </a:cubicBezTo>
                  <a:cubicBezTo>
                    <a:pt x="15565" y="5187"/>
                    <a:pt x="16806" y="1"/>
                    <a:pt x="168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262;p66">
              <a:extLst>
                <a:ext uri="{FF2B5EF4-FFF2-40B4-BE49-F238E27FC236}">
                  <a16:creationId xmlns:a16="http://schemas.microsoft.com/office/drawing/2014/main" id="{34BC707A-214E-DEE8-57A0-F242A19F9FF9}"/>
                </a:ext>
              </a:extLst>
            </p:cNvPr>
            <p:cNvSpPr/>
            <p:nvPr/>
          </p:nvSpPr>
          <p:spPr>
            <a:xfrm>
              <a:off x="641829" y="2756606"/>
              <a:ext cx="1250953" cy="51843"/>
            </a:xfrm>
            <a:custGeom>
              <a:avLst/>
              <a:gdLst/>
              <a:ahLst/>
              <a:cxnLst/>
              <a:rect l="l" t="t" r="r" b="b"/>
              <a:pathLst>
                <a:path w="17036" h="706" extrusionOk="0">
                  <a:moveTo>
                    <a:pt x="1" y="0"/>
                  </a:moveTo>
                  <a:lnTo>
                    <a:pt x="1" y="706"/>
                  </a:lnTo>
                  <a:lnTo>
                    <a:pt x="17036" y="706"/>
                  </a:lnTo>
                  <a:lnTo>
                    <a:pt x="170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263;p66">
              <a:extLst>
                <a:ext uri="{FF2B5EF4-FFF2-40B4-BE49-F238E27FC236}">
                  <a16:creationId xmlns:a16="http://schemas.microsoft.com/office/drawing/2014/main" id="{949E77EC-EEDD-9550-E5C9-BE5490B65A5D}"/>
                </a:ext>
              </a:extLst>
            </p:cNvPr>
            <p:cNvSpPr/>
            <p:nvPr/>
          </p:nvSpPr>
          <p:spPr>
            <a:xfrm>
              <a:off x="641902" y="2755913"/>
              <a:ext cx="1250953" cy="51843"/>
            </a:xfrm>
            <a:custGeom>
              <a:avLst/>
              <a:gdLst/>
              <a:ahLst/>
              <a:cxnLst/>
              <a:rect l="l" t="t" r="r" b="b"/>
              <a:pathLst>
                <a:path w="17036" h="706" extrusionOk="0">
                  <a:moveTo>
                    <a:pt x="1" y="0"/>
                  </a:moveTo>
                  <a:lnTo>
                    <a:pt x="1" y="706"/>
                  </a:lnTo>
                  <a:lnTo>
                    <a:pt x="17036" y="706"/>
                  </a:lnTo>
                  <a:lnTo>
                    <a:pt x="17036" y="0"/>
                  </a:lnTo>
                  <a:close/>
                </a:path>
              </a:pathLst>
            </a:custGeom>
            <a:solidFill>
              <a:srgbClr val="A48EFD">
                <a:alpha val="653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64;p66">
              <a:extLst>
                <a:ext uri="{FF2B5EF4-FFF2-40B4-BE49-F238E27FC236}">
                  <a16:creationId xmlns:a16="http://schemas.microsoft.com/office/drawing/2014/main" id="{DF2AB18A-A3B5-5E48-F3D2-B5AB3CEF231D}"/>
                </a:ext>
              </a:extLst>
            </p:cNvPr>
            <p:cNvSpPr/>
            <p:nvPr/>
          </p:nvSpPr>
          <p:spPr>
            <a:xfrm>
              <a:off x="2285700" y="1421225"/>
              <a:ext cx="51751" cy="3187254"/>
            </a:xfrm>
            <a:custGeom>
              <a:avLst/>
              <a:gdLst/>
              <a:ahLst/>
              <a:cxnLst/>
              <a:rect l="l" t="t" r="r" b="b"/>
              <a:pathLst>
                <a:path w="705" h="27522" extrusionOk="0">
                  <a:moveTo>
                    <a:pt x="0" y="0"/>
                  </a:moveTo>
                  <a:lnTo>
                    <a:pt x="0" y="27521"/>
                  </a:lnTo>
                  <a:lnTo>
                    <a:pt x="704" y="27521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265;p66">
              <a:extLst>
                <a:ext uri="{FF2B5EF4-FFF2-40B4-BE49-F238E27FC236}">
                  <a16:creationId xmlns:a16="http://schemas.microsoft.com/office/drawing/2014/main" id="{0E7663DB-9E5F-06F9-5549-FE969CBD9D0F}"/>
                </a:ext>
              </a:extLst>
            </p:cNvPr>
            <p:cNvSpPr/>
            <p:nvPr/>
          </p:nvSpPr>
          <p:spPr>
            <a:xfrm>
              <a:off x="1267329" y="1395385"/>
              <a:ext cx="2088423" cy="51770"/>
            </a:xfrm>
            <a:custGeom>
              <a:avLst/>
              <a:gdLst/>
              <a:ahLst/>
              <a:cxnLst/>
              <a:rect l="l" t="t" r="r" b="b"/>
              <a:pathLst>
                <a:path w="28441" h="705" extrusionOk="0">
                  <a:moveTo>
                    <a:pt x="0" y="0"/>
                  </a:moveTo>
                  <a:lnTo>
                    <a:pt x="0" y="704"/>
                  </a:lnTo>
                  <a:lnTo>
                    <a:pt x="28440" y="704"/>
                  </a:lnTo>
                  <a:lnTo>
                    <a:pt x="284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66;p66">
              <a:extLst>
                <a:ext uri="{FF2B5EF4-FFF2-40B4-BE49-F238E27FC236}">
                  <a16:creationId xmlns:a16="http://schemas.microsoft.com/office/drawing/2014/main" id="{EAEC531A-6E60-9692-17CE-C82539BAC0A9}"/>
                </a:ext>
              </a:extLst>
            </p:cNvPr>
            <p:cNvSpPr/>
            <p:nvPr/>
          </p:nvSpPr>
          <p:spPr>
            <a:xfrm>
              <a:off x="2235613" y="1345450"/>
              <a:ext cx="151780" cy="151638"/>
            </a:xfrm>
            <a:custGeom>
              <a:avLst/>
              <a:gdLst/>
              <a:ahLst/>
              <a:cxnLst/>
              <a:rect l="l" t="t" r="r" b="b"/>
              <a:pathLst>
                <a:path w="2067" h="2065" extrusionOk="0">
                  <a:moveTo>
                    <a:pt x="1034" y="0"/>
                  </a:moveTo>
                  <a:cubicBezTo>
                    <a:pt x="465" y="2"/>
                    <a:pt x="2" y="463"/>
                    <a:pt x="1" y="1032"/>
                  </a:cubicBezTo>
                  <a:cubicBezTo>
                    <a:pt x="2" y="1602"/>
                    <a:pt x="465" y="2063"/>
                    <a:pt x="1034" y="2064"/>
                  </a:cubicBezTo>
                  <a:cubicBezTo>
                    <a:pt x="1604" y="2063"/>
                    <a:pt x="2065" y="1602"/>
                    <a:pt x="2066" y="1032"/>
                  </a:cubicBezTo>
                  <a:cubicBezTo>
                    <a:pt x="2065" y="463"/>
                    <a:pt x="1604" y="2"/>
                    <a:pt x="1034" y="0"/>
                  </a:cubicBezTo>
                  <a:close/>
                </a:path>
              </a:pathLst>
            </a:custGeom>
            <a:solidFill>
              <a:srgbClr val="C2A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267;p66">
              <a:extLst>
                <a:ext uri="{FF2B5EF4-FFF2-40B4-BE49-F238E27FC236}">
                  <a16:creationId xmlns:a16="http://schemas.microsoft.com/office/drawing/2014/main" id="{04B64D80-D589-621C-FC79-048A770A5109}"/>
                </a:ext>
              </a:extLst>
            </p:cNvPr>
            <p:cNvSpPr/>
            <p:nvPr/>
          </p:nvSpPr>
          <p:spPr>
            <a:xfrm>
              <a:off x="1209611" y="1363515"/>
              <a:ext cx="115505" cy="115509"/>
            </a:xfrm>
            <a:custGeom>
              <a:avLst/>
              <a:gdLst/>
              <a:ahLst/>
              <a:cxnLst/>
              <a:rect l="l" t="t" r="r" b="b"/>
              <a:pathLst>
                <a:path w="1573" h="1573" extrusionOk="0">
                  <a:moveTo>
                    <a:pt x="786" y="0"/>
                  </a:moveTo>
                  <a:cubicBezTo>
                    <a:pt x="352" y="0"/>
                    <a:pt x="0" y="352"/>
                    <a:pt x="0" y="786"/>
                  </a:cubicBezTo>
                  <a:cubicBezTo>
                    <a:pt x="0" y="1220"/>
                    <a:pt x="352" y="1572"/>
                    <a:pt x="786" y="1572"/>
                  </a:cubicBezTo>
                  <a:cubicBezTo>
                    <a:pt x="1220" y="1572"/>
                    <a:pt x="1572" y="1220"/>
                    <a:pt x="1572" y="786"/>
                  </a:cubicBezTo>
                  <a:cubicBezTo>
                    <a:pt x="1572" y="352"/>
                    <a:pt x="1220" y="0"/>
                    <a:pt x="786" y="0"/>
                  </a:cubicBezTo>
                  <a:close/>
                </a:path>
              </a:pathLst>
            </a:custGeom>
            <a:solidFill>
              <a:srgbClr val="C2A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268;p66">
              <a:extLst>
                <a:ext uri="{FF2B5EF4-FFF2-40B4-BE49-F238E27FC236}">
                  <a16:creationId xmlns:a16="http://schemas.microsoft.com/office/drawing/2014/main" id="{2560D8A1-A7B6-3101-E073-C94CAFCAED58}"/>
                </a:ext>
              </a:extLst>
            </p:cNvPr>
            <p:cNvSpPr/>
            <p:nvPr/>
          </p:nvSpPr>
          <p:spPr>
            <a:xfrm>
              <a:off x="3297890" y="1363515"/>
              <a:ext cx="115579" cy="11550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788" y="0"/>
                  </a:moveTo>
                  <a:cubicBezTo>
                    <a:pt x="353" y="0"/>
                    <a:pt x="1" y="352"/>
                    <a:pt x="1" y="786"/>
                  </a:cubicBezTo>
                  <a:cubicBezTo>
                    <a:pt x="1" y="1220"/>
                    <a:pt x="353" y="1572"/>
                    <a:pt x="788" y="1572"/>
                  </a:cubicBezTo>
                  <a:cubicBezTo>
                    <a:pt x="1222" y="1572"/>
                    <a:pt x="1574" y="1220"/>
                    <a:pt x="1574" y="786"/>
                  </a:cubicBezTo>
                  <a:cubicBezTo>
                    <a:pt x="1574" y="352"/>
                    <a:pt x="1222" y="0"/>
                    <a:pt x="788" y="0"/>
                  </a:cubicBezTo>
                  <a:close/>
                </a:path>
              </a:pathLst>
            </a:custGeom>
            <a:solidFill>
              <a:srgbClr val="C2A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269;p66">
              <a:extLst>
                <a:ext uri="{FF2B5EF4-FFF2-40B4-BE49-F238E27FC236}">
                  <a16:creationId xmlns:a16="http://schemas.microsoft.com/office/drawing/2014/main" id="{53F38732-1A7C-11DC-1BC0-8A144582FBB3}"/>
                </a:ext>
              </a:extLst>
            </p:cNvPr>
            <p:cNvSpPr/>
            <p:nvPr/>
          </p:nvSpPr>
          <p:spPr>
            <a:xfrm>
              <a:off x="1821305" y="1851989"/>
              <a:ext cx="980511" cy="980544"/>
            </a:xfrm>
            <a:custGeom>
              <a:avLst/>
              <a:gdLst/>
              <a:ahLst/>
              <a:cxnLst/>
              <a:rect l="l" t="t" r="r" b="b"/>
              <a:pathLst>
                <a:path w="13353" h="13353" extrusionOk="0">
                  <a:moveTo>
                    <a:pt x="6676" y="1"/>
                  </a:moveTo>
                  <a:lnTo>
                    <a:pt x="0" y="6677"/>
                  </a:lnTo>
                  <a:lnTo>
                    <a:pt x="6676" y="13353"/>
                  </a:lnTo>
                  <a:lnTo>
                    <a:pt x="13352" y="6677"/>
                  </a:lnTo>
                  <a:lnTo>
                    <a:pt x="66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270;p66">
              <a:extLst>
                <a:ext uri="{FF2B5EF4-FFF2-40B4-BE49-F238E27FC236}">
                  <a16:creationId xmlns:a16="http://schemas.microsoft.com/office/drawing/2014/main" id="{D5841315-1764-19C4-A0B5-7D89A2DE8FDB}"/>
                </a:ext>
              </a:extLst>
            </p:cNvPr>
            <p:cNvSpPr/>
            <p:nvPr/>
          </p:nvSpPr>
          <p:spPr>
            <a:xfrm>
              <a:off x="2131926" y="2234720"/>
              <a:ext cx="359146" cy="245118"/>
            </a:xfrm>
            <a:custGeom>
              <a:avLst/>
              <a:gdLst/>
              <a:ahLst/>
              <a:cxnLst/>
              <a:rect l="l" t="t" r="r" b="b"/>
              <a:pathLst>
                <a:path w="4891" h="3338" extrusionOk="0">
                  <a:moveTo>
                    <a:pt x="1" y="0"/>
                  </a:moveTo>
                  <a:lnTo>
                    <a:pt x="1" y="1254"/>
                  </a:lnTo>
                  <a:lnTo>
                    <a:pt x="4890" y="1254"/>
                  </a:lnTo>
                  <a:lnTo>
                    <a:pt x="4890" y="0"/>
                  </a:lnTo>
                  <a:close/>
                  <a:moveTo>
                    <a:pt x="1" y="2083"/>
                  </a:moveTo>
                  <a:lnTo>
                    <a:pt x="1" y="3337"/>
                  </a:lnTo>
                  <a:lnTo>
                    <a:pt x="4890" y="3337"/>
                  </a:lnTo>
                  <a:lnTo>
                    <a:pt x="4890" y="20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1;p66">
              <a:extLst>
                <a:ext uri="{FF2B5EF4-FFF2-40B4-BE49-F238E27FC236}">
                  <a16:creationId xmlns:a16="http://schemas.microsoft.com/office/drawing/2014/main" id="{9964A46A-5C28-64B9-1342-375354E682D6}"/>
                </a:ext>
              </a:extLst>
            </p:cNvPr>
            <p:cNvSpPr/>
            <p:nvPr/>
          </p:nvSpPr>
          <p:spPr>
            <a:xfrm>
              <a:off x="1869697" y="1900675"/>
              <a:ext cx="883730" cy="883320"/>
            </a:xfrm>
            <a:custGeom>
              <a:avLst/>
              <a:gdLst/>
              <a:ahLst/>
              <a:cxnLst/>
              <a:rect l="l" t="t" r="r" b="b"/>
              <a:pathLst>
                <a:path w="12035" h="12029" extrusionOk="0">
                  <a:moveTo>
                    <a:pt x="6017" y="68"/>
                  </a:moveTo>
                  <a:lnTo>
                    <a:pt x="11963" y="6015"/>
                  </a:lnTo>
                  <a:lnTo>
                    <a:pt x="6017" y="11960"/>
                  </a:lnTo>
                  <a:lnTo>
                    <a:pt x="70" y="6015"/>
                  </a:lnTo>
                  <a:lnTo>
                    <a:pt x="6017" y="68"/>
                  </a:lnTo>
                  <a:close/>
                  <a:moveTo>
                    <a:pt x="6017" y="1"/>
                  </a:moveTo>
                  <a:cubicBezTo>
                    <a:pt x="6010" y="1"/>
                    <a:pt x="6003" y="3"/>
                    <a:pt x="5998" y="9"/>
                  </a:cubicBezTo>
                  <a:lnTo>
                    <a:pt x="12" y="5994"/>
                  </a:lnTo>
                  <a:cubicBezTo>
                    <a:pt x="0" y="6005"/>
                    <a:pt x="0" y="6024"/>
                    <a:pt x="12" y="6034"/>
                  </a:cubicBezTo>
                  <a:lnTo>
                    <a:pt x="5996" y="12020"/>
                  </a:lnTo>
                  <a:cubicBezTo>
                    <a:pt x="6002" y="12026"/>
                    <a:pt x="6010" y="12029"/>
                    <a:pt x="6017" y="12029"/>
                  </a:cubicBezTo>
                  <a:cubicBezTo>
                    <a:pt x="6025" y="12029"/>
                    <a:pt x="6032" y="12026"/>
                    <a:pt x="6038" y="12020"/>
                  </a:cubicBezTo>
                  <a:lnTo>
                    <a:pt x="12024" y="6034"/>
                  </a:lnTo>
                  <a:cubicBezTo>
                    <a:pt x="12034" y="6023"/>
                    <a:pt x="12034" y="6006"/>
                    <a:pt x="12024" y="5994"/>
                  </a:cubicBezTo>
                  <a:lnTo>
                    <a:pt x="6038" y="9"/>
                  </a:lnTo>
                  <a:cubicBezTo>
                    <a:pt x="6032" y="3"/>
                    <a:pt x="6025" y="1"/>
                    <a:pt x="60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72;p66">
              <a:extLst>
                <a:ext uri="{FF2B5EF4-FFF2-40B4-BE49-F238E27FC236}">
                  <a16:creationId xmlns:a16="http://schemas.microsoft.com/office/drawing/2014/main" id="{7D7C1BC5-AA12-2933-CD5A-D1700E05DC7D}"/>
                </a:ext>
              </a:extLst>
            </p:cNvPr>
            <p:cNvSpPr/>
            <p:nvPr/>
          </p:nvSpPr>
          <p:spPr>
            <a:xfrm>
              <a:off x="1216881" y="1379376"/>
              <a:ext cx="92302" cy="83713"/>
            </a:xfrm>
            <a:custGeom>
              <a:avLst/>
              <a:gdLst/>
              <a:ahLst/>
              <a:cxnLst/>
              <a:rect l="l" t="t" r="r" b="b"/>
              <a:pathLst>
                <a:path w="1257" h="1140" extrusionOk="0">
                  <a:moveTo>
                    <a:pt x="685" y="57"/>
                  </a:moveTo>
                  <a:cubicBezTo>
                    <a:pt x="686" y="57"/>
                    <a:pt x="687" y="57"/>
                    <a:pt x="687" y="57"/>
                  </a:cubicBezTo>
                  <a:cubicBezTo>
                    <a:pt x="971" y="57"/>
                    <a:pt x="1200" y="287"/>
                    <a:pt x="1200" y="570"/>
                  </a:cubicBezTo>
                  <a:cubicBezTo>
                    <a:pt x="1200" y="777"/>
                    <a:pt x="1075" y="965"/>
                    <a:pt x="884" y="1044"/>
                  </a:cubicBezTo>
                  <a:cubicBezTo>
                    <a:pt x="820" y="1071"/>
                    <a:pt x="753" y="1084"/>
                    <a:pt x="687" y="1084"/>
                  </a:cubicBezTo>
                  <a:cubicBezTo>
                    <a:pt x="553" y="1084"/>
                    <a:pt x="422" y="1032"/>
                    <a:pt x="323" y="934"/>
                  </a:cubicBezTo>
                  <a:cubicBezTo>
                    <a:pt x="0" y="611"/>
                    <a:pt x="229" y="57"/>
                    <a:pt x="685" y="57"/>
                  </a:cubicBezTo>
                  <a:close/>
                  <a:moveTo>
                    <a:pt x="686" y="0"/>
                  </a:moveTo>
                  <a:cubicBezTo>
                    <a:pt x="538" y="0"/>
                    <a:pt x="393" y="58"/>
                    <a:pt x="283" y="168"/>
                  </a:cubicBezTo>
                  <a:cubicBezTo>
                    <a:pt x="121" y="330"/>
                    <a:pt x="71" y="575"/>
                    <a:pt x="159" y="788"/>
                  </a:cubicBezTo>
                  <a:cubicBezTo>
                    <a:pt x="249" y="1001"/>
                    <a:pt x="456" y="1140"/>
                    <a:pt x="687" y="1140"/>
                  </a:cubicBezTo>
                  <a:cubicBezTo>
                    <a:pt x="1002" y="1140"/>
                    <a:pt x="1257" y="885"/>
                    <a:pt x="1257" y="570"/>
                  </a:cubicBezTo>
                  <a:cubicBezTo>
                    <a:pt x="1257" y="339"/>
                    <a:pt x="1118" y="132"/>
                    <a:pt x="905" y="44"/>
                  </a:cubicBezTo>
                  <a:cubicBezTo>
                    <a:pt x="834" y="15"/>
                    <a:pt x="760" y="0"/>
                    <a:pt x="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73;p66">
              <a:extLst>
                <a:ext uri="{FF2B5EF4-FFF2-40B4-BE49-F238E27FC236}">
                  <a16:creationId xmlns:a16="http://schemas.microsoft.com/office/drawing/2014/main" id="{D3A88A0E-B114-1665-E5A5-6058CFD4E8D6}"/>
                </a:ext>
              </a:extLst>
            </p:cNvPr>
            <p:cNvSpPr/>
            <p:nvPr/>
          </p:nvSpPr>
          <p:spPr>
            <a:xfrm>
              <a:off x="3305307" y="1379376"/>
              <a:ext cx="92302" cy="83713"/>
            </a:xfrm>
            <a:custGeom>
              <a:avLst/>
              <a:gdLst/>
              <a:ahLst/>
              <a:cxnLst/>
              <a:rect l="l" t="t" r="r" b="b"/>
              <a:pathLst>
                <a:path w="1257" h="1140" extrusionOk="0">
                  <a:moveTo>
                    <a:pt x="684" y="57"/>
                  </a:moveTo>
                  <a:cubicBezTo>
                    <a:pt x="684" y="57"/>
                    <a:pt x="685" y="57"/>
                    <a:pt x="686" y="57"/>
                  </a:cubicBezTo>
                  <a:cubicBezTo>
                    <a:pt x="969" y="57"/>
                    <a:pt x="1199" y="287"/>
                    <a:pt x="1200" y="570"/>
                  </a:cubicBezTo>
                  <a:cubicBezTo>
                    <a:pt x="1200" y="777"/>
                    <a:pt x="1075" y="965"/>
                    <a:pt x="882" y="1044"/>
                  </a:cubicBezTo>
                  <a:cubicBezTo>
                    <a:pt x="819" y="1071"/>
                    <a:pt x="752" y="1084"/>
                    <a:pt x="685" y="1084"/>
                  </a:cubicBezTo>
                  <a:cubicBezTo>
                    <a:pt x="552" y="1084"/>
                    <a:pt x="420" y="1032"/>
                    <a:pt x="322" y="934"/>
                  </a:cubicBezTo>
                  <a:cubicBezTo>
                    <a:pt x="0" y="609"/>
                    <a:pt x="227" y="57"/>
                    <a:pt x="684" y="57"/>
                  </a:cubicBezTo>
                  <a:close/>
                  <a:moveTo>
                    <a:pt x="685" y="0"/>
                  </a:moveTo>
                  <a:cubicBezTo>
                    <a:pt x="537" y="0"/>
                    <a:pt x="392" y="58"/>
                    <a:pt x="283" y="168"/>
                  </a:cubicBezTo>
                  <a:cubicBezTo>
                    <a:pt x="119" y="330"/>
                    <a:pt x="71" y="576"/>
                    <a:pt x="159" y="788"/>
                  </a:cubicBezTo>
                  <a:cubicBezTo>
                    <a:pt x="247" y="1001"/>
                    <a:pt x="456" y="1140"/>
                    <a:pt x="686" y="1140"/>
                  </a:cubicBezTo>
                  <a:cubicBezTo>
                    <a:pt x="1000" y="1140"/>
                    <a:pt x="1255" y="885"/>
                    <a:pt x="1257" y="570"/>
                  </a:cubicBezTo>
                  <a:cubicBezTo>
                    <a:pt x="1255" y="339"/>
                    <a:pt x="1117" y="132"/>
                    <a:pt x="903" y="44"/>
                  </a:cubicBezTo>
                  <a:cubicBezTo>
                    <a:pt x="833" y="15"/>
                    <a:pt x="759" y="0"/>
                    <a:pt x="6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274;p66">
              <a:extLst>
                <a:ext uri="{FF2B5EF4-FFF2-40B4-BE49-F238E27FC236}">
                  <a16:creationId xmlns:a16="http://schemas.microsoft.com/office/drawing/2014/main" id="{1A880138-949F-52A7-E6EB-C48AE1077B13}"/>
                </a:ext>
              </a:extLst>
            </p:cNvPr>
            <p:cNvSpPr/>
            <p:nvPr/>
          </p:nvSpPr>
          <p:spPr>
            <a:xfrm>
              <a:off x="2257569" y="1376733"/>
              <a:ext cx="98470" cy="89000"/>
            </a:xfrm>
            <a:custGeom>
              <a:avLst/>
              <a:gdLst/>
              <a:ahLst/>
              <a:cxnLst/>
              <a:rect l="l" t="t" r="r" b="b"/>
              <a:pathLst>
                <a:path w="1341" h="1212" extrusionOk="0">
                  <a:moveTo>
                    <a:pt x="735" y="56"/>
                  </a:moveTo>
                  <a:lnTo>
                    <a:pt x="735" y="57"/>
                  </a:lnTo>
                  <a:cubicBezTo>
                    <a:pt x="1038" y="57"/>
                    <a:pt x="1284" y="304"/>
                    <a:pt x="1284" y="606"/>
                  </a:cubicBezTo>
                  <a:cubicBezTo>
                    <a:pt x="1284" y="828"/>
                    <a:pt x="1150" y="1028"/>
                    <a:pt x="945" y="1113"/>
                  </a:cubicBezTo>
                  <a:cubicBezTo>
                    <a:pt x="877" y="1141"/>
                    <a:pt x="805" y="1155"/>
                    <a:pt x="734" y="1155"/>
                  </a:cubicBezTo>
                  <a:cubicBezTo>
                    <a:pt x="591" y="1155"/>
                    <a:pt x="451" y="1100"/>
                    <a:pt x="346" y="994"/>
                  </a:cubicBezTo>
                  <a:cubicBezTo>
                    <a:pt x="0" y="648"/>
                    <a:pt x="245" y="56"/>
                    <a:pt x="735" y="56"/>
                  </a:cubicBezTo>
                  <a:close/>
                  <a:moveTo>
                    <a:pt x="733" y="1"/>
                  </a:moveTo>
                  <a:cubicBezTo>
                    <a:pt x="576" y="1"/>
                    <a:pt x="422" y="62"/>
                    <a:pt x="306" y="178"/>
                  </a:cubicBezTo>
                  <a:cubicBezTo>
                    <a:pt x="133" y="351"/>
                    <a:pt x="81" y="612"/>
                    <a:pt x="174" y="839"/>
                  </a:cubicBezTo>
                  <a:cubicBezTo>
                    <a:pt x="268" y="1064"/>
                    <a:pt x="489" y="1212"/>
                    <a:pt x="735" y="1212"/>
                  </a:cubicBezTo>
                  <a:cubicBezTo>
                    <a:pt x="1069" y="1212"/>
                    <a:pt x="1341" y="940"/>
                    <a:pt x="1341" y="606"/>
                  </a:cubicBezTo>
                  <a:cubicBezTo>
                    <a:pt x="1341" y="362"/>
                    <a:pt x="1193" y="139"/>
                    <a:pt x="966" y="47"/>
                  </a:cubicBezTo>
                  <a:cubicBezTo>
                    <a:pt x="891" y="16"/>
                    <a:pt x="812" y="1"/>
                    <a:pt x="73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275;p66">
              <a:extLst>
                <a:ext uri="{FF2B5EF4-FFF2-40B4-BE49-F238E27FC236}">
                  <a16:creationId xmlns:a16="http://schemas.microsoft.com/office/drawing/2014/main" id="{73CCA733-DD7E-3C3F-5747-57AFA9CBD946}"/>
                </a:ext>
              </a:extLst>
            </p:cNvPr>
            <p:cNvSpPr/>
            <p:nvPr/>
          </p:nvSpPr>
          <p:spPr>
            <a:xfrm>
              <a:off x="2257569" y="1376733"/>
              <a:ext cx="98470" cy="89000"/>
            </a:xfrm>
            <a:custGeom>
              <a:avLst/>
              <a:gdLst/>
              <a:ahLst/>
              <a:cxnLst/>
              <a:rect l="l" t="t" r="r" b="b"/>
              <a:pathLst>
                <a:path w="1341" h="1212" extrusionOk="0">
                  <a:moveTo>
                    <a:pt x="735" y="56"/>
                  </a:moveTo>
                  <a:lnTo>
                    <a:pt x="735" y="57"/>
                  </a:lnTo>
                  <a:cubicBezTo>
                    <a:pt x="1038" y="57"/>
                    <a:pt x="1284" y="304"/>
                    <a:pt x="1284" y="606"/>
                  </a:cubicBezTo>
                  <a:cubicBezTo>
                    <a:pt x="1284" y="828"/>
                    <a:pt x="1150" y="1028"/>
                    <a:pt x="945" y="1113"/>
                  </a:cubicBezTo>
                  <a:cubicBezTo>
                    <a:pt x="877" y="1141"/>
                    <a:pt x="805" y="1155"/>
                    <a:pt x="734" y="1155"/>
                  </a:cubicBezTo>
                  <a:cubicBezTo>
                    <a:pt x="591" y="1155"/>
                    <a:pt x="451" y="1100"/>
                    <a:pt x="346" y="994"/>
                  </a:cubicBezTo>
                  <a:cubicBezTo>
                    <a:pt x="0" y="648"/>
                    <a:pt x="245" y="56"/>
                    <a:pt x="735" y="56"/>
                  </a:cubicBezTo>
                  <a:close/>
                  <a:moveTo>
                    <a:pt x="733" y="1"/>
                  </a:moveTo>
                  <a:cubicBezTo>
                    <a:pt x="576" y="1"/>
                    <a:pt x="422" y="62"/>
                    <a:pt x="306" y="178"/>
                  </a:cubicBezTo>
                  <a:cubicBezTo>
                    <a:pt x="133" y="351"/>
                    <a:pt x="81" y="612"/>
                    <a:pt x="174" y="839"/>
                  </a:cubicBezTo>
                  <a:cubicBezTo>
                    <a:pt x="268" y="1064"/>
                    <a:pt x="489" y="1212"/>
                    <a:pt x="735" y="1212"/>
                  </a:cubicBezTo>
                  <a:cubicBezTo>
                    <a:pt x="1069" y="1212"/>
                    <a:pt x="1341" y="940"/>
                    <a:pt x="1341" y="606"/>
                  </a:cubicBezTo>
                  <a:cubicBezTo>
                    <a:pt x="1341" y="362"/>
                    <a:pt x="1193" y="139"/>
                    <a:pt x="966" y="47"/>
                  </a:cubicBezTo>
                  <a:cubicBezTo>
                    <a:pt x="891" y="16"/>
                    <a:pt x="812" y="1"/>
                    <a:pt x="7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276;p66">
              <a:extLst>
                <a:ext uri="{FF2B5EF4-FFF2-40B4-BE49-F238E27FC236}">
                  <a16:creationId xmlns:a16="http://schemas.microsoft.com/office/drawing/2014/main" id="{3C1FB7E8-02FB-936E-965C-D451B7C01159}"/>
                </a:ext>
              </a:extLst>
            </p:cNvPr>
            <p:cNvSpPr/>
            <p:nvPr/>
          </p:nvSpPr>
          <p:spPr>
            <a:xfrm>
              <a:off x="3696630" y="2712032"/>
              <a:ext cx="182914" cy="44720"/>
            </a:xfrm>
            <a:custGeom>
              <a:avLst/>
              <a:gdLst/>
              <a:ahLst/>
              <a:cxnLst/>
              <a:rect l="l" t="t" r="r" b="b"/>
              <a:pathLst>
                <a:path w="2491" h="609" extrusionOk="0">
                  <a:moveTo>
                    <a:pt x="533" y="0"/>
                  </a:moveTo>
                  <a:lnTo>
                    <a:pt x="0" y="55"/>
                  </a:lnTo>
                  <a:cubicBezTo>
                    <a:pt x="0" y="249"/>
                    <a:pt x="73" y="609"/>
                    <a:pt x="73" y="609"/>
                  </a:cubicBezTo>
                  <a:lnTo>
                    <a:pt x="2490" y="609"/>
                  </a:lnTo>
                  <a:cubicBezTo>
                    <a:pt x="1903" y="160"/>
                    <a:pt x="533" y="0"/>
                    <a:pt x="533" y="0"/>
                  </a:cubicBez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277;p66">
              <a:extLst>
                <a:ext uri="{FF2B5EF4-FFF2-40B4-BE49-F238E27FC236}">
                  <a16:creationId xmlns:a16="http://schemas.microsoft.com/office/drawing/2014/main" id="{C980DC3D-1394-778F-76AB-FCCCA572D861}"/>
                </a:ext>
              </a:extLst>
            </p:cNvPr>
            <p:cNvSpPr/>
            <p:nvPr/>
          </p:nvSpPr>
          <p:spPr>
            <a:xfrm>
              <a:off x="3197361" y="3083014"/>
              <a:ext cx="174396" cy="191879"/>
            </a:xfrm>
            <a:custGeom>
              <a:avLst/>
              <a:gdLst/>
              <a:ahLst/>
              <a:cxnLst/>
              <a:rect l="l" t="t" r="r" b="b"/>
              <a:pathLst>
                <a:path w="2375" h="2613" extrusionOk="0">
                  <a:moveTo>
                    <a:pt x="1948" y="0"/>
                  </a:moveTo>
                  <a:lnTo>
                    <a:pt x="1139" y="243"/>
                  </a:lnTo>
                  <a:cubicBezTo>
                    <a:pt x="1139" y="243"/>
                    <a:pt x="866" y="920"/>
                    <a:pt x="636" y="1422"/>
                  </a:cubicBezTo>
                  <a:cubicBezTo>
                    <a:pt x="406" y="1921"/>
                    <a:pt x="1" y="2353"/>
                    <a:pt x="204" y="2489"/>
                  </a:cubicBezTo>
                  <a:cubicBezTo>
                    <a:pt x="303" y="2556"/>
                    <a:pt x="541" y="2613"/>
                    <a:pt x="784" y="2613"/>
                  </a:cubicBezTo>
                  <a:cubicBezTo>
                    <a:pt x="1034" y="2613"/>
                    <a:pt x="1290" y="2552"/>
                    <a:pt x="1407" y="2380"/>
                  </a:cubicBezTo>
                  <a:cubicBezTo>
                    <a:pt x="1637" y="2043"/>
                    <a:pt x="1826" y="1268"/>
                    <a:pt x="2009" y="1044"/>
                  </a:cubicBezTo>
                  <a:cubicBezTo>
                    <a:pt x="2375" y="597"/>
                    <a:pt x="1948" y="0"/>
                    <a:pt x="19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278;p66">
              <a:extLst>
                <a:ext uri="{FF2B5EF4-FFF2-40B4-BE49-F238E27FC236}">
                  <a16:creationId xmlns:a16="http://schemas.microsoft.com/office/drawing/2014/main" id="{923214C9-5878-0878-74D3-D9B300800E2E}"/>
                </a:ext>
              </a:extLst>
            </p:cNvPr>
            <p:cNvSpPr/>
            <p:nvPr/>
          </p:nvSpPr>
          <p:spPr>
            <a:xfrm>
              <a:off x="2912809" y="2712032"/>
              <a:ext cx="182914" cy="44720"/>
            </a:xfrm>
            <a:custGeom>
              <a:avLst/>
              <a:gdLst/>
              <a:ahLst/>
              <a:cxnLst/>
              <a:rect l="l" t="t" r="r" b="b"/>
              <a:pathLst>
                <a:path w="2491" h="609" extrusionOk="0">
                  <a:moveTo>
                    <a:pt x="1957" y="0"/>
                  </a:moveTo>
                  <a:cubicBezTo>
                    <a:pt x="1957" y="0"/>
                    <a:pt x="588" y="160"/>
                    <a:pt x="0" y="609"/>
                  </a:cubicBezTo>
                  <a:lnTo>
                    <a:pt x="2417" y="609"/>
                  </a:lnTo>
                  <a:cubicBezTo>
                    <a:pt x="2417" y="609"/>
                    <a:pt x="2491" y="249"/>
                    <a:pt x="2491" y="55"/>
                  </a:cubicBezTo>
                  <a:lnTo>
                    <a:pt x="1957" y="0"/>
                  </a:ln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279;p66">
              <a:extLst>
                <a:ext uri="{FF2B5EF4-FFF2-40B4-BE49-F238E27FC236}">
                  <a16:creationId xmlns:a16="http://schemas.microsoft.com/office/drawing/2014/main" id="{F854EB7E-71EB-D9C6-6C12-7569D108CA15}"/>
                </a:ext>
              </a:extLst>
            </p:cNvPr>
            <p:cNvSpPr/>
            <p:nvPr/>
          </p:nvSpPr>
          <p:spPr>
            <a:xfrm>
              <a:off x="3012751" y="2091453"/>
              <a:ext cx="321036" cy="633208"/>
            </a:xfrm>
            <a:custGeom>
              <a:avLst/>
              <a:gdLst/>
              <a:ahLst/>
              <a:cxnLst/>
              <a:rect l="l" t="t" r="r" b="b"/>
              <a:pathLst>
                <a:path w="4372" h="8623" extrusionOk="0">
                  <a:moveTo>
                    <a:pt x="2990" y="0"/>
                  </a:moveTo>
                  <a:cubicBezTo>
                    <a:pt x="2658" y="0"/>
                    <a:pt x="2341" y="30"/>
                    <a:pt x="2135" y="120"/>
                  </a:cubicBezTo>
                  <a:cubicBezTo>
                    <a:pt x="1247" y="508"/>
                    <a:pt x="1429" y="4398"/>
                    <a:pt x="1429" y="4398"/>
                  </a:cubicBezTo>
                  <a:lnTo>
                    <a:pt x="1" y="8623"/>
                  </a:lnTo>
                  <a:lnTo>
                    <a:pt x="1061" y="8623"/>
                  </a:lnTo>
                  <a:cubicBezTo>
                    <a:pt x="1061" y="8623"/>
                    <a:pt x="2082" y="6238"/>
                    <a:pt x="2369" y="5166"/>
                  </a:cubicBezTo>
                  <a:cubicBezTo>
                    <a:pt x="2688" y="3964"/>
                    <a:pt x="4371" y="120"/>
                    <a:pt x="4371" y="120"/>
                  </a:cubicBezTo>
                  <a:cubicBezTo>
                    <a:pt x="4371" y="120"/>
                    <a:pt x="3652" y="0"/>
                    <a:pt x="2990" y="0"/>
                  </a:cubicBez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280;p66">
              <a:extLst>
                <a:ext uri="{FF2B5EF4-FFF2-40B4-BE49-F238E27FC236}">
                  <a16:creationId xmlns:a16="http://schemas.microsoft.com/office/drawing/2014/main" id="{E57A2BD0-9739-722B-16B1-934B6C3B79D0}"/>
                </a:ext>
              </a:extLst>
            </p:cNvPr>
            <p:cNvSpPr/>
            <p:nvPr/>
          </p:nvSpPr>
          <p:spPr>
            <a:xfrm>
              <a:off x="3378152" y="2091453"/>
              <a:ext cx="396889" cy="633208"/>
            </a:xfrm>
            <a:custGeom>
              <a:avLst/>
              <a:gdLst/>
              <a:ahLst/>
              <a:cxnLst/>
              <a:rect l="l" t="t" r="r" b="b"/>
              <a:pathLst>
                <a:path w="5405" h="8623" extrusionOk="0">
                  <a:moveTo>
                    <a:pt x="1383" y="0"/>
                  </a:moveTo>
                  <a:cubicBezTo>
                    <a:pt x="720" y="0"/>
                    <a:pt x="1" y="120"/>
                    <a:pt x="1" y="120"/>
                  </a:cubicBezTo>
                  <a:cubicBezTo>
                    <a:pt x="1" y="120"/>
                    <a:pt x="1787" y="4103"/>
                    <a:pt x="2434" y="5166"/>
                  </a:cubicBezTo>
                  <a:cubicBezTo>
                    <a:pt x="3080" y="6229"/>
                    <a:pt x="4345" y="8623"/>
                    <a:pt x="4345" y="8623"/>
                  </a:cubicBezTo>
                  <a:lnTo>
                    <a:pt x="5405" y="8623"/>
                  </a:lnTo>
                  <a:lnTo>
                    <a:pt x="3632" y="4398"/>
                  </a:lnTo>
                  <a:cubicBezTo>
                    <a:pt x="3632" y="4398"/>
                    <a:pt x="3125" y="508"/>
                    <a:pt x="2238" y="120"/>
                  </a:cubicBezTo>
                  <a:cubicBezTo>
                    <a:pt x="2031" y="30"/>
                    <a:pt x="1714" y="0"/>
                    <a:pt x="1383" y="0"/>
                  </a:cubicBez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281;p66">
              <a:extLst>
                <a:ext uri="{FF2B5EF4-FFF2-40B4-BE49-F238E27FC236}">
                  <a16:creationId xmlns:a16="http://schemas.microsoft.com/office/drawing/2014/main" id="{9BCA371D-FA3A-DF91-CB1B-81183AC8B170}"/>
                </a:ext>
              </a:extLst>
            </p:cNvPr>
            <p:cNvSpPr/>
            <p:nvPr/>
          </p:nvSpPr>
          <p:spPr>
            <a:xfrm>
              <a:off x="3248176" y="1812409"/>
              <a:ext cx="231158" cy="207741"/>
            </a:xfrm>
            <a:custGeom>
              <a:avLst/>
              <a:gdLst/>
              <a:ahLst/>
              <a:cxnLst/>
              <a:rect l="l" t="t" r="r" b="b"/>
              <a:pathLst>
                <a:path w="3148" h="2829" extrusionOk="0">
                  <a:moveTo>
                    <a:pt x="1290" y="1"/>
                  </a:moveTo>
                  <a:cubicBezTo>
                    <a:pt x="1152" y="1"/>
                    <a:pt x="975" y="43"/>
                    <a:pt x="791" y="197"/>
                  </a:cubicBezTo>
                  <a:cubicBezTo>
                    <a:pt x="380" y="538"/>
                    <a:pt x="1" y="1121"/>
                    <a:pt x="207" y="1576"/>
                  </a:cubicBezTo>
                  <a:cubicBezTo>
                    <a:pt x="412" y="2031"/>
                    <a:pt x="220" y="2319"/>
                    <a:pt x="220" y="2319"/>
                  </a:cubicBezTo>
                  <a:cubicBezTo>
                    <a:pt x="220" y="2319"/>
                    <a:pt x="251" y="2338"/>
                    <a:pt x="314" y="2338"/>
                  </a:cubicBezTo>
                  <a:cubicBezTo>
                    <a:pt x="381" y="2338"/>
                    <a:pt x="483" y="2317"/>
                    <a:pt x="624" y="2229"/>
                  </a:cubicBezTo>
                  <a:cubicBezTo>
                    <a:pt x="888" y="2781"/>
                    <a:pt x="1574" y="2829"/>
                    <a:pt x="1574" y="2829"/>
                  </a:cubicBezTo>
                  <a:cubicBezTo>
                    <a:pt x="1574" y="2829"/>
                    <a:pt x="2261" y="2781"/>
                    <a:pt x="2525" y="2229"/>
                  </a:cubicBezTo>
                  <a:cubicBezTo>
                    <a:pt x="2666" y="2317"/>
                    <a:pt x="2769" y="2338"/>
                    <a:pt x="2835" y="2338"/>
                  </a:cubicBezTo>
                  <a:cubicBezTo>
                    <a:pt x="2899" y="2338"/>
                    <a:pt x="2929" y="2319"/>
                    <a:pt x="2929" y="2319"/>
                  </a:cubicBezTo>
                  <a:cubicBezTo>
                    <a:pt x="2929" y="2319"/>
                    <a:pt x="2737" y="2032"/>
                    <a:pt x="2943" y="1576"/>
                  </a:cubicBezTo>
                  <a:cubicBezTo>
                    <a:pt x="3147" y="1120"/>
                    <a:pt x="2768" y="538"/>
                    <a:pt x="2358" y="197"/>
                  </a:cubicBezTo>
                  <a:cubicBezTo>
                    <a:pt x="2175" y="44"/>
                    <a:pt x="1998" y="1"/>
                    <a:pt x="1860" y="1"/>
                  </a:cubicBezTo>
                  <a:cubicBezTo>
                    <a:pt x="1689" y="1"/>
                    <a:pt x="1575" y="65"/>
                    <a:pt x="1575" y="65"/>
                  </a:cubicBezTo>
                  <a:cubicBezTo>
                    <a:pt x="1575" y="65"/>
                    <a:pt x="1462" y="1"/>
                    <a:pt x="1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282;p66">
              <a:extLst>
                <a:ext uri="{FF2B5EF4-FFF2-40B4-BE49-F238E27FC236}">
                  <a16:creationId xmlns:a16="http://schemas.microsoft.com/office/drawing/2014/main" id="{A34DCD77-0088-0C80-3C3E-5789B5C1AF0E}"/>
                </a:ext>
              </a:extLst>
            </p:cNvPr>
            <p:cNvSpPr/>
            <p:nvPr/>
          </p:nvSpPr>
          <p:spPr>
            <a:xfrm>
              <a:off x="3256180" y="1927625"/>
              <a:ext cx="52723" cy="72478"/>
            </a:xfrm>
            <a:custGeom>
              <a:avLst/>
              <a:gdLst/>
              <a:ahLst/>
              <a:cxnLst/>
              <a:rect l="l" t="t" r="r" b="b"/>
              <a:pathLst>
                <a:path w="718" h="987" extrusionOk="0">
                  <a:moveTo>
                    <a:pt x="275" y="1"/>
                  </a:moveTo>
                  <a:cubicBezTo>
                    <a:pt x="60" y="1"/>
                    <a:pt x="75" y="308"/>
                    <a:pt x="75" y="308"/>
                  </a:cubicBezTo>
                  <a:cubicBezTo>
                    <a:pt x="75" y="308"/>
                    <a:pt x="1" y="987"/>
                    <a:pt x="359" y="987"/>
                  </a:cubicBezTo>
                  <a:cubicBezTo>
                    <a:pt x="718" y="987"/>
                    <a:pt x="619" y="1"/>
                    <a:pt x="275" y="1"/>
                  </a:cubicBez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283;p66">
              <a:extLst>
                <a:ext uri="{FF2B5EF4-FFF2-40B4-BE49-F238E27FC236}">
                  <a16:creationId xmlns:a16="http://schemas.microsoft.com/office/drawing/2014/main" id="{485CE3EB-43A8-B55D-BFE2-CB7B89E47606}"/>
                </a:ext>
              </a:extLst>
            </p:cNvPr>
            <p:cNvSpPr/>
            <p:nvPr/>
          </p:nvSpPr>
          <p:spPr>
            <a:xfrm>
              <a:off x="3418687" y="1927625"/>
              <a:ext cx="52723" cy="72478"/>
            </a:xfrm>
            <a:custGeom>
              <a:avLst/>
              <a:gdLst/>
              <a:ahLst/>
              <a:cxnLst/>
              <a:rect l="l" t="t" r="r" b="b"/>
              <a:pathLst>
                <a:path w="718" h="987" extrusionOk="0">
                  <a:moveTo>
                    <a:pt x="443" y="1"/>
                  </a:moveTo>
                  <a:cubicBezTo>
                    <a:pt x="99" y="1"/>
                    <a:pt x="1" y="987"/>
                    <a:pt x="360" y="987"/>
                  </a:cubicBezTo>
                  <a:cubicBezTo>
                    <a:pt x="718" y="987"/>
                    <a:pt x="643" y="308"/>
                    <a:pt x="643" y="308"/>
                  </a:cubicBezTo>
                  <a:cubicBezTo>
                    <a:pt x="643" y="308"/>
                    <a:pt x="658" y="1"/>
                    <a:pt x="443" y="1"/>
                  </a:cubicBez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284;p66">
              <a:extLst>
                <a:ext uri="{FF2B5EF4-FFF2-40B4-BE49-F238E27FC236}">
                  <a16:creationId xmlns:a16="http://schemas.microsoft.com/office/drawing/2014/main" id="{5F8465BE-BAA0-1655-A596-834E6059C9AE}"/>
                </a:ext>
              </a:extLst>
            </p:cNvPr>
            <p:cNvSpPr/>
            <p:nvPr/>
          </p:nvSpPr>
          <p:spPr>
            <a:xfrm>
              <a:off x="3154990" y="2091453"/>
              <a:ext cx="363846" cy="496918"/>
            </a:xfrm>
            <a:custGeom>
              <a:avLst/>
              <a:gdLst/>
              <a:ahLst/>
              <a:cxnLst/>
              <a:rect l="l" t="t" r="r" b="b"/>
              <a:pathLst>
                <a:path w="4955" h="6767" extrusionOk="0">
                  <a:moveTo>
                    <a:pt x="2468" y="0"/>
                  </a:moveTo>
                  <a:cubicBezTo>
                    <a:pt x="2089" y="0"/>
                    <a:pt x="1337" y="75"/>
                    <a:pt x="882" y="615"/>
                  </a:cubicBezTo>
                  <a:cubicBezTo>
                    <a:pt x="253" y="1362"/>
                    <a:pt x="590" y="4406"/>
                    <a:pt x="590" y="4406"/>
                  </a:cubicBezTo>
                  <a:lnTo>
                    <a:pt x="1" y="6413"/>
                  </a:lnTo>
                  <a:lnTo>
                    <a:pt x="2703" y="6766"/>
                  </a:lnTo>
                  <a:lnTo>
                    <a:pt x="4868" y="6766"/>
                  </a:lnTo>
                  <a:lnTo>
                    <a:pt x="4707" y="5347"/>
                  </a:lnTo>
                  <a:cubicBezTo>
                    <a:pt x="4647" y="4808"/>
                    <a:pt x="4649" y="4266"/>
                    <a:pt x="4714" y="3729"/>
                  </a:cubicBezTo>
                  <a:cubicBezTo>
                    <a:pt x="4832" y="2761"/>
                    <a:pt x="4954" y="1130"/>
                    <a:pt x="4522" y="615"/>
                  </a:cubicBezTo>
                  <a:cubicBezTo>
                    <a:pt x="4067" y="75"/>
                    <a:pt x="3316" y="0"/>
                    <a:pt x="2937" y="0"/>
                  </a:cubicBezTo>
                  <a:cubicBezTo>
                    <a:pt x="2793" y="0"/>
                    <a:pt x="2703" y="11"/>
                    <a:pt x="2703" y="11"/>
                  </a:cubicBezTo>
                  <a:cubicBezTo>
                    <a:pt x="2703" y="11"/>
                    <a:pt x="2612" y="0"/>
                    <a:pt x="24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285;p66">
              <a:extLst>
                <a:ext uri="{FF2B5EF4-FFF2-40B4-BE49-F238E27FC236}">
                  <a16:creationId xmlns:a16="http://schemas.microsoft.com/office/drawing/2014/main" id="{D10E4480-7026-9457-EF3C-14948B5E714C}"/>
                </a:ext>
              </a:extLst>
            </p:cNvPr>
            <p:cNvSpPr/>
            <p:nvPr/>
          </p:nvSpPr>
          <p:spPr>
            <a:xfrm>
              <a:off x="3445416" y="2646457"/>
              <a:ext cx="367" cy="1616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1" y="1"/>
                  </a:moveTo>
                  <a:cubicBezTo>
                    <a:pt x="1" y="1"/>
                    <a:pt x="1" y="4"/>
                    <a:pt x="2" y="12"/>
                  </a:cubicBezTo>
                  <a:cubicBezTo>
                    <a:pt x="3" y="19"/>
                    <a:pt x="4" y="22"/>
                    <a:pt x="4" y="22"/>
                  </a:cubicBezTo>
                  <a:cubicBezTo>
                    <a:pt x="5" y="2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286;p66">
              <a:extLst>
                <a:ext uri="{FF2B5EF4-FFF2-40B4-BE49-F238E27FC236}">
                  <a16:creationId xmlns:a16="http://schemas.microsoft.com/office/drawing/2014/main" id="{5129C799-9E6E-2CD4-ED81-2493F55013D8}"/>
                </a:ext>
              </a:extLst>
            </p:cNvPr>
            <p:cNvSpPr/>
            <p:nvPr/>
          </p:nvSpPr>
          <p:spPr>
            <a:xfrm>
              <a:off x="2932930" y="2531021"/>
              <a:ext cx="558949" cy="225658"/>
            </a:xfrm>
            <a:custGeom>
              <a:avLst/>
              <a:gdLst/>
              <a:ahLst/>
              <a:cxnLst/>
              <a:rect l="l" t="t" r="r" b="b"/>
              <a:pathLst>
                <a:path w="7612" h="3073" extrusionOk="0">
                  <a:moveTo>
                    <a:pt x="4807" y="0"/>
                  </a:moveTo>
                  <a:cubicBezTo>
                    <a:pt x="1025" y="8"/>
                    <a:pt x="1" y="703"/>
                    <a:pt x="65" y="1594"/>
                  </a:cubicBezTo>
                  <a:cubicBezTo>
                    <a:pt x="132" y="2534"/>
                    <a:pt x="1641" y="2874"/>
                    <a:pt x="2941" y="3072"/>
                  </a:cubicBezTo>
                  <a:lnTo>
                    <a:pt x="4762" y="3072"/>
                  </a:lnTo>
                  <a:cubicBezTo>
                    <a:pt x="7166" y="3072"/>
                    <a:pt x="7612" y="498"/>
                    <a:pt x="5496" y="69"/>
                  </a:cubicBezTo>
                  <a:cubicBezTo>
                    <a:pt x="5269" y="23"/>
                    <a:pt x="5038" y="0"/>
                    <a:pt x="4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287;p66">
              <a:extLst>
                <a:ext uri="{FF2B5EF4-FFF2-40B4-BE49-F238E27FC236}">
                  <a16:creationId xmlns:a16="http://schemas.microsoft.com/office/drawing/2014/main" id="{3671C76A-260C-5F6C-1BBE-7D2D725B3FD1}"/>
                </a:ext>
              </a:extLst>
            </p:cNvPr>
            <p:cNvSpPr/>
            <p:nvPr/>
          </p:nvSpPr>
          <p:spPr>
            <a:xfrm>
              <a:off x="3132226" y="2516187"/>
              <a:ext cx="489778" cy="220224"/>
            </a:xfrm>
            <a:custGeom>
              <a:avLst/>
              <a:gdLst/>
              <a:ahLst/>
              <a:cxnLst/>
              <a:rect l="l" t="t" r="r" b="b"/>
              <a:pathLst>
                <a:path w="6670" h="2999" extrusionOk="0">
                  <a:moveTo>
                    <a:pt x="4755" y="0"/>
                  </a:moveTo>
                  <a:cubicBezTo>
                    <a:pt x="4090" y="0"/>
                    <a:pt x="3232" y="70"/>
                    <a:pt x="2160" y="202"/>
                  </a:cubicBezTo>
                  <a:cubicBezTo>
                    <a:pt x="1963" y="228"/>
                    <a:pt x="1769" y="275"/>
                    <a:pt x="1584" y="344"/>
                  </a:cubicBezTo>
                  <a:cubicBezTo>
                    <a:pt x="1" y="934"/>
                    <a:pt x="787" y="2999"/>
                    <a:pt x="2277" y="2999"/>
                  </a:cubicBezTo>
                  <a:cubicBezTo>
                    <a:pt x="2433" y="2999"/>
                    <a:pt x="2597" y="2976"/>
                    <a:pt x="2767" y="2927"/>
                  </a:cubicBezTo>
                  <a:cubicBezTo>
                    <a:pt x="3108" y="2827"/>
                    <a:pt x="3447" y="2694"/>
                    <a:pt x="3760" y="2597"/>
                  </a:cubicBezTo>
                  <a:cubicBezTo>
                    <a:pt x="4839" y="2262"/>
                    <a:pt x="6669" y="2451"/>
                    <a:pt x="6645" y="864"/>
                  </a:cubicBezTo>
                  <a:cubicBezTo>
                    <a:pt x="6636" y="271"/>
                    <a:pt x="6068" y="0"/>
                    <a:pt x="4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288;p66">
              <a:extLst>
                <a:ext uri="{FF2B5EF4-FFF2-40B4-BE49-F238E27FC236}">
                  <a16:creationId xmlns:a16="http://schemas.microsoft.com/office/drawing/2014/main" id="{98AD978F-17DD-E8E7-312D-2638C8082B9A}"/>
                </a:ext>
              </a:extLst>
            </p:cNvPr>
            <p:cNvSpPr/>
            <p:nvPr/>
          </p:nvSpPr>
          <p:spPr>
            <a:xfrm>
              <a:off x="3184804" y="2641831"/>
              <a:ext cx="220" cy="1616"/>
            </a:xfrm>
            <a:custGeom>
              <a:avLst/>
              <a:gdLst/>
              <a:ahLst/>
              <a:cxnLst/>
              <a:rect l="l" t="t" r="r" b="b"/>
              <a:pathLst>
                <a:path w="3" h="22" extrusionOk="0">
                  <a:moveTo>
                    <a:pt x="2" y="0"/>
                  </a:moveTo>
                  <a:lnTo>
                    <a:pt x="2" y="0"/>
                  </a:lnTo>
                  <a:cubicBezTo>
                    <a:pt x="2" y="0"/>
                    <a:pt x="1" y="22"/>
                    <a:pt x="1" y="22"/>
                  </a:cubicBezTo>
                  <a:cubicBezTo>
                    <a:pt x="1" y="22"/>
                    <a:pt x="1" y="19"/>
                    <a:pt x="2" y="11"/>
                  </a:cubicBezTo>
                  <a:cubicBezTo>
                    <a:pt x="2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289;p66">
              <a:extLst>
                <a:ext uri="{FF2B5EF4-FFF2-40B4-BE49-F238E27FC236}">
                  <a16:creationId xmlns:a16="http://schemas.microsoft.com/office/drawing/2014/main" id="{E74F7F7A-84B4-666B-93F1-AD897426C01D}"/>
                </a:ext>
              </a:extLst>
            </p:cNvPr>
            <p:cNvSpPr/>
            <p:nvPr/>
          </p:nvSpPr>
          <p:spPr>
            <a:xfrm>
              <a:off x="2923457" y="2574199"/>
              <a:ext cx="661825" cy="184903"/>
            </a:xfrm>
            <a:custGeom>
              <a:avLst/>
              <a:gdLst/>
              <a:ahLst/>
              <a:cxnLst/>
              <a:rect l="l" t="t" r="r" b="b"/>
              <a:pathLst>
                <a:path w="9013" h="2518" extrusionOk="0">
                  <a:moveTo>
                    <a:pt x="1817" y="0"/>
                  </a:moveTo>
                  <a:cubicBezTo>
                    <a:pt x="906" y="0"/>
                    <a:pt x="261" y="214"/>
                    <a:pt x="188" y="795"/>
                  </a:cubicBezTo>
                  <a:cubicBezTo>
                    <a:pt x="1" y="2274"/>
                    <a:pt x="4028" y="2518"/>
                    <a:pt x="6704" y="2518"/>
                  </a:cubicBezTo>
                  <a:cubicBezTo>
                    <a:pt x="8020" y="2518"/>
                    <a:pt x="9010" y="2459"/>
                    <a:pt x="9010" y="2459"/>
                  </a:cubicBezTo>
                  <a:lnTo>
                    <a:pt x="9013" y="1682"/>
                  </a:lnTo>
                  <a:cubicBezTo>
                    <a:pt x="9013" y="1682"/>
                    <a:pt x="4370" y="0"/>
                    <a:pt x="1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290;p66">
              <a:extLst>
                <a:ext uri="{FF2B5EF4-FFF2-40B4-BE49-F238E27FC236}">
                  <a16:creationId xmlns:a16="http://schemas.microsoft.com/office/drawing/2014/main" id="{408A354A-CFAC-09B7-BFF7-23527CFB4DBD}"/>
                </a:ext>
              </a:extLst>
            </p:cNvPr>
            <p:cNvSpPr/>
            <p:nvPr/>
          </p:nvSpPr>
          <p:spPr>
            <a:xfrm>
              <a:off x="3310080" y="2036305"/>
              <a:ext cx="107355" cy="130269"/>
            </a:xfrm>
            <a:custGeom>
              <a:avLst/>
              <a:gdLst/>
              <a:ahLst/>
              <a:cxnLst/>
              <a:rect l="l" t="t" r="r" b="b"/>
              <a:pathLst>
                <a:path w="1462" h="1774" extrusionOk="0">
                  <a:moveTo>
                    <a:pt x="0" y="0"/>
                  </a:moveTo>
                  <a:lnTo>
                    <a:pt x="0" y="1043"/>
                  </a:lnTo>
                  <a:cubicBezTo>
                    <a:pt x="0" y="1445"/>
                    <a:pt x="328" y="1773"/>
                    <a:pt x="731" y="1773"/>
                  </a:cubicBezTo>
                  <a:cubicBezTo>
                    <a:pt x="1135" y="1773"/>
                    <a:pt x="1462" y="1445"/>
                    <a:pt x="1462" y="1043"/>
                  </a:cubicBezTo>
                  <a:lnTo>
                    <a:pt x="1462" y="0"/>
                  </a:ln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291;p66">
              <a:extLst>
                <a:ext uri="{FF2B5EF4-FFF2-40B4-BE49-F238E27FC236}">
                  <a16:creationId xmlns:a16="http://schemas.microsoft.com/office/drawing/2014/main" id="{AFAE6373-89D3-5BE3-3C6B-2B91CC3D0EB6}"/>
                </a:ext>
              </a:extLst>
            </p:cNvPr>
            <p:cNvSpPr/>
            <p:nvPr/>
          </p:nvSpPr>
          <p:spPr>
            <a:xfrm>
              <a:off x="3313898" y="2046365"/>
              <a:ext cx="103536" cy="37818"/>
            </a:xfrm>
            <a:custGeom>
              <a:avLst/>
              <a:gdLst/>
              <a:ahLst/>
              <a:cxnLst/>
              <a:rect l="l" t="t" r="r" b="b"/>
              <a:pathLst>
                <a:path w="1410" h="515" extrusionOk="0">
                  <a:moveTo>
                    <a:pt x="1410" y="0"/>
                  </a:moveTo>
                  <a:lnTo>
                    <a:pt x="0" y="142"/>
                  </a:lnTo>
                  <a:cubicBezTo>
                    <a:pt x="326" y="461"/>
                    <a:pt x="842" y="515"/>
                    <a:pt x="1151" y="515"/>
                  </a:cubicBezTo>
                  <a:cubicBezTo>
                    <a:pt x="1307" y="515"/>
                    <a:pt x="1410" y="501"/>
                    <a:pt x="1410" y="501"/>
                  </a:cubicBezTo>
                  <a:lnTo>
                    <a:pt x="1410" y="0"/>
                  </a:ln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292;p66">
              <a:extLst>
                <a:ext uri="{FF2B5EF4-FFF2-40B4-BE49-F238E27FC236}">
                  <a16:creationId xmlns:a16="http://schemas.microsoft.com/office/drawing/2014/main" id="{D9D17373-190A-1447-1B2D-293C3580260C}"/>
                </a:ext>
              </a:extLst>
            </p:cNvPr>
            <p:cNvSpPr/>
            <p:nvPr/>
          </p:nvSpPr>
          <p:spPr>
            <a:xfrm>
              <a:off x="3279752" y="1833410"/>
              <a:ext cx="168155" cy="241373"/>
            </a:xfrm>
            <a:custGeom>
              <a:avLst/>
              <a:gdLst/>
              <a:ahLst/>
              <a:cxnLst/>
              <a:rect l="l" t="t" r="r" b="b"/>
              <a:pathLst>
                <a:path w="2290" h="3287" extrusionOk="0">
                  <a:moveTo>
                    <a:pt x="1144" y="0"/>
                  </a:moveTo>
                  <a:cubicBezTo>
                    <a:pt x="510" y="0"/>
                    <a:pt x="0" y="510"/>
                    <a:pt x="0" y="1144"/>
                  </a:cubicBezTo>
                  <a:lnTo>
                    <a:pt x="0" y="2141"/>
                  </a:lnTo>
                  <a:cubicBezTo>
                    <a:pt x="0" y="2777"/>
                    <a:pt x="510" y="3287"/>
                    <a:pt x="1144" y="3287"/>
                  </a:cubicBezTo>
                  <a:cubicBezTo>
                    <a:pt x="1779" y="3287"/>
                    <a:pt x="2289" y="2777"/>
                    <a:pt x="2289" y="2141"/>
                  </a:cubicBezTo>
                  <a:lnTo>
                    <a:pt x="2289" y="1144"/>
                  </a:lnTo>
                  <a:cubicBezTo>
                    <a:pt x="2289" y="510"/>
                    <a:pt x="1779" y="0"/>
                    <a:pt x="1144" y="0"/>
                  </a:cubicBezTo>
                  <a:close/>
                </a:path>
              </a:pathLst>
            </a:custGeom>
            <a:solidFill>
              <a:srgbClr val="FF92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293;p66">
              <a:extLst>
                <a:ext uri="{FF2B5EF4-FFF2-40B4-BE49-F238E27FC236}">
                  <a16:creationId xmlns:a16="http://schemas.microsoft.com/office/drawing/2014/main" id="{CA37F794-9B34-1E1E-0FC8-851730CB589A}"/>
                </a:ext>
              </a:extLst>
            </p:cNvPr>
            <p:cNvSpPr/>
            <p:nvPr/>
          </p:nvSpPr>
          <p:spPr>
            <a:xfrm>
              <a:off x="3521052" y="2679281"/>
              <a:ext cx="223154" cy="88853"/>
            </a:xfrm>
            <a:custGeom>
              <a:avLst/>
              <a:gdLst/>
              <a:ahLst/>
              <a:cxnLst/>
              <a:rect l="l" t="t" r="r" b="b"/>
              <a:pathLst>
                <a:path w="3039" h="1210" extrusionOk="0">
                  <a:moveTo>
                    <a:pt x="2190" y="1"/>
                  </a:moveTo>
                  <a:cubicBezTo>
                    <a:pt x="1841" y="1"/>
                    <a:pt x="1361" y="87"/>
                    <a:pt x="1066" y="87"/>
                  </a:cubicBezTo>
                  <a:cubicBezTo>
                    <a:pt x="1003" y="87"/>
                    <a:pt x="949" y="83"/>
                    <a:pt x="906" y="73"/>
                  </a:cubicBezTo>
                  <a:cubicBezTo>
                    <a:pt x="856" y="62"/>
                    <a:pt x="808" y="57"/>
                    <a:pt x="761" y="57"/>
                  </a:cubicBezTo>
                  <a:cubicBezTo>
                    <a:pt x="284" y="57"/>
                    <a:pt x="1" y="597"/>
                    <a:pt x="1" y="597"/>
                  </a:cubicBezTo>
                  <a:lnTo>
                    <a:pt x="581" y="1210"/>
                  </a:lnTo>
                  <a:cubicBezTo>
                    <a:pt x="581" y="1210"/>
                    <a:pt x="1309" y="1150"/>
                    <a:pt x="1859" y="1131"/>
                  </a:cubicBezTo>
                  <a:cubicBezTo>
                    <a:pt x="1890" y="1130"/>
                    <a:pt x="1921" y="1129"/>
                    <a:pt x="1952" y="1129"/>
                  </a:cubicBezTo>
                  <a:cubicBezTo>
                    <a:pt x="2236" y="1129"/>
                    <a:pt x="2516" y="1170"/>
                    <a:pt x="2716" y="1170"/>
                  </a:cubicBezTo>
                  <a:cubicBezTo>
                    <a:pt x="2883" y="1170"/>
                    <a:pt x="2995" y="1142"/>
                    <a:pt x="3009" y="1038"/>
                  </a:cubicBezTo>
                  <a:cubicBezTo>
                    <a:pt x="3038" y="795"/>
                    <a:pt x="2776" y="65"/>
                    <a:pt x="2370" y="11"/>
                  </a:cubicBezTo>
                  <a:cubicBezTo>
                    <a:pt x="2316" y="4"/>
                    <a:pt x="2255" y="1"/>
                    <a:pt x="2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294;p66">
              <a:extLst>
                <a:ext uri="{FF2B5EF4-FFF2-40B4-BE49-F238E27FC236}">
                  <a16:creationId xmlns:a16="http://schemas.microsoft.com/office/drawing/2014/main" id="{176CD211-5FA1-85F8-9999-CD7BCEDA4120}"/>
                </a:ext>
              </a:extLst>
            </p:cNvPr>
            <p:cNvSpPr/>
            <p:nvPr/>
          </p:nvSpPr>
          <p:spPr>
            <a:xfrm>
              <a:off x="3259118" y="2531021"/>
              <a:ext cx="478250" cy="594730"/>
            </a:xfrm>
            <a:custGeom>
              <a:avLst/>
              <a:gdLst/>
              <a:ahLst/>
              <a:cxnLst/>
              <a:rect l="l" t="t" r="r" b="b"/>
              <a:pathLst>
                <a:path w="6513" h="8099" extrusionOk="0">
                  <a:moveTo>
                    <a:pt x="4184" y="0"/>
                  </a:moveTo>
                  <a:cubicBezTo>
                    <a:pt x="2229" y="0"/>
                    <a:pt x="1" y="7939"/>
                    <a:pt x="1" y="7939"/>
                  </a:cubicBezTo>
                  <a:lnTo>
                    <a:pt x="1608" y="8099"/>
                  </a:lnTo>
                  <a:cubicBezTo>
                    <a:pt x="1608" y="8099"/>
                    <a:pt x="6513" y="999"/>
                    <a:pt x="4491" y="69"/>
                  </a:cubicBezTo>
                  <a:cubicBezTo>
                    <a:pt x="4390" y="22"/>
                    <a:pt x="4287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295;p66">
              <a:extLst>
                <a:ext uri="{FF2B5EF4-FFF2-40B4-BE49-F238E27FC236}">
                  <a16:creationId xmlns:a16="http://schemas.microsoft.com/office/drawing/2014/main" id="{D62EDE61-048F-F8BD-C227-46CD9DC32D2C}"/>
                </a:ext>
              </a:extLst>
            </p:cNvPr>
            <p:cNvSpPr/>
            <p:nvPr/>
          </p:nvSpPr>
          <p:spPr>
            <a:xfrm>
              <a:off x="3311402" y="1941870"/>
              <a:ext cx="18651" cy="18799"/>
            </a:xfrm>
            <a:custGeom>
              <a:avLst/>
              <a:gdLst/>
              <a:ahLst/>
              <a:cxnLst/>
              <a:rect l="l" t="t" r="r" b="b"/>
              <a:pathLst>
                <a:path w="254" h="256" extrusionOk="0">
                  <a:moveTo>
                    <a:pt x="127" y="1"/>
                  </a:moveTo>
                  <a:cubicBezTo>
                    <a:pt x="57" y="1"/>
                    <a:pt x="0" y="57"/>
                    <a:pt x="0" y="128"/>
                  </a:cubicBezTo>
                  <a:cubicBezTo>
                    <a:pt x="0" y="198"/>
                    <a:pt x="57" y="256"/>
                    <a:pt x="127" y="256"/>
                  </a:cubicBezTo>
                  <a:cubicBezTo>
                    <a:pt x="197" y="256"/>
                    <a:pt x="254" y="198"/>
                    <a:pt x="254" y="128"/>
                  </a:cubicBezTo>
                  <a:cubicBezTo>
                    <a:pt x="254" y="57"/>
                    <a:pt x="197" y="1"/>
                    <a:pt x="127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296;p66">
              <a:extLst>
                <a:ext uri="{FF2B5EF4-FFF2-40B4-BE49-F238E27FC236}">
                  <a16:creationId xmlns:a16="http://schemas.microsoft.com/office/drawing/2014/main" id="{3D9DCB1F-1BF5-DE11-63A8-383C62FE27B5}"/>
                </a:ext>
              </a:extLst>
            </p:cNvPr>
            <p:cNvSpPr/>
            <p:nvPr/>
          </p:nvSpPr>
          <p:spPr>
            <a:xfrm>
              <a:off x="3405469" y="1941870"/>
              <a:ext cx="18651" cy="18799"/>
            </a:xfrm>
            <a:custGeom>
              <a:avLst/>
              <a:gdLst/>
              <a:ahLst/>
              <a:cxnLst/>
              <a:rect l="l" t="t" r="r" b="b"/>
              <a:pathLst>
                <a:path w="254" h="256" extrusionOk="0">
                  <a:moveTo>
                    <a:pt x="127" y="1"/>
                  </a:moveTo>
                  <a:cubicBezTo>
                    <a:pt x="57" y="1"/>
                    <a:pt x="0" y="57"/>
                    <a:pt x="0" y="128"/>
                  </a:cubicBezTo>
                  <a:cubicBezTo>
                    <a:pt x="0" y="198"/>
                    <a:pt x="57" y="256"/>
                    <a:pt x="127" y="256"/>
                  </a:cubicBezTo>
                  <a:cubicBezTo>
                    <a:pt x="197" y="256"/>
                    <a:pt x="254" y="198"/>
                    <a:pt x="254" y="128"/>
                  </a:cubicBezTo>
                  <a:cubicBezTo>
                    <a:pt x="254" y="57"/>
                    <a:pt x="197" y="1"/>
                    <a:pt x="127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297;p66">
              <a:extLst>
                <a:ext uri="{FF2B5EF4-FFF2-40B4-BE49-F238E27FC236}">
                  <a16:creationId xmlns:a16="http://schemas.microsoft.com/office/drawing/2014/main" id="{A06B48A0-0690-41C2-44B6-8DACBE8E174A}"/>
                </a:ext>
              </a:extLst>
            </p:cNvPr>
            <p:cNvSpPr/>
            <p:nvPr/>
          </p:nvSpPr>
          <p:spPr>
            <a:xfrm>
              <a:off x="3343639" y="2003774"/>
              <a:ext cx="40680" cy="8298"/>
            </a:xfrm>
            <a:custGeom>
              <a:avLst/>
              <a:gdLst/>
              <a:ahLst/>
              <a:cxnLst/>
              <a:rect l="l" t="t" r="r" b="b"/>
              <a:pathLst>
                <a:path w="554" h="113" extrusionOk="0">
                  <a:moveTo>
                    <a:pt x="40" y="1"/>
                  </a:moveTo>
                  <a:cubicBezTo>
                    <a:pt x="16" y="1"/>
                    <a:pt x="0" y="33"/>
                    <a:pt x="23" y="51"/>
                  </a:cubicBezTo>
                  <a:cubicBezTo>
                    <a:pt x="28" y="55"/>
                    <a:pt x="123" y="112"/>
                    <a:pt x="299" y="112"/>
                  </a:cubicBezTo>
                  <a:cubicBezTo>
                    <a:pt x="372" y="112"/>
                    <a:pt x="447" y="103"/>
                    <a:pt x="519" y="87"/>
                  </a:cubicBezTo>
                  <a:cubicBezTo>
                    <a:pt x="553" y="79"/>
                    <a:pt x="544" y="29"/>
                    <a:pt x="513" y="29"/>
                  </a:cubicBezTo>
                  <a:cubicBezTo>
                    <a:pt x="510" y="29"/>
                    <a:pt x="508" y="29"/>
                    <a:pt x="505" y="30"/>
                  </a:cubicBezTo>
                  <a:cubicBezTo>
                    <a:pt x="428" y="48"/>
                    <a:pt x="360" y="55"/>
                    <a:pt x="301" y="55"/>
                  </a:cubicBezTo>
                  <a:cubicBezTo>
                    <a:pt x="141" y="55"/>
                    <a:pt x="53" y="4"/>
                    <a:pt x="52" y="3"/>
                  </a:cubicBezTo>
                  <a:cubicBezTo>
                    <a:pt x="48" y="1"/>
                    <a:pt x="44" y="1"/>
                    <a:pt x="4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298;p66">
              <a:extLst>
                <a:ext uri="{FF2B5EF4-FFF2-40B4-BE49-F238E27FC236}">
                  <a16:creationId xmlns:a16="http://schemas.microsoft.com/office/drawing/2014/main" id="{056E9BBB-58FD-A5E0-E826-539C717B153F}"/>
                </a:ext>
              </a:extLst>
            </p:cNvPr>
            <p:cNvSpPr/>
            <p:nvPr/>
          </p:nvSpPr>
          <p:spPr>
            <a:xfrm>
              <a:off x="3294659" y="1916316"/>
              <a:ext cx="47803" cy="20047"/>
            </a:xfrm>
            <a:custGeom>
              <a:avLst/>
              <a:gdLst/>
              <a:ahLst/>
              <a:cxnLst/>
              <a:rect l="l" t="t" r="r" b="b"/>
              <a:pathLst>
                <a:path w="651" h="273" extrusionOk="0">
                  <a:moveTo>
                    <a:pt x="383" y="0"/>
                  </a:moveTo>
                  <a:cubicBezTo>
                    <a:pt x="252" y="0"/>
                    <a:pt x="100" y="57"/>
                    <a:pt x="0" y="273"/>
                  </a:cubicBezTo>
                  <a:cubicBezTo>
                    <a:pt x="0" y="273"/>
                    <a:pt x="183" y="136"/>
                    <a:pt x="416" y="136"/>
                  </a:cubicBezTo>
                  <a:cubicBezTo>
                    <a:pt x="490" y="136"/>
                    <a:pt x="570" y="149"/>
                    <a:pt x="650" y="186"/>
                  </a:cubicBezTo>
                  <a:lnTo>
                    <a:pt x="650" y="70"/>
                  </a:lnTo>
                  <a:cubicBezTo>
                    <a:pt x="650" y="70"/>
                    <a:pt x="529" y="0"/>
                    <a:pt x="383" y="0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299;p66">
              <a:extLst>
                <a:ext uri="{FF2B5EF4-FFF2-40B4-BE49-F238E27FC236}">
                  <a16:creationId xmlns:a16="http://schemas.microsoft.com/office/drawing/2014/main" id="{5EC22699-900B-D988-31E8-BD52900BE4C0}"/>
                </a:ext>
              </a:extLst>
            </p:cNvPr>
            <p:cNvSpPr/>
            <p:nvPr/>
          </p:nvSpPr>
          <p:spPr>
            <a:xfrm>
              <a:off x="3384320" y="1915288"/>
              <a:ext cx="48097" cy="21075"/>
            </a:xfrm>
            <a:custGeom>
              <a:avLst/>
              <a:gdLst/>
              <a:ahLst/>
              <a:cxnLst/>
              <a:rect l="l" t="t" r="r" b="b"/>
              <a:pathLst>
                <a:path w="655" h="287" extrusionOk="0">
                  <a:moveTo>
                    <a:pt x="259" y="1"/>
                  </a:moveTo>
                  <a:cubicBezTo>
                    <a:pt x="114" y="1"/>
                    <a:pt x="0" y="84"/>
                    <a:pt x="0" y="84"/>
                  </a:cubicBezTo>
                  <a:lnTo>
                    <a:pt x="0" y="200"/>
                  </a:lnTo>
                  <a:cubicBezTo>
                    <a:pt x="81" y="163"/>
                    <a:pt x="161" y="150"/>
                    <a:pt x="236" y="150"/>
                  </a:cubicBezTo>
                  <a:cubicBezTo>
                    <a:pt x="471" y="150"/>
                    <a:pt x="655" y="287"/>
                    <a:pt x="655" y="287"/>
                  </a:cubicBezTo>
                  <a:cubicBezTo>
                    <a:pt x="533" y="61"/>
                    <a:pt x="384" y="1"/>
                    <a:pt x="259" y="1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300;p66">
              <a:extLst>
                <a:ext uri="{FF2B5EF4-FFF2-40B4-BE49-F238E27FC236}">
                  <a16:creationId xmlns:a16="http://schemas.microsoft.com/office/drawing/2014/main" id="{BFE5FC8E-DABD-724B-272A-B00C590DB951}"/>
                </a:ext>
              </a:extLst>
            </p:cNvPr>
            <p:cNvSpPr/>
            <p:nvPr/>
          </p:nvSpPr>
          <p:spPr>
            <a:xfrm>
              <a:off x="3292309" y="1938786"/>
              <a:ext cx="50373" cy="11602"/>
            </a:xfrm>
            <a:custGeom>
              <a:avLst/>
              <a:gdLst/>
              <a:ahLst/>
              <a:cxnLst/>
              <a:rect l="l" t="t" r="r" b="b"/>
              <a:pathLst>
                <a:path w="686" h="158" extrusionOk="0">
                  <a:moveTo>
                    <a:pt x="364" y="0"/>
                  </a:moveTo>
                  <a:cubicBezTo>
                    <a:pt x="158" y="0"/>
                    <a:pt x="29" y="101"/>
                    <a:pt x="22" y="107"/>
                  </a:cubicBezTo>
                  <a:cubicBezTo>
                    <a:pt x="1" y="123"/>
                    <a:pt x="13" y="158"/>
                    <a:pt x="39" y="158"/>
                  </a:cubicBezTo>
                  <a:cubicBezTo>
                    <a:pt x="45" y="158"/>
                    <a:pt x="51" y="155"/>
                    <a:pt x="57" y="152"/>
                  </a:cubicBezTo>
                  <a:cubicBezTo>
                    <a:pt x="58" y="150"/>
                    <a:pt x="177" y="57"/>
                    <a:pt x="367" y="57"/>
                  </a:cubicBezTo>
                  <a:cubicBezTo>
                    <a:pt x="444" y="57"/>
                    <a:pt x="533" y="72"/>
                    <a:pt x="630" y="114"/>
                  </a:cubicBezTo>
                  <a:cubicBezTo>
                    <a:pt x="635" y="117"/>
                    <a:pt x="640" y="118"/>
                    <a:pt x="645" y="118"/>
                  </a:cubicBezTo>
                  <a:cubicBezTo>
                    <a:pt x="672" y="118"/>
                    <a:pt x="686" y="75"/>
                    <a:pt x="652" y="64"/>
                  </a:cubicBezTo>
                  <a:cubicBezTo>
                    <a:pt x="546" y="17"/>
                    <a:pt x="449" y="0"/>
                    <a:pt x="36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301;p66">
              <a:extLst>
                <a:ext uri="{FF2B5EF4-FFF2-40B4-BE49-F238E27FC236}">
                  <a16:creationId xmlns:a16="http://schemas.microsoft.com/office/drawing/2014/main" id="{43C3D91D-2D81-9132-F9C8-21AC51A463F7}"/>
                </a:ext>
              </a:extLst>
            </p:cNvPr>
            <p:cNvSpPr/>
            <p:nvPr/>
          </p:nvSpPr>
          <p:spPr>
            <a:xfrm>
              <a:off x="3385862" y="1938786"/>
              <a:ext cx="50373" cy="11602"/>
            </a:xfrm>
            <a:custGeom>
              <a:avLst/>
              <a:gdLst/>
              <a:ahLst/>
              <a:cxnLst/>
              <a:rect l="l" t="t" r="r" b="b"/>
              <a:pathLst>
                <a:path w="686" h="158" extrusionOk="0">
                  <a:moveTo>
                    <a:pt x="364" y="0"/>
                  </a:moveTo>
                  <a:cubicBezTo>
                    <a:pt x="158" y="0"/>
                    <a:pt x="28" y="101"/>
                    <a:pt x="21" y="107"/>
                  </a:cubicBezTo>
                  <a:cubicBezTo>
                    <a:pt x="0" y="123"/>
                    <a:pt x="12" y="156"/>
                    <a:pt x="39" y="158"/>
                  </a:cubicBezTo>
                  <a:cubicBezTo>
                    <a:pt x="45" y="158"/>
                    <a:pt x="51" y="155"/>
                    <a:pt x="57" y="152"/>
                  </a:cubicBezTo>
                  <a:cubicBezTo>
                    <a:pt x="58" y="150"/>
                    <a:pt x="177" y="57"/>
                    <a:pt x="367" y="57"/>
                  </a:cubicBezTo>
                  <a:cubicBezTo>
                    <a:pt x="444" y="57"/>
                    <a:pt x="533" y="72"/>
                    <a:pt x="629" y="114"/>
                  </a:cubicBezTo>
                  <a:cubicBezTo>
                    <a:pt x="635" y="117"/>
                    <a:pt x="640" y="118"/>
                    <a:pt x="644" y="118"/>
                  </a:cubicBezTo>
                  <a:cubicBezTo>
                    <a:pt x="671" y="118"/>
                    <a:pt x="685" y="75"/>
                    <a:pt x="652" y="64"/>
                  </a:cubicBezTo>
                  <a:cubicBezTo>
                    <a:pt x="545" y="17"/>
                    <a:pt x="448" y="0"/>
                    <a:pt x="36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302;p66">
              <a:extLst>
                <a:ext uri="{FF2B5EF4-FFF2-40B4-BE49-F238E27FC236}">
                  <a16:creationId xmlns:a16="http://schemas.microsoft.com/office/drawing/2014/main" id="{6E2FA2F4-D661-431C-FE53-B0DEBB1CCA26}"/>
                </a:ext>
              </a:extLst>
            </p:cNvPr>
            <p:cNvSpPr/>
            <p:nvPr/>
          </p:nvSpPr>
          <p:spPr>
            <a:xfrm>
              <a:off x="3343932" y="1928212"/>
              <a:ext cx="23718" cy="64694"/>
            </a:xfrm>
            <a:custGeom>
              <a:avLst/>
              <a:gdLst/>
              <a:ahLst/>
              <a:cxnLst/>
              <a:rect l="l" t="t" r="r" b="b"/>
              <a:pathLst>
                <a:path w="323" h="881" extrusionOk="0">
                  <a:moveTo>
                    <a:pt x="283" y="1"/>
                  </a:moveTo>
                  <a:cubicBezTo>
                    <a:pt x="273" y="1"/>
                    <a:pt x="264" y="6"/>
                    <a:pt x="258" y="18"/>
                  </a:cubicBezTo>
                  <a:cubicBezTo>
                    <a:pt x="251" y="33"/>
                    <a:pt x="75" y="375"/>
                    <a:pt x="18" y="630"/>
                  </a:cubicBezTo>
                  <a:cubicBezTo>
                    <a:pt x="0" y="713"/>
                    <a:pt x="12" y="777"/>
                    <a:pt x="54" y="822"/>
                  </a:cubicBezTo>
                  <a:cubicBezTo>
                    <a:pt x="100" y="871"/>
                    <a:pt x="172" y="880"/>
                    <a:pt x="218" y="880"/>
                  </a:cubicBezTo>
                  <a:cubicBezTo>
                    <a:pt x="233" y="880"/>
                    <a:pt x="246" y="879"/>
                    <a:pt x="261" y="876"/>
                  </a:cubicBezTo>
                  <a:cubicBezTo>
                    <a:pt x="294" y="869"/>
                    <a:pt x="288" y="820"/>
                    <a:pt x="256" y="820"/>
                  </a:cubicBezTo>
                  <a:cubicBezTo>
                    <a:pt x="255" y="820"/>
                    <a:pt x="254" y="820"/>
                    <a:pt x="252" y="821"/>
                  </a:cubicBezTo>
                  <a:cubicBezTo>
                    <a:pt x="252" y="821"/>
                    <a:pt x="238" y="822"/>
                    <a:pt x="218" y="822"/>
                  </a:cubicBezTo>
                  <a:cubicBezTo>
                    <a:pt x="183" y="822"/>
                    <a:pt x="127" y="816"/>
                    <a:pt x="94" y="782"/>
                  </a:cubicBezTo>
                  <a:cubicBezTo>
                    <a:pt x="67" y="752"/>
                    <a:pt x="60" y="704"/>
                    <a:pt x="73" y="640"/>
                  </a:cubicBezTo>
                  <a:cubicBezTo>
                    <a:pt x="127" y="394"/>
                    <a:pt x="306" y="48"/>
                    <a:pt x="309" y="44"/>
                  </a:cubicBezTo>
                  <a:cubicBezTo>
                    <a:pt x="323" y="21"/>
                    <a:pt x="303" y="1"/>
                    <a:pt x="28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303;p66">
              <a:extLst>
                <a:ext uri="{FF2B5EF4-FFF2-40B4-BE49-F238E27FC236}">
                  <a16:creationId xmlns:a16="http://schemas.microsoft.com/office/drawing/2014/main" id="{0471C5C0-9AC2-5E9E-5D82-DC88C189DCE0}"/>
                </a:ext>
              </a:extLst>
            </p:cNvPr>
            <p:cNvSpPr/>
            <p:nvPr/>
          </p:nvSpPr>
          <p:spPr>
            <a:xfrm>
              <a:off x="3275052" y="1819825"/>
              <a:ext cx="182327" cy="87752"/>
            </a:xfrm>
            <a:custGeom>
              <a:avLst/>
              <a:gdLst/>
              <a:ahLst/>
              <a:cxnLst/>
              <a:rect l="l" t="t" r="r" b="b"/>
              <a:pathLst>
                <a:path w="2483" h="1195" extrusionOk="0">
                  <a:moveTo>
                    <a:pt x="1208" y="0"/>
                  </a:moveTo>
                  <a:cubicBezTo>
                    <a:pt x="169" y="0"/>
                    <a:pt x="14" y="874"/>
                    <a:pt x="0" y="1195"/>
                  </a:cubicBezTo>
                  <a:cubicBezTo>
                    <a:pt x="0" y="1195"/>
                    <a:pt x="661" y="1065"/>
                    <a:pt x="875" y="431"/>
                  </a:cubicBezTo>
                  <a:lnTo>
                    <a:pt x="875" y="431"/>
                  </a:lnTo>
                  <a:cubicBezTo>
                    <a:pt x="859" y="773"/>
                    <a:pt x="477" y="1113"/>
                    <a:pt x="477" y="1113"/>
                  </a:cubicBezTo>
                  <a:cubicBezTo>
                    <a:pt x="477" y="1113"/>
                    <a:pt x="533" y="1122"/>
                    <a:pt x="618" y="1122"/>
                  </a:cubicBezTo>
                  <a:cubicBezTo>
                    <a:pt x="859" y="1122"/>
                    <a:pt x="1333" y="1043"/>
                    <a:pt x="1405" y="431"/>
                  </a:cubicBezTo>
                  <a:cubicBezTo>
                    <a:pt x="1876" y="1059"/>
                    <a:pt x="2483" y="1195"/>
                    <a:pt x="2483" y="1195"/>
                  </a:cubicBezTo>
                  <a:cubicBezTo>
                    <a:pt x="2483" y="1195"/>
                    <a:pt x="2246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304;p66">
              <a:extLst>
                <a:ext uri="{FF2B5EF4-FFF2-40B4-BE49-F238E27FC236}">
                  <a16:creationId xmlns:a16="http://schemas.microsoft.com/office/drawing/2014/main" id="{5423C1EE-53E4-EE86-3975-A100A7B2EB70}"/>
                </a:ext>
              </a:extLst>
            </p:cNvPr>
            <p:cNvSpPr/>
            <p:nvPr/>
          </p:nvSpPr>
          <p:spPr>
            <a:xfrm>
              <a:off x="3266901" y="1897003"/>
              <a:ext cx="24526" cy="85696"/>
            </a:xfrm>
            <a:custGeom>
              <a:avLst/>
              <a:gdLst/>
              <a:ahLst/>
              <a:cxnLst/>
              <a:rect l="l" t="t" r="r" b="b"/>
              <a:pathLst>
                <a:path w="334" h="1167" extrusionOk="0">
                  <a:moveTo>
                    <a:pt x="69" y="0"/>
                  </a:moveTo>
                  <a:cubicBezTo>
                    <a:pt x="69" y="0"/>
                    <a:pt x="1" y="472"/>
                    <a:pt x="181" y="1167"/>
                  </a:cubicBezTo>
                  <a:cubicBezTo>
                    <a:pt x="333" y="783"/>
                    <a:pt x="302" y="0"/>
                    <a:pt x="3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305;p66">
              <a:extLst>
                <a:ext uri="{FF2B5EF4-FFF2-40B4-BE49-F238E27FC236}">
                  <a16:creationId xmlns:a16="http://schemas.microsoft.com/office/drawing/2014/main" id="{3C5B6D1E-3816-B941-5012-C54CD34127B4}"/>
                </a:ext>
              </a:extLst>
            </p:cNvPr>
            <p:cNvSpPr/>
            <p:nvPr/>
          </p:nvSpPr>
          <p:spPr>
            <a:xfrm>
              <a:off x="3436678" y="1897003"/>
              <a:ext cx="24379" cy="85696"/>
            </a:xfrm>
            <a:custGeom>
              <a:avLst/>
              <a:gdLst/>
              <a:ahLst/>
              <a:cxnLst/>
              <a:rect l="l" t="t" r="r" b="b"/>
              <a:pathLst>
                <a:path w="332" h="1167" extrusionOk="0">
                  <a:moveTo>
                    <a:pt x="31" y="0"/>
                  </a:moveTo>
                  <a:cubicBezTo>
                    <a:pt x="31" y="0"/>
                    <a:pt x="0" y="783"/>
                    <a:pt x="152" y="1167"/>
                  </a:cubicBezTo>
                  <a:cubicBezTo>
                    <a:pt x="331" y="472"/>
                    <a:pt x="264" y="0"/>
                    <a:pt x="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306;p66">
              <a:extLst>
                <a:ext uri="{FF2B5EF4-FFF2-40B4-BE49-F238E27FC236}">
                  <a16:creationId xmlns:a16="http://schemas.microsoft.com/office/drawing/2014/main" id="{04057474-BEF9-4893-775B-DD848C72A5DD}"/>
                </a:ext>
              </a:extLst>
            </p:cNvPr>
            <p:cNvSpPr/>
            <p:nvPr/>
          </p:nvSpPr>
          <p:spPr>
            <a:xfrm>
              <a:off x="3091691" y="2087120"/>
              <a:ext cx="218528" cy="210604"/>
            </a:xfrm>
            <a:custGeom>
              <a:avLst/>
              <a:gdLst/>
              <a:ahLst/>
              <a:cxnLst/>
              <a:rect l="l" t="t" r="r" b="b"/>
              <a:pathLst>
                <a:path w="2976" h="2868" extrusionOk="0">
                  <a:moveTo>
                    <a:pt x="2004" y="0"/>
                  </a:moveTo>
                  <a:cubicBezTo>
                    <a:pt x="1644" y="0"/>
                    <a:pt x="1247" y="28"/>
                    <a:pt x="927" y="121"/>
                  </a:cubicBezTo>
                  <a:cubicBezTo>
                    <a:pt x="138" y="351"/>
                    <a:pt x="1" y="2616"/>
                    <a:pt x="1" y="2616"/>
                  </a:cubicBezTo>
                  <a:cubicBezTo>
                    <a:pt x="303" y="2757"/>
                    <a:pt x="680" y="2868"/>
                    <a:pt x="1035" y="2868"/>
                  </a:cubicBezTo>
                  <a:cubicBezTo>
                    <a:pt x="1220" y="2868"/>
                    <a:pt x="1400" y="2837"/>
                    <a:pt x="1559" y="2765"/>
                  </a:cubicBezTo>
                  <a:lnTo>
                    <a:pt x="2976" y="60"/>
                  </a:lnTo>
                  <a:cubicBezTo>
                    <a:pt x="2976" y="60"/>
                    <a:pt x="2531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307;p66">
              <a:extLst>
                <a:ext uri="{FF2B5EF4-FFF2-40B4-BE49-F238E27FC236}">
                  <a16:creationId xmlns:a16="http://schemas.microsoft.com/office/drawing/2014/main" id="{29B5AAA9-7960-CA98-469D-1B8324AA7ACE}"/>
                </a:ext>
              </a:extLst>
            </p:cNvPr>
            <p:cNvSpPr/>
            <p:nvPr/>
          </p:nvSpPr>
          <p:spPr>
            <a:xfrm>
              <a:off x="3417365" y="2084330"/>
              <a:ext cx="214562" cy="206786"/>
            </a:xfrm>
            <a:custGeom>
              <a:avLst/>
              <a:gdLst/>
              <a:ahLst/>
              <a:cxnLst/>
              <a:rect l="l" t="t" r="r" b="b"/>
              <a:pathLst>
                <a:path w="2922" h="2816" extrusionOk="0">
                  <a:moveTo>
                    <a:pt x="1139" y="0"/>
                  </a:moveTo>
                  <a:cubicBezTo>
                    <a:pt x="614" y="0"/>
                    <a:pt x="1" y="147"/>
                    <a:pt x="1" y="147"/>
                  </a:cubicBezTo>
                  <a:lnTo>
                    <a:pt x="909" y="2803"/>
                  </a:lnTo>
                  <a:cubicBezTo>
                    <a:pt x="909" y="2803"/>
                    <a:pt x="1019" y="2816"/>
                    <a:pt x="1206" y="2816"/>
                  </a:cubicBezTo>
                  <a:cubicBezTo>
                    <a:pt x="1571" y="2816"/>
                    <a:pt x="2226" y="2766"/>
                    <a:pt x="2922" y="2470"/>
                  </a:cubicBezTo>
                  <a:cubicBezTo>
                    <a:pt x="2372" y="709"/>
                    <a:pt x="2075" y="171"/>
                    <a:pt x="1537" y="40"/>
                  </a:cubicBezTo>
                  <a:cubicBezTo>
                    <a:pt x="1420" y="11"/>
                    <a:pt x="1283" y="0"/>
                    <a:pt x="1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308;p66">
              <a:extLst>
                <a:ext uri="{FF2B5EF4-FFF2-40B4-BE49-F238E27FC236}">
                  <a16:creationId xmlns:a16="http://schemas.microsoft.com/office/drawing/2014/main" id="{8DEA029F-EFB3-B341-E9ED-19DFF1CDC839}"/>
                </a:ext>
              </a:extLst>
            </p:cNvPr>
            <p:cNvSpPr/>
            <p:nvPr/>
          </p:nvSpPr>
          <p:spPr>
            <a:xfrm>
              <a:off x="3181940" y="2201308"/>
              <a:ext cx="23865" cy="88853"/>
            </a:xfrm>
            <a:custGeom>
              <a:avLst/>
              <a:gdLst/>
              <a:ahLst/>
              <a:cxnLst/>
              <a:rect l="l" t="t" r="r" b="b"/>
              <a:pathLst>
                <a:path w="325" h="1210" extrusionOk="0">
                  <a:moveTo>
                    <a:pt x="42" y="0"/>
                  </a:moveTo>
                  <a:cubicBezTo>
                    <a:pt x="16" y="0"/>
                    <a:pt x="0" y="37"/>
                    <a:pt x="27" y="54"/>
                  </a:cubicBezTo>
                  <a:cubicBezTo>
                    <a:pt x="260" y="178"/>
                    <a:pt x="205" y="424"/>
                    <a:pt x="148" y="685"/>
                  </a:cubicBezTo>
                  <a:cubicBezTo>
                    <a:pt x="109" y="858"/>
                    <a:pt x="69" y="1038"/>
                    <a:pt x="117" y="1189"/>
                  </a:cubicBezTo>
                  <a:cubicBezTo>
                    <a:pt x="120" y="1201"/>
                    <a:pt x="130" y="1210"/>
                    <a:pt x="144" y="1210"/>
                  </a:cubicBezTo>
                  <a:cubicBezTo>
                    <a:pt x="147" y="1210"/>
                    <a:pt x="150" y="1208"/>
                    <a:pt x="153" y="1208"/>
                  </a:cubicBezTo>
                  <a:cubicBezTo>
                    <a:pt x="168" y="1204"/>
                    <a:pt x="175" y="1187"/>
                    <a:pt x="171" y="1172"/>
                  </a:cubicBezTo>
                  <a:cubicBezTo>
                    <a:pt x="129" y="1035"/>
                    <a:pt x="166" y="864"/>
                    <a:pt x="203" y="697"/>
                  </a:cubicBezTo>
                  <a:cubicBezTo>
                    <a:pt x="263" y="427"/>
                    <a:pt x="324" y="148"/>
                    <a:pt x="54" y="3"/>
                  </a:cubicBezTo>
                  <a:cubicBezTo>
                    <a:pt x="50" y="1"/>
                    <a:pt x="46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309;p66">
              <a:extLst>
                <a:ext uri="{FF2B5EF4-FFF2-40B4-BE49-F238E27FC236}">
                  <a16:creationId xmlns:a16="http://schemas.microsoft.com/office/drawing/2014/main" id="{5DBDE8EB-FCD5-40AC-EFEA-FD58CA924AD5}"/>
                </a:ext>
              </a:extLst>
            </p:cNvPr>
            <p:cNvSpPr/>
            <p:nvPr/>
          </p:nvSpPr>
          <p:spPr>
            <a:xfrm>
              <a:off x="3506806" y="2201161"/>
              <a:ext cx="30253" cy="82538"/>
            </a:xfrm>
            <a:custGeom>
              <a:avLst/>
              <a:gdLst/>
              <a:ahLst/>
              <a:cxnLst/>
              <a:rect l="l" t="t" r="r" b="b"/>
              <a:pathLst>
                <a:path w="412" h="1124" extrusionOk="0">
                  <a:moveTo>
                    <a:pt x="371" y="0"/>
                  </a:moveTo>
                  <a:cubicBezTo>
                    <a:pt x="368" y="0"/>
                    <a:pt x="364" y="1"/>
                    <a:pt x="360" y="2"/>
                  </a:cubicBezTo>
                  <a:cubicBezTo>
                    <a:pt x="34" y="111"/>
                    <a:pt x="35" y="418"/>
                    <a:pt x="35" y="715"/>
                  </a:cubicBezTo>
                  <a:cubicBezTo>
                    <a:pt x="35" y="852"/>
                    <a:pt x="35" y="981"/>
                    <a:pt x="5" y="1088"/>
                  </a:cubicBezTo>
                  <a:cubicBezTo>
                    <a:pt x="1" y="1103"/>
                    <a:pt x="10" y="1118"/>
                    <a:pt x="25" y="1122"/>
                  </a:cubicBezTo>
                  <a:cubicBezTo>
                    <a:pt x="28" y="1124"/>
                    <a:pt x="31" y="1124"/>
                    <a:pt x="32" y="1124"/>
                  </a:cubicBezTo>
                  <a:cubicBezTo>
                    <a:pt x="46" y="1124"/>
                    <a:pt x="58" y="1115"/>
                    <a:pt x="61" y="1103"/>
                  </a:cubicBezTo>
                  <a:cubicBezTo>
                    <a:pt x="92" y="987"/>
                    <a:pt x="92" y="848"/>
                    <a:pt x="92" y="715"/>
                  </a:cubicBezTo>
                  <a:cubicBezTo>
                    <a:pt x="92" y="424"/>
                    <a:pt x="90" y="152"/>
                    <a:pt x="380" y="56"/>
                  </a:cubicBezTo>
                  <a:cubicBezTo>
                    <a:pt x="412" y="44"/>
                    <a:pt x="400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310;p66">
              <a:extLst>
                <a:ext uri="{FF2B5EF4-FFF2-40B4-BE49-F238E27FC236}">
                  <a16:creationId xmlns:a16="http://schemas.microsoft.com/office/drawing/2014/main" id="{87A2AD0A-4D38-ADF8-A91C-63BFA60F758F}"/>
                </a:ext>
              </a:extLst>
            </p:cNvPr>
            <p:cNvSpPr/>
            <p:nvPr/>
          </p:nvSpPr>
          <p:spPr>
            <a:xfrm>
              <a:off x="3088460" y="2276870"/>
              <a:ext cx="104638" cy="22323"/>
            </a:xfrm>
            <a:custGeom>
              <a:avLst/>
              <a:gdLst/>
              <a:ahLst/>
              <a:cxnLst/>
              <a:rect l="l" t="t" r="r" b="b"/>
              <a:pathLst>
                <a:path w="1425" h="304" extrusionOk="0">
                  <a:moveTo>
                    <a:pt x="43" y="1"/>
                  </a:moveTo>
                  <a:cubicBezTo>
                    <a:pt x="20" y="1"/>
                    <a:pt x="1" y="36"/>
                    <a:pt x="28" y="54"/>
                  </a:cubicBezTo>
                  <a:cubicBezTo>
                    <a:pt x="43" y="66"/>
                    <a:pt x="367" y="303"/>
                    <a:pt x="1020" y="303"/>
                  </a:cubicBezTo>
                  <a:cubicBezTo>
                    <a:pt x="1147" y="303"/>
                    <a:pt x="1272" y="294"/>
                    <a:pt x="1397" y="278"/>
                  </a:cubicBezTo>
                  <a:cubicBezTo>
                    <a:pt x="1414" y="276"/>
                    <a:pt x="1424" y="261"/>
                    <a:pt x="1423" y="246"/>
                  </a:cubicBezTo>
                  <a:cubicBezTo>
                    <a:pt x="1420" y="231"/>
                    <a:pt x="1408" y="221"/>
                    <a:pt x="1394" y="221"/>
                  </a:cubicBezTo>
                  <a:cubicBezTo>
                    <a:pt x="1393" y="221"/>
                    <a:pt x="1392" y="221"/>
                    <a:pt x="1391" y="221"/>
                  </a:cubicBezTo>
                  <a:cubicBezTo>
                    <a:pt x="1260" y="238"/>
                    <a:pt x="1138" y="245"/>
                    <a:pt x="1026" y="245"/>
                  </a:cubicBezTo>
                  <a:cubicBezTo>
                    <a:pt x="389" y="245"/>
                    <a:pt x="66" y="12"/>
                    <a:pt x="61" y="8"/>
                  </a:cubicBezTo>
                  <a:cubicBezTo>
                    <a:pt x="55" y="3"/>
                    <a:pt x="49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311;p66">
              <a:extLst>
                <a:ext uri="{FF2B5EF4-FFF2-40B4-BE49-F238E27FC236}">
                  <a16:creationId xmlns:a16="http://schemas.microsoft.com/office/drawing/2014/main" id="{F3E4532C-E51F-C80E-A8D4-C4090777453D}"/>
                </a:ext>
              </a:extLst>
            </p:cNvPr>
            <p:cNvSpPr/>
            <p:nvPr/>
          </p:nvSpPr>
          <p:spPr>
            <a:xfrm>
              <a:off x="3505851" y="2263579"/>
              <a:ext cx="129090" cy="29593"/>
            </a:xfrm>
            <a:custGeom>
              <a:avLst/>
              <a:gdLst/>
              <a:ahLst/>
              <a:cxnLst/>
              <a:rect l="l" t="t" r="r" b="b"/>
              <a:pathLst>
                <a:path w="1758" h="403" extrusionOk="0">
                  <a:moveTo>
                    <a:pt x="1717" y="1"/>
                  </a:moveTo>
                  <a:cubicBezTo>
                    <a:pt x="1712" y="1"/>
                    <a:pt x="1708" y="2"/>
                    <a:pt x="1703" y="4"/>
                  </a:cubicBezTo>
                  <a:cubicBezTo>
                    <a:pt x="1696" y="7"/>
                    <a:pt x="962" y="346"/>
                    <a:pt x="85" y="346"/>
                  </a:cubicBezTo>
                  <a:cubicBezTo>
                    <a:pt x="66" y="346"/>
                    <a:pt x="47" y="346"/>
                    <a:pt x="29" y="345"/>
                  </a:cubicBezTo>
                  <a:cubicBezTo>
                    <a:pt x="14" y="345"/>
                    <a:pt x="1" y="359"/>
                    <a:pt x="1" y="374"/>
                  </a:cubicBezTo>
                  <a:cubicBezTo>
                    <a:pt x="1" y="390"/>
                    <a:pt x="12" y="402"/>
                    <a:pt x="29" y="402"/>
                  </a:cubicBezTo>
                  <a:lnTo>
                    <a:pt x="84" y="402"/>
                  </a:lnTo>
                  <a:cubicBezTo>
                    <a:pt x="976" y="402"/>
                    <a:pt x="1720" y="58"/>
                    <a:pt x="1727" y="55"/>
                  </a:cubicBezTo>
                  <a:cubicBezTo>
                    <a:pt x="1757" y="42"/>
                    <a:pt x="1743" y="1"/>
                    <a:pt x="1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312;p66">
              <a:extLst>
                <a:ext uri="{FF2B5EF4-FFF2-40B4-BE49-F238E27FC236}">
                  <a16:creationId xmlns:a16="http://schemas.microsoft.com/office/drawing/2014/main" id="{066C397B-0CEA-7FA9-CC28-4EB0EA1AFF9F}"/>
                </a:ext>
              </a:extLst>
            </p:cNvPr>
            <p:cNvSpPr/>
            <p:nvPr/>
          </p:nvSpPr>
          <p:spPr>
            <a:xfrm>
              <a:off x="3385716" y="2605555"/>
              <a:ext cx="65132" cy="153621"/>
            </a:xfrm>
            <a:custGeom>
              <a:avLst/>
              <a:gdLst/>
              <a:ahLst/>
              <a:cxnLst/>
              <a:rect l="l" t="t" r="r" b="b"/>
              <a:pathLst>
                <a:path w="887" h="2092" extrusionOk="0">
                  <a:moveTo>
                    <a:pt x="886" y="1"/>
                  </a:moveTo>
                  <a:lnTo>
                    <a:pt x="886" y="1"/>
                  </a:lnTo>
                  <a:cubicBezTo>
                    <a:pt x="393" y="997"/>
                    <a:pt x="1" y="2091"/>
                    <a:pt x="1" y="2091"/>
                  </a:cubicBezTo>
                  <a:lnTo>
                    <a:pt x="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7313;p66">
              <a:extLst>
                <a:ext uri="{FF2B5EF4-FFF2-40B4-BE49-F238E27FC236}">
                  <a16:creationId xmlns:a16="http://schemas.microsoft.com/office/drawing/2014/main" id="{32B5B503-1565-4E4F-5BD6-AEA742E40AF5}"/>
                </a:ext>
              </a:extLst>
            </p:cNvPr>
            <p:cNvSpPr/>
            <p:nvPr/>
          </p:nvSpPr>
          <p:spPr>
            <a:xfrm>
              <a:off x="3087138" y="2575154"/>
              <a:ext cx="345855" cy="68292"/>
            </a:xfrm>
            <a:custGeom>
              <a:avLst/>
              <a:gdLst/>
              <a:ahLst/>
              <a:cxnLst/>
              <a:rect l="l" t="t" r="r" b="b"/>
              <a:pathLst>
                <a:path w="4710" h="930" extrusionOk="0">
                  <a:moveTo>
                    <a:pt x="0" y="0"/>
                  </a:moveTo>
                  <a:lnTo>
                    <a:pt x="4709" y="929"/>
                  </a:lnTo>
                  <a:cubicBezTo>
                    <a:pt x="1829" y="19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7314;p66">
              <a:extLst>
                <a:ext uri="{FF2B5EF4-FFF2-40B4-BE49-F238E27FC236}">
                  <a16:creationId xmlns:a16="http://schemas.microsoft.com/office/drawing/2014/main" id="{685F0E21-9A1F-E019-D198-7391138FB03E}"/>
                </a:ext>
              </a:extLst>
            </p:cNvPr>
            <p:cNvSpPr/>
            <p:nvPr/>
          </p:nvSpPr>
          <p:spPr>
            <a:xfrm>
              <a:off x="3387478" y="2276283"/>
              <a:ext cx="79818" cy="95242"/>
            </a:xfrm>
            <a:custGeom>
              <a:avLst/>
              <a:gdLst/>
              <a:ahLst/>
              <a:cxnLst/>
              <a:rect l="l" t="t" r="r" b="b"/>
              <a:pathLst>
                <a:path w="1087" h="1297" extrusionOk="0">
                  <a:moveTo>
                    <a:pt x="1031" y="58"/>
                  </a:moveTo>
                  <a:lnTo>
                    <a:pt x="1031" y="976"/>
                  </a:lnTo>
                  <a:lnTo>
                    <a:pt x="545" y="1237"/>
                  </a:lnTo>
                  <a:lnTo>
                    <a:pt x="57" y="961"/>
                  </a:lnTo>
                  <a:lnTo>
                    <a:pt x="57" y="58"/>
                  </a:lnTo>
                  <a:close/>
                  <a:moveTo>
                    <a:pt x="29" y="1"/>
                  </a:moveTo>
                  <a:cubicBezTo>
                    <a:pt x="12" y="1"/>
                    <a:pt x="1" y="13"/>
                    <a:pt x="1" y="29"/>
                  </a:cubicBezTo>
                  <a:lnTo>
                    <a:pt x="1" y="976"/>
                  </a:lnTo>
                  <a:cubicBezTo>
                    <a:pt x="1" y="987"/>
                    <a:pt x="5" y="995"/>
                    <a:pt x="14" y="1001"/>
                  </a:cubicBezTo>
                  <a:lnTo>
                    <a:pt x="530" y="1292"/>
                  </a:lnTo>
                  <a:cubicBezTo>
                    <a:pt x="534" y="1295"/>
                    <a:pt x="539" y="1297"/>
                    <a:pt x="543" y="1297"/>
                  </a:cubicBezTo>
                  <a:cubicBezTo>
                    <a:pt x="548" y="1297"/>
                    <a:pt x="552" y="1295"/>
                    <a:pt x="557" y="1292"/>
                  </a:cubicBezTo>
                  <a:lnTo>
                    <a:pt x="1071" y="1018"/>
                  </a:lnTo>
                  <a:cubicBezTo>
                    <a:pt x="1080" y="1012"/>
                    <a:pt x="1086" y="1003"/>
                    <a:pt x="1086" y="993"/>
                  </a:cubicBezTo>
                  <a:lnTo>
                    <a:pt x="1086" y="29"/>
                  </a:lnTo>
                  <a:cubicBezTo>
                    <a:pt x="1086" y="13"/>
                    <a:pt x="1074" y="1"/>
                    <a:pt x="1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7315;p66">
              <a:extLst>
                <a:ext uri="{FF2B5EF4-FFF2-40B4-BE49-F238E27FC236}">
                  <a16:creationId xmlns:a16="http://schemas.microsoft.com/office/drawing/2014/main" id="{3D21F5C9-D376-9710-BA88-223B3A9848A0}"/>
                </a:ext>
              </a:extLst>
            </p:cNvPr>
            <p:cNvSpPr/>
            <p:nvPr/>
          </p:nvSpPr>
          <p:spPr>
            <a:xfrm>
              <a:off x="3256547" y="3111946"/>
              <a:ext cx="123362" cy="15935"/>
            </a:xfrm>
            <a:custGeom>
              <a:avLst/>
              <a:gdLst/>
              <a:ahLst/>
              <a:cxnLst/>
              <a:rect l="l" t="t" r="r" b="b"/>
              <a:pathLst>
                <a:path w="1680" h="217" extrusionOk="0">
                  <a:moveTo>
                    <a:pt x="37" y="0"/>
                  </a:moveTo>
                  <a:cubicBezTo>
                    <a:pt x="5" y="2"/>
                    <a:pt x="0" y="48"/>
                    <a:pt x="33" y="57"/>
                  </a:cubicBezTo>
                  <a:lnTo>
                    <a:pt x="1640" y="216"/>
                  </a:lnTo>
                  <a:lnTo>
                    <a:pt x="1643" y="216"/>
                  </a:lnTo>
                  <a:cubicBezTo>
                    <a:pt x="1676" y="213"/>
                    <a:pt x="1679" y="166"/>
                    <a:pt x="1646" y="16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7316;p66">
              <a:extLst>
                <a:ext uri="{FF2B5EF4-FFF2-40B4-BE49-F238E27FC236}">
                  <a16:creationId xmlns:a16="http://schemas.microsoft.com/office/drawing/2014/main" id="{A6AE9B16-E76A-E77C-4D14-6A36B1AD0ECA}"/>
                </a:ext>
              </a:extLst>
            </p:cNvPr>
            <p:cNvSpPr/>
            <p:nvPr/>
          </p:nvSpPr>
          <p:spPr>
            <a:xfrm>
              <a:off x="3288270" y="1956924"/>
              <a:ext cx="22102" cy="17257"/>
            </a:xfrm>
            <a:custGeom>
              <a:avLst/>
              <a:gdLst/>
              <a:ahLst/>
              <a:cxnLst/>
              <a:rect l="l" t="t" r="r" b="b"/>
              <a:pathLst>
                <a:path w="301" h="235" extrusionOk="0">
                  <a:moveTo>
                    <a:pt x="150" y="0"/>
                  </a:moveTo>
                  <a:cubicBezTo>
                    <a:pt x="68" y="0"/>
                    <a:pt x="1" y="54"/>
                    <a:pt x="1" y="118"/>
                  </a:cubicBezTo>
                  <a:cubicBezTo>
                    <a:pt x="1" y="182"/>
                    <a:pt x="68" y="234"/>
                    <a:pt x="150" y="234"/>
                  </a:cubicBezTo>
                  <a:cubicBezTo>
                    <a:pt x="233" y="234"/>
                    <a:pt x="300" y="182"/>
                    <a:pt x="300" y="118"/>
                  </a:cubicBezTo>
                  <a:cubicBezTo>
                    <a:pt x="300" y="54"/>
                    <a:pt x="233" y="0"/>
                    <a:pt x="150" y="0"/>
                  </a:cubicBezTo>
                  <a:close/>
                </a:path>
              </a:pathLst>
            </a:custGeom>
            <a:solidFill>
              <a:srgbClr val="FF7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7317;p66">
              <a:extLst>
                <a:ext uri="{FF2B5EF4-FFF2-40B4-BE49-F238E27FC236}">
                  <a16:creationId xmlns:a16="http://schemas.microsoft.com/office/drawing/2014/main" id="{4E0F0F43-7A6D-8248-B953-3572AFF2C8C5}"/>
                </a:ext>
              </a:extLst>
            </p:cNvPr>
            <p:cNvSpPr/>
            <p:nvPr/>
          </p:nvSpPr>
          <p:spPr>
            <a:xfrm>
              <a:off x="3419127" y="1956998"/>
              <a:ext cx="21956" cy="17183"/>
            </a:xfrm>
            <a:custGeom>
              <a:avLst/>
              <a:gdLst/>
              <a:ahLst/>
              <a:cxnLst/>
              <a:rect l="l" t="t" r="r" b="b"/>
              <a:pathLst>
                <a:path w="299" h="234" extrusionOk="0">
                  <a:moveTo>
                    <a:pt x="150" y="1"/>
                  </a:moveTo>
                  <a:cubicBezTo>
                    <a:pt x="68" y="1"/>
                    <a:pt x="1" y="53"/>
                    <a:pt x="1" y="117"/>
                  </a:cubicBezTo>
                  <a:cubicBezTo>
                    <a:pt x="1" y="181"/>
                    <a:pt x="68" y="233"/>
                    <a:pt x="150" y="233"/>
                  </a:cubicBezTo>
                  <a:cubicBezTo>
                    <a:pt x="232" y="233"/>
                    <a:pt x="299" y="181"/>
                    <a:pt x="299" y="117"/>
                  </a:cubicBezTo>
                  <a:cubicBezTo>
                    <a:pt x="299" y="53"/>
                    <a:pt x="232" y="1"/>
                    <a:pt x="150" y="1"/>
                  </a:cubicBezTo>
                  <a:close/>
                </a:path>
              </a:pathLst>
            </a:custGeom>
            <a:solidFill>
              <a:srgbClr val="FF7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7318;p66">
              <a:extLst>
                <a:ext uri="{FF2B5EF4-FFF2-40B4-BE49-F238E27FC236}">
                  <a16:creationId xmlns:a16="http://schemas.microsoft.com/office/drawing/2014/main" id="{F17FBEB5-1026-D746-5BEF-36078F4BC43B}"/>
                </a:ext>
              </a:extLst>
            </p:cNvPr>
            <p:cNvSpPr/>
            <p:nvPr/>
          </p:nvSpPr>
          <p:spPr>
            <a:xfrm>
              <a:off x="1075890" y="1813510"/>
              <a:ext cx="378091" cy="343444"/>
            </a:xfrm>
            <a:custGeom>
              <a:avLst/>
              <a:gdLst/>
              <a:ahLst/>
              <a:cxnLst/>
              <a:rect l="l" t="t" r="r" b="b"/>
              <a:pathLst>
                <a:path w="5149" h="4677" extrusionOk="0">
                  <a:moveTo>
                    <a:pt x="3462" y="1"/>
                  </a:moveTo>
                  <a:cubicBezTo>
                    <a:pt x="3123" y="1"/>
                    <a:pt x="2899" y="256"/>
                    <a:pt x="2899" y="256"/>
                  </a:cubicBezTo>
                  <a:cubicBezTo>
                    <a:pt x="2899" y="256"/>
                    <a:pt x="2664" y="55"/>
                    <a:pt x="2312" y="55"/>
                  </a:cubicBezTo>
                  <a:cubicBezTo>
                    <a:pt x="2212" y="55"/>
                    <a:pt x="2104" y="71"/>
                    <a:pt x="1988" y="111"/>
                  </a:cubicBezTo>
                  <a:cubicBezTo>
                    <a:pt x="1472" y="295"/>
                    <a:pt x="1422" y="895"/>
                    <a:pt x="883" y="895"/>
                  </a:cubicBezTo>
                  <a:cubicBezTo>
                    <a:pt x="875" y="895"/>
                    <a:pt x="868" y="895"/>
                    <a:pt x="860" y="894"/>
                  </a:cubicBezTo>
                  <a:lnTo>
                    <a:pt x="860" y="894"/>
                  </a:lnTo>
                  <a:cubicBezTo>
                    <a:pt x="909" y="1051"/>
                    <a:pt x="1050" y="1161"/>
                    <a:pt x="1214" y="1170"/>
                  </a:cubicBezTo>
                  <a:cubicBezTo>
                    <a:pt x="1214" y="1170"/>
                    <a:pt x="779" y="1410"/>
                    <a:pt x="698" y="1886"/>
                  </a:cubicBezTo>
                  <a:cubicBezTo>
                    <a:pt x="618" y="2362"/>
                    <a:pt x="1" y="2490"/>
                    <a:pt x="30" y="3046"/>
                  </a:cubicBezTo>
                  <a:cubicBezTo>
                    <a:pt x="63" y="3693"/>
                    <a:pt x="806" y="4100"/>
                    <a:pt x="86" y="4442"/>
                  </a:cubicBezTo>
                  <a:cubicBezTo>
                    <a:pt x="233" y="4579"/>
                    <a:pt x="417" y="4625"/>
                    <a:pt x="598" y="4625"/>
                  </a:cubicBezTo>
                  <a:cubicBezTo>
                    <a:pt x="983" y="4625"/>
                    <a:pt x="1359" y="4417"/>
                    <a:pt x="1359" y="4417"/>
                  </a:cubicBezTo>
                  <a:cubicBezTo>
                    <a:pt x="1359" y="4417"/>
                    <a:pt x="2158" y="4554"/>
                    <a:pt x="2840" y="4554"/>
                  </a:cubicBezTo>
                  <a:cubicBezTo>
                    <a:pt x="3190" y="4644"/>
                    <a:pt x="3476" y="4677"/>
                    <a:pt x="3706" y="4677"/>
                  </a:cubicBezTo>
                  <a:cubicBezTo>
                    <a:pt x="4323" y="4677"/>
                    <a:pt x="4544" y="4442"/>
                    <a:pt x="4544" y="4442"/>
                  </a:cubicBezTo>
                  <a:cubicBezTo>
                    <a:pt x="4544" y="4442"/>
                    <a:pt x="4270" y="4014"/>
                    <a:pt x="4616" y="3869"/>
                  </a:cubicBezTo>
                  <a:cubicBezTo>
                    <a:pt x="4971" y="3723"/>
                    <a:pt x="5148" y="3385"/>
                    <a:pt x="4963" y="2991"/>
                  </a:cubicBezTo>
                  <a:cubicBezTo>
                    <a:pt x="4777" y="2596"/>
                    <a:pt x="4713" y="2468"/>
                    <a:pt x="4762" y="1959"/>
                  </a:cubicBezTo>
                  <a:cubicBezTo>
                    <a:pt x="4810" y="1449"/>
                    <a:pt x="4253" y="1176"/>
                    <a:pt x="4253" y="1176"/>
                  </a:cubicBezTo>
                  <a:cubicBezTo>
                    <a:pt x="4253" y="1176"/>
                    <a:pt x="4528" y="559"/>
                    <a:pt x="3899" y="144"/>
                  </a:cubicBezTo>
                  <a:cubicBezTo>
                    <a:pt x="3740" y="39"/>
                    <a:pt x="3592" y="1"/>
                    <a:pt x="3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7319;p66">
              <a:extLst>
                <a:ext uri="{FF2B5EF4-FFF2-40B4-BE49-F238E27FC236}">
                  <a16:creationId xmlns:a16="http://schemas.microsoft.com/office/drawing/2014/main" id="{45F873D9-9B0C-1B64-B151-8B300FFBBA21}"/>
                </a:ext>
              </a:extLst>
            </p:cNvPr>
            <p:cNvSpPr/>
            <p:nvPr/>
          </p:nvSpPr>
          <p:spPr>
            <a:xfrm>
              <a:off x="1131992" y="2022206"/>
              <a:ext cx="29813" cy="105890"/>
            </a:xfrm>
            <a:custGeom>
              <a:avLst/>
              <a:gdLst/>
              <a:ahLst/>
              <a:cxnLst/>
              <a:rect l="l" t="t" r="r" b="b"/>
              <a:pathLst>
                <a:path w="406" h="1442" extrusionOk="0">
                  <a:moveTo>
                    <a:pt x="352" y="1"/>
                  </a:moveTo>
                  <a:cubicBezTo>
                    <a:pt x="346" y="1"/>
                    <a:pt x="340" y="3"/>
                    <a:pt x="334" y="7"/>
                  </a:cubicBezTo>
                  <a:cubicBezTo>
                    <a:pt x="264" y="77"/>
                    <a:pt x="204" y="158"/>
                    <a:pt x="158" y="246"/>
                  </a:cubicBezTo>
                  <a:cubicBezTo>
                    <a:pt x="60" y="437"/>
                    <a:pt x="55" y="625"/>
                    <a:pt x="143" y="792"/>
                  </a:cubicBezTo>
                  <a:cubicBezTo>
                    <a:pt x="339" y="1155"/>
                    <a:pt x="192" y="1388"/>
                    <a:pt x="187" y="1397"/>
                  </a:cubicBezTo>
                  <a:cubicBezTo>
                    <a:pt x="173" y="1416"/>
                    <a:pt x="187" y="1442"/>
                    <a:pt x="210" y="1442"/>
                  </a:cubicBezTo>
                  <a:cubicBezTo>
                    <a:pt x="219" y="1442"/>
                    <a:pt x="228" y="1437"/>
                    <a:pt x="233" y="1428"/>
                  </a:cubicBezTo>
                  <a:cubicBezTo>
                    <a:pt x="240" y="1418"/>
                    <a:pt x="406" y="1160"/>
                    <a:pt x="194" y="765"/>
                  </a:cubicBezTo>
                  <a:cubicBezTo>
                    <a:pt x="0" y="404"/>
                    <a:pt x="370" y="52"/>
                    <a:pt x="373" y="49"/>
                  </a:cubicBezTo>
                  <a:cubicBezTo>
                    <a:pt x="393" y="29"/>
                    <a:pt x="375" y="1"/>
                    <a:pt x="35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7320;p66">
              <a:extLst>
                <a:ext uri="{FF2B5EF4-FFF2-40B4-BE49-F238E27FC236}">
                  <a16:creationId xmlns:a16="http://schemas.microsoft.com/office/drawing/2014/main" id="{091D55FD-09AB-02C0-8735-917A301452E6}"/>
                </a:ext>
              </a:extLst>
            </p:cNvPr>
            <p:cNvSpPr/>
            <p:nvPr/>
          </p:nvSpPr>
          <p:spPr>
            <a:xfrm>
              <a:off x="1155197" y="2081319"/>
              <a:ext cx="15567" cy="42517"/>
            </a:xfrm>
            <a:custGeom>
              <a:avLst/>
              <a:gdLst/>
              <a:ahLst/>
              <a:cxnLst/>
              <a:rect l="l" t="t" r="r" b="b"/>
              <a:pathLst>
                <a:path w="212" h="579" extrusionOk="0">
                  <a:moveTo>
                    <a:pt x="39" y="0"/>
                  </a:moveTo>
                  <a:cubicBezTo>
                    <a:pt x="19" y="0"/>
                    <a:pt x="1" y="25"/>
                    <a:pt x="17" y="46"/>
                  </a:cubicBezTo>
                  <a:cubicBezTo>
                    <a:pt x="125" y="186"/>
                    <a:pt x="149" y="374"/>
                    <a:pt x="81" y="538"/>
                  </a:cubicBezTo>
                  <a:cubicBezTo>
                    <a:pt x="75" y="553"/>
                    <a:pt x="81" y="570"/>
                    <a:pt x="96" y="576"/>
                  </a:cubicBezTo>
                  <a:cubicBezTo>
                    <a:pt x="100" y="577"/>
                    <a:pt x="103" y="579"/>
                    <a:pt x="108" y="579"/>
                  </a:cubicBezTo>
                  <a:cubicBezTo>
                    <a:pt x="118" y="579"/>
                    <a:pt x="130" y="571"/>
                    <a:pt x="133" y="561"/>
                  </a:cubicBezTo>
                  <a:cubicBezTo>
                    <a:pt x="212" y="376"/>
                    <a:pt x="184" y="164"/>
                    <a:pt x="58" y="9"/>
                  </a:cubicBezTo>
                  <a:cubicBezTo>
                    <a:pt x="53" y="3"/>
                    <a:pt x="46" y="0"/>
                    <a:pt x="3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7321;p66">
              <a:extLst>
                <a:ext uri="{FF2B5EF4-FFF2-40B4-BE49-F238E27FC236}">
                  <a16:creationId xmlns:a16="http://schemas.microsoft.com/office/drawing/2014/main" id="{B2FAE77D-1C00-AF5D-6520-500EF3C96471}"/>
                </a:ext>
              </a:extLst>
            </p:cNvPr>
            <p:cNvSpPr/>
            <p:nvPr/>
          </p:nvSpPr>
          <p:spPr>
            <a:xfrm>
              <a:off x="1355668" y="2077060"/>
              <a:ext cx="37596" cy="60362"/>
            </a:xfrm>
            <a:custGeom>
              <a:avLst/>
              <a:gdLst/>
              <a:ahLst/>
              <a:cxnLst/>
              <a:rect l="l" t="t" r="r" b="b"/>
              <a:pathLst>
                <a:path w="512" h="822" extrusionOk="0">
                  <a:moveTo>
                    <a:pt x="470" y="1"/>
                  </a:moveTo>
                  <a:cubicBezTo>
                    <a:pt x="464" y="1"/>
                    <a:pt x="457" y="3"/>
                    <a:pt x="451" y="9"/>
                  </a:cubicBezTo>
                  <a:cubicBezTo>
                    <a:pt x="446" y="13"/>
                    <a:pt x="1" y="417"/>
                    <a:pt x="345" y="813"/>
                  </a:cubicBezTo>
                  <a:cubicBezTo>
                    <a:pt x="351" y="818"/>
                    <a:pt x="358" y="821"/>
                    <a:pt x="367" y="822"/>
                  </a:cubicBezTo>
                  <a:lnTo>
                    <a:pt x="367" y="822"/>
                  </a:lnTo>
                  <a:cubicBezTo>
                    <a:pt x="392" y="821"/>
                    <a:pt x="403" y="793"/>
                    <a:pt x="388" y="775"/>
                  </a:cubicBezTo>
                  <a:cubicBezTo>
                    <a:pt x="260" y="628"/>
                    <a:pt x="236" y="462"/>
                    <a:pt x="320" y="283"/>
                  </a:cubicBezTo>
                  <a:cubicBezTo>
                    <a:pt x="361" y="197"/>
                    <a:pt x="418" y="118"/>
                    <a:pt x="488" y="52"/>
                  </a:cubicBezTo>
                  <a:cubicBezTo>
                    <a:pt x="512" y="32"/>
                    <a:pt x="493" y="1"/>
                    <a:pt x="470" y="1"/>
                  </a:cubicBezTo>
                  <a:close/>
                  <a:moveTo>
                    <a:pt x="367" y="822"/>
                  </a:moveTo>
                  <a:lnTo>
                    <a:pt x="367" y="822"/>
                  </a:lnTo>
                  <a:cubicBezTo>
                    <a:pt x="366" y="822"/>
                    <a:pt x="366" y="822"/>
                    <a:pt x="366" y="822"/>
                  </a:cubicBezTo>
                  <a:lnTo>
                    <a:pt x="367" y="822"/>
                  </a:lnTo>
                  <a:cubicBezTo>
                    <a:pt x="367" y="822"/>
                    <a:pt x="367" y="822"/>
                    <a:pt x="367" y="822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7322;p66">
              <a:extLst>
                <a:ext uri="{FF2B5EF4-FFF2-40B4-BE49-F238E27FC236}">
                  <a16:creationId xmlns:a16="http://schemas.microsoft.com/office/drawing/2014/main" id="{DC647EB1-AC22-806B-AFDF-443A861E8AAB}"/>
                </a:ext>
              </a:extLst>
            </p:cNvPr>
            <p:cNvSpPr/>
            <p:nvPr/>
          </p:nvSpPr>
          <p:spPr>
            <a:xfrm>
              <a:off x="1301475" y="2125452"/>
              <a:ext cx="367958" cy="631226"/>
            </a:xfrm>
            <a:custGeom>
              <a:avLst/>
              <a:gdLst/>
              <a:ahLst/>
              <a:cxnLst/>
              <a:rect l="l" t="t" r="r" b="b"/>
              <a:pathLst>
                <a:path w="5011" h="8596" extrusionOk="0">
                  <a:moveTo>
                    <a:pt x="346" y="1"/>
                  </a:moveTo>
                  <a:cubicBezTo>
                    <a:pt x="139" y="1"/>
                    <a:pt x="0" y="18"/>
                    <a:pt x="0" y="18"/>
                  </a:cubicBezTo>
                  <a:cubicBezTo>
                    <a:pt x="0" y="18"/>
                    <a:pt x="1102" y="4260"/>
                    <a:pt x="1748" y="5324"/>
                  </a:cubicBezTo>
                  <a:cubicBezTo>
                    <a:pt x="2394" y="6387"/>
                    <a:pt x="4285" y="8595"/>
                    <a:pt x="4285" y="8595"/>
                  </a:cubicBezTo>
                  <a:lnTo>
                    <a:pt x="5011" y="8595"/>
                  </a:lnTo>
                  <a:lnTo>
                    <a:pt x="2550" y="4614"/>
                  </a:lnTo>
                  <a:cubicBezTo>
                    <a:pt x="2550" y="4614"/>
                    <a:pt x="2045" y="476"/>
                    <a:pt x="1425" y="197"/>
                  </a:cubicBezTo>
                  <a:cubicBezTo>
                    <a:pt x="1063" y="35"/>
                    <a:pt x="638" y="1"/>
                    <a:pt x="346" y="1"/>
                  </a:cubicBez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7323;p66">
              <a:extLst>
                <a:ext uri="{FF2B5EF4-FFF2-40B4-BE49-F238E27FC236}">
                  <a16:creationId xmlns:a16="http://schemas.microsoft.com/office/drawing/2014/main" id="{B84B8E75-75C5-A09F-0343-4AB7CC826629}"/>
                </a:ext>
              </a:extLst>
            </p:cNvPr>
            <p:cNvSpPr/>
            <p:nvPr/>
          </p:nvSpPr>
          <p:spPr>
            <a:xfrm>
              <a:off x="1610627" y="2720991"/>
              <a:ext cx="146199" cy="35688"/>
            </a:xfrm>
            <a:custGeom>
              <a:avLst/>
              <a:gdLst/>
              <a:ahLst/>
              <a:cxnLst/>
              <a:rect l="l" t="t" r="r" b="b"/>
              <a:pathLst>
                <a:path w="1991" h="486" extrusionOk="0">
                  <a:moveTo>
                    <a:pt x="427" y="1"/>
                  </a:moveTo>
                  <a:lnTo>
                    <a:pt x="0" y="44"/>
                  </a:lnTo>
                  <a:cubicBezTo>
                    <a:pt x="0" y="199"/>
                    <a:pt x="60" y="485"/>
                    <a:pt x="60" y="485"/>
                  </a:cubicBezTo>
                  <a:lnTo>
                    <a:pt x="1991" y="485"/>
                  </a:lnTo>
                  <a:cubicBezTo>
                    <a:pt x="1521" y="127"/>
                    <a:pt x="427" y="1"/>
                    <a:pt x="427" y="1"/>
                  </a:cubicBez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7324;p66">
              <a:extLst>
                <a:ext uri="{FF2B5EF4-FFF2-40B4-BE49-F238E27FC236}">
                  <a16:creationId xmlns:a16="http://schemas.microsoft.com/office/drawing/2014/main" id="{68E57D9A-1BB6-57A3-9AE8-8A584E545EA8}"/>
                </a:ext>
              </a:extLst>
            </p:cNvPr>
            <p:cNvSpPr/>
            <p:nvPr/>
          </p:nvSpPr>
          <p:spPr>
            <a:xfrm>
              <a:off x="902809" y="2117375"/>
              <a:ext cx="367958" cy="639303"/>
            </a:xfrm>
            <a:custGeom>
              <a:avLst/>
              <a:gdLst/>
              <a:ahLst/>
              <a:cxnLst/>
              <a:rect l="l" t="t" r="r" b="b"/>
              <a:pathLst>
                <a:path w="5011" h="8706" extrusionOk="0">
                  <a:moveTo>
                    <a:pt x="4001" y="0"/>
                  </a:moveTo>
                  <a:cubicBezTo>
                    <a:pt x="3753" y="0"/>
                    <a:pt x="3503" y="30"/>
                    <a:pt x="3302" y="117"/>
                  </a:cubicBezTo>
                  <a:cubicBezTo>
                    <a:pt x="2414" y="504"/>
                    <a:pt x="1773" y="4482"/>
                    <a:pt x="1773" y="4482"/>
                  </a:cubicBezTo>
                  <a:lnTo>
                    <a:pt x="0" y="8705"/>
                  </a:lnTo>
                  <a:lnTo>
                    <a:pt x="726" y="8705"/>
                  </a:lnTo>
                  <a:cubicBezTo>
                    <a:pt x="726" y="8705"/>
                    <a:pt x="2104" y="6254"/>
                    <a:pt x="2750" y="5190"/>
                  </a:cubicBezTo>
                  <a:cubicBezTo>
                    <a:pt x="3395" y="4129"/>
                    <a:pt x="5010" y="128"/>
                    <a:pt x="5010" y="128"/>
                  </a:cubicBezTo>
                  <a:cubicBezTo>
                    <a:pt x="5010" y="128"/>
                    <a:pt x="4514" y="0"/>
                    <a:pt x="4001" y="0"/>
                  </a:cubicBez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7325;p66">
              <a:extLst>
                <a:ext uri="{FF2B5EF4-FFF2-40B4-BE49-F238E27FC236}">
                  <a16:creationId xmlns:a16="http://schemas.microsoft.com/office/drawing/2014/main" id="{D6A8C837-6FFF-D2BE-5DE5-8B47254715A2}"/>
                </a:ext>
              </a:extLst>
            </p:cNvPr>
            <p:cNvSpPr/>
            <p:nvPr/>
          </p:nvSpPr>
          <p:spPr>
            <a:xfrm>
              <a:off x="1230759" y="2063622"/>
              <a:ext cx="107355" cy="107432"/>
            </a:xfrm>
            <a:custGeom>
              <a:avLst/>
              <a:gdLst/>
              <a:ahLst/>
              <a:cxnLst/>
              <a:rect l="l" t="t" r="r" b="b"/>
              <a:pathLst>
                <a:path w="1462" h="1463" extrusionOk="0">
                  <a:moveTo>
                    <a:pt x="0" y="1"/>
                  </a:moveTo>
                  <a:lnTo>
                    <a:pt x="0" y="1462"/>
                  </a:lnTo>
                  <a:lnTo>
                    <a:pt x="1462" y="1462"/>
                  </a:lnTo>
                  <a:lnTo>
                    <a:pt x="1462" y="1"/>
                  </a:ln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7326;p66">
              <a:extLst>
                <a:ext uri="{FF2B5EF4-FFF2-40B4-BE49-F238E27FC236}">
                  <a16:creationId xmlns:a16="http://schemas.microsoft.com/office/drawing/2014/main" id="{4C006395-8846-B459-74A3-AADCBFD98746}"/>
                </a:ext>
              </a:extLst>
            </p:cNvPr>
            <p:cNvSpPr/>
            <p:nvPr/>
          </p:nvSpPr>
          <p:spPr>
            <a:xfrm>
              <a:off x="1177153" y="1949875"/>
              <a:ext cx="52870" cy="72478"/>
            </a:xfrm>
            <a:custGeom>
              <a:avLst/>
              <a:gdLst/>
              <a:ahLst/>
              <a:cxnLst/>
              <a:rect l="l" t="t" r="r" b="b"/>
              <a:pathLst>
                <a:path w="720" h="987" extrusionOk="0">
                  <a:moveTo>
                    <a:pt x="277" y="1"/>
                  </a:moveTo>
                  <a:cubicBezTo>
                    <a:pt x="61" y="1"/>
                    <a:pt x="76" y="308"/>
                    <a:pt x="76" y="308"/>
                  </a:cubicBezTo>
                  <a:cubicBezTo>
                    <a:pt x="76" y="308"/>
                    <a:pt x="1" y="986"/>
                    <a:pt x="360" y="986"/>
                  </a:cubicBezTo>
                  <a:cubicBezTo>
                    <a:pt x="720" y="986"/>
                    <a:pt x="620" y="1"/>
                    <a:pt x="277" y="1"/>
                  </a:cubicBez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7327;p66">
              <a:extLst>
                <a:ext uri="{FF2B5EF4-FFF2-40B4-BE49-F238E27FC236}">
                  <a16:creationId xmlns:a16="http://schemas.microsoft.com/office/drawing/2014/main" id="{0B669B60-15D7-E41B-B4BF-F32DEF65EEBB}"/>
                </a:ext>
              </a:extLst>
            </p:cNvPr>
            <p:cNvSpPr/>
            <p:nvPr/>
          </p:nvSpPr>
          <p:spPr>
            <a:xfrm>
              <a:off x="1339660" y="1949875"/>
              <a:ext cx="52870" cy="72478"/>
            </a:xfrm>
            <a:custGeom>
              <a:avLst/>
              <a:gdLst/>
              <a:ahLst/>
              <a:cxnLst/>
              <a:rect l="l" t="t" r="r" b="b"/>
              <a:pathLst>
                <a:path w="720" h="987" extrusionOk="0">
                  <a:moveTo>
                    <a:pt x="444" y="1"/>
                  </a:moveTo>
                  <a:cubicBezTo>
                    <a:pt x="101" y="1"/>
                    <a:pt x="1" y="986"/>
                    <a:pt x="360" y="986"/>
                  </a:cubicBezTo>
                  <a:cubicBezTo>
                    <a:pt x="720" y="986"/>
                    <a:pt x="645" y="308"/>
                    <a:pt x="645" y="308"/>
                  </a:cubicBezTo>
                  <a:cubicBezTo>
                    <a:pt x="645" y="308"/>
                    <a:pt x="660" y="1"/>
                    <a:pt x="444" y="1"/>
                  </a:cubicBez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7328;p66">
              <a:extLst>
                <a:ext uri="{FF2B5EF4-FFF2-40B4-BE49-F238E27FC236}">
                  <a16:creationId xmlns:a16="http://schemas.microsoft.com/office/drawing/2014/main" id="{1D0C93F5-5DA4-6FC4-AFDD-9E5A7A8249FE}"/>
                </a:ext>
              </a:extLst>
            </p:cNvPr>
            <p:cNvSpPr/>
            <p:nvPr/>
          </p:nvSpPr>
          <p:spPr>
            <a:xfrm>
              <a:off x="1244418" y="2071406"/>
              <a:ext cx="93697" cy="34220"/>
            </a:xfrm>
            <a:custGeom>
              <a:avLst/>
              <a:gdLst/>
              <a:ahLst/>
              <a:cxnLst/>
              <a:rect l="l" t="t" r="r" b="b"/>
              <a:pathLst>
                <a:path w="1276" h="466" extrusionOk="0">
                  <a:moveTo>
                    <a:pt x="1276" y="1"/>
                  </a:moveTo>
                  <a:lnTo>
                    <a:pt x="1" y="128"/>
                  </a:lnTo>
                  <a:cubicBezTo>
                    <a:pt x="297" y="418"/>
                    <a:pt x="767" y="466"/>
                    <a:pt x="1046" y="466"/>
                  </a:cubicBezTo>
                  <a:cubicBezTo>
                    <a:pt x="1184" y="466"/>
                    <a:pt x="1276" y="454"/>
                    <a:pt x="1276" y="454"/>
                  </a:cubicBezTo>
                  <a:lnTo>
                    <a:pt x="12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7329;p66">
              <a:extLst>
                <a:ext uri="{FF2B5EF4-FFF2-40B4-BE49-F238E27FC236}">
                  <a16:creationId xmlns:a16="http://schemas.microsoft.com/office/drawing/2014/main" id="{D6ACC4A3-7602-4952-900A-708EB4F5AC89}"/>
                </a:ext>
              </a:extLst>
            </p:cNvPr>
            <p:cNvSpPr/>
            <p:nvPr/>
          </p:nvSpPr>
          <p:spPr>
            <a:xfrm>
              <a:off x="1200285" y="1874092"/>
              <a:ext cx="168302" cy="216920"/>
            </a:xfrm>
            <a:custGeom>
              <a:avLst/>
              <a:gdLst/>
              <a:ahLst/>
              <a:cxnLst/>
              <a:rect l="l" t="t" r="r" b="b"/>
              <a:pathLst>
                <a:path w="2292" h="2954" extrusionOk="0">
                  <a:moveTo>
                    <a:pt x="1146" y="1"/>
                  </a:moveTo>
                  <a:cubicBezTo>
                    <a:pt x="514" y="4"/>
                    <a:pt x="2" y="515"/>
                    <a:pt x="1" y="1146"/>
                  </a:cubicBezTo>
                  <a:lnTo>
                    <a:pt x="1" y="1808"/>
                  </a:lnTo>
                  <a:cubicBezTo>
                    <a:pt x="2" y="2440"/>
                    <a:pt x="514" y="2952"/>
                    <a:pt x="1146" y="2953"/>
                  </a:cubicBezTo>
                  <a:cubicBezTo>
                    <a:pt x="1777" y="2952"/>
                    <a:pt x="2288" y="2440"/>
                    <a:pt x="2291" y="1808"/>
                  </a:cubicBezTo>
                  <a:lnTo>
                    <a:pt x="2291" y="1146"/>
                  </a:lnTo>
                  <a:cubicBezTo>
                    <a:pt x="2288" y="515"/>
                    <a:pt x="1777" y="4"/>
                    <a:pt x="1146" y="1"/>
                  </a:cubicBez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7330;p66">
              <a:extLst>
                <a:ext uri="{FF2B5EF4-FFF2-40B4-BE49-F238E27FC236}">
                  <a16:creationId xmlns:a16="http://schemas.microsoft.com/office/drawing/2014/main" id="{F4C6ECDF-34E6-CA4A-F949-D405DA723E58}"/>
                </a:ext>
              </a:extLst>
            </p:cNvPr>
            <p:cNvSpPr/>
            <p:nvPr/>
          </p:nvSpPr>
          <p:spPr>
            <a:xfrm>
              <a:off x="824603" y="2720991"/>
              <a:ext cx="146126" cy="35688"/>
            </a:xfrm>
            <a:custGeom>
              <a:avLst/>
              <a:gdLst/>
              <a:ahLst/>
              <a:cxnLst/>
              <a:rect l="l" t="t" r="r" b="b"/>
              <a:pathLst>
                <a:path w="1990" h="486" extrusionOk="0">
                  <a:moveTo>
                    <a:pt x="1563" y="1"/>
                  </a:moveTo>
                  <a:cubicBezTo>
                    <a:pt x="1563" y="1"/>
                    <a:pt x="470" y="127"/>
                    <a:pt x="0" y="485"/>
                  </a:cubicBezTo>
                  <a:lnTo>
                    <a:pt x="1930" y="485"/>
                  </a:lnTo>
                  <a:cubicBezTo>
                    <a:pt x="1930" y="485"/>
                    <a:pt x="1990" y="199"/>
                    <a:pt x="1990" y="44"/>
                  </a:cubicBezTo>
                  <a:lnTo>
                    <a:pt x="1563" y="1"/>
                  </a:lnTo>
                  <a:close/>
                </a:path>
              </a:pathLst>
            </a:custGeom>
            <a:solidFill>
              <a:srgbClr val="F7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7331;p66">
              <a:extLst>
                <a:ext uri="{FF2B5EF4-FFF2-40B4-BE49-F238E27FC236}">
                  <a16:creationId xmlns:a16="http://schemas.microsoft.com/office/drawing/2014/main" id="{759081E0-11A1-A1D2-D578-82FFFE93EA68}"/>
                </a:ext>
              </a:extLst>
            </p:cNvPr>
            <p:cNvSpPr/>
            <p:nvPr/>
          </p:nvSpPr>
          <p:spPr>
            <a:xfrm>
              <a:off x="1046076" y="2666945"/>
              <a:ext cx="147" cy="1689"/>
            </a:xfrm>
            <a:custGeom>
              <a:avLst/>
              <a:gdLst/>
              <a:ahLst/>
              <a:cxnLst/>
              <a:rect l="l" t="t" r="r" b="b"/>
              <a:pathLst>
                <a:path w="2" h="23" extrusionOk="0">
                  <a:moveTo>
                    <a:pt x="1" y="1"/>
                  </a:moveTo>
                  <a:cubicBezTo>
                    <a:pt x="1" y="1"/>
                    <a:pt x="0" y="22"/>
                    <a:pt x="0" y="22"/>
                  </a:cubicBezTo>
                  <a:cubicBezTo>
                    <a:pt x="1" y="22"/>
                    <a:pt x="1" y="19"/>
                    <a:pt x="1" y="12"/>
                  </a:cubicBezTo>
                  <a:cubicBezTo>
                    <a:pt x="1" y="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006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7332;p66">
              <a:extLst>
                <a:ext uri="{FF2B5EF4-FFF2-40B4-BE49-F238E27FC236}">
                  <a16:creationId xmlns:a16="http://schemas.microsoft.com/office/drawing/2014/main" id="{3105A65B-4748-F215-7D49-396F93D1367C}"/>
                </a:ext>
              </a:extLst>
            </p:cNvPr>
            <p:cNvSpPr/>
            <p:nvPr/>
          </p:nvSpPr>
          <p:spPr>
            <a:xfrm>
              <a:off x="1157914" y="1828197"/>
              <a:ext cx="265817" cy="167059"/>
            </a:xfrm>
            <a:custGeom>
              <a:avLst/>
              <a:gdLst/>
              <a:ahLst/>
              <a:cxnLst/>
              <a:rect l="l" t="t" r="r" b="b"/>
              <a:pathLst>
                <a:path w="3620" h="2275" extrusionOk="0">
                  <a:moveTo>
                    <a:pt x="2188" y="0"/>
                  </a:moveTo>
                  <a:cubicBezTo>
                    <a:pt x="1572" y="0"/>
                    <a:pt x="718" y="475"/>
                    <a:pt x="1" y="2275"/>
                  </a:cubicBezTo>
                  <a:cubicBezTo>
                    <a:pt x="1" y="2275"/>
                    <a:pt x="661" y="2089"/>
                    <a:pt x="879" y="1492"/>
                  </a:cubicBezTo>
                  <a:cubicBezTo>
                    <a:pt x="1097" y="896"/>
                    <a:pt x="1486" y="1154"/>
                    <a:pt x="1723" y="678"/>
                  </a:cubicBezTo>
                  <a:cubicBezTo>
                    <a:pt x="2034" y="1243"/>
                    <a:pt x="2494" y="1456"/>
                    <a:pt x="2892" y="1456"/>
                  </a:cubicBezTo>
                  <a:cubicBezTo>
                    <a:pt x="3209" y="1456"/>
                    <a:pt x="3487" y="1321"/>
                    <a:pt x="3620" y="1121"/>
                  </a:cubicBezTo>
                  <a:cubicBezTo>
                    <a:pt x="3306" y="1104"/>
                    <a:pt x="3312" y="566"/>
                    <a:pt x="2829" y="202"/>
                  </a:cubicBezTo>
                  <a:cubicBezTo>
                    <a:pt x="2682" y="91"/>
                    <a:pt x="2458" y="0"/>
                    <a:pt x="21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7333;p66">
              <a:extLst>
                <a:ext uri="{FF2B5EF4-FFF2-40B4-BE49-F238E27FC236}">
                  <a16:creationId xmlns:a16="http://schemas.microsoft.com/office/drawing/2014/main" id="{13D01F4A-068D-6613-78EE-FE11D819C8CB}"/>
                </a:ext>
              </a:extLst>
            </p:cNvPr>
            <p:cNvSpPr/>
            <p:nvPr/>
          </p:nvSpPr>
          <p:spPr>
            <a:xfrm>
              <a:off x="1282236" y="1950976"/>
              <a:ext cx="23498" cy="63446"/>
            </a:xfrm>
            <a:custGeom>
              <a:avLst/>
              <a:gdLst/>
              <a:ahLst/>
              <a:cxnLst/>
              <a:rect l="l" t="t" r="r" b="b"/>
              <a:pathLst>
                <a:path w="320" h="864" extrusionOk="0">
                  <a:moveTo>
                    <a:pt x="30" y="1"/>
                  </a:moveTo>
                  <a:cubicBezTo>
                    <a:pt x="15" y="1"/>
                    <a:pt x="1" y="11"/>
                    <a:pt x="2" y="30"/>
                  </a:cubicBezTo>
                  <a:lnTo>
                    <a:pt x="88" y="637"/>
                  </a:lnTo>
                  <a:cubicBezTo>
                    <a:pt x="91" y="651"/>
                    <a:pt x="101" y="661"/>
                    <a:pt x="115" y="661"/>
                  </a:cubicBezTo>
                  <a:cubicBezTo>
                    <a:pt x="158" y="663"/>
                    <a:pt x="233" y="678"/>
                    <a:pt x="254" y="707"/>
                  </a:cubicBezTo>
                  <a:cubicBezTo>
                    <a:pt x="259" y="716"/>
                    <a:pt x="261" y="727"/>
                    <a:pt x="256" y="737"/>
                  </a:cubicBezTo>
                  <a:cubicBezTo>
                    <a:pt x="236" y="801"/>
                    <a:pt x="149" y="808"/>
                    <a:pt x="115" y="808"/>
                  </a:cubicBezTo>
                  <a:cubicBezTo>
                    <a:pt x="105" y="808"/>
                    <a:pt x="100" y="807"/>
                    <a:pt x="100" y="807"/>
                  </a:cubicBezTo>
                  <a:cubicBezTo>
                    <a:pt x="66" y="809"/>
                    <a:pt x="63" y="857"/>
                    <a:pt x="94" y="864"/>
                  </a:cubicBezTo>
                  <a:lnTo>
                    <a:pt x="115" y="864"/>
                  </a:lnTo>
                  <a:cubicBezTo>
                    <a:pt x="163" y="864"/>
                    <a:pt x="279" y="854"/>
                    <a:pt x="310" y="754"/>
                  </a:cubicBezTo>
                  <a:cubicBezTo>
                    <a:pt x="319" y="727"/>
                    <a:pt x="316" y="697"/>
                    <a:pt x="300" y="675"/>
                  </a:cubicBezTo>
                  <a:cubicBezTo>
                    <a:pt x="265" y="625"/>
                    <a:pt x="183" y="612"/>
                    <a:pt x="142" y="607"/>
                  </a:cubicBezTo>
                  <a:lnTo>
                    <a:pt x="58" y="23"/>
                  </a:lnTo>
                  <a:cubicBezTo>
                    <a:pt x="54" y="8"/>
                    <a:pt x="42" y="1"/>
                    <a:pt x="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7334;p66">
              <a:extLst>
                <a:ext uri="{FF2B5EF4-FFF2-40B4-BE49-F238E27FC236}">
                  <a16:creationId xmlns:a16="http://schemas.microsoft.com/office/drawing/2014/main" id="{037A4B19-FEE7-A16B-2E5A-64E9FE4BF5EE}"/>
                </a:ext>
              </a:extLst>
            </p:cNvPr>
            <p:cNvSpPr/>
            <p:nvPr/>
          </p:nvSpPr>
          <p:spPr>
            <a:xfrm>
              <a:off x="1223269" y="1964488"/>
              <a:ext cx="20120" cy="18725"/>
            </a:xfrm>
            <a:custGeom>
              <a:avLst/>
              <a:gdLst/>
              <a:ahLst/>
              <a:cxnLst/>
              <a:rect l="l" t="t" r="r" b="b"/>
              <a:pathLst>
                <a:path w="274" h="255" extrusionOk="0">
                  <a:moveTo>
                    <a:pt x="137" y="0"/>
                  </a:moveTo>
                  <a:cubicBezTo>
                    <a:pt x="130" y="0"/>
                    <a:pt x="124" y="0"/>
                    <a:pt x="117" y="1"/>
                  </a:cubicBezTo>
                  <a:cubicBezTo>
                    <a:pt x="48" y="13"/>
                    <a:pt x="1" y="78"/>
                    <a:pt x="11" y="148"/>
                  </a:cubicBezTo>
                  <a:cubicBezTo>
                    <a:pt x="22" y="210"/>
                    <a:pt x="77" y="255"/>
                    <a:pt x="138" y="255"/>
                  </a:cubicBezTo>
                  <a:cubicBezTo>
                    <a:pt x="145" y="255"/>
                    <a:pt x="151" y="254"/>
                    <a:pt x="157" y="253"/>
                  </a:cubicBezTo>
                  <a:cubicBezTo>
                    <a:pt x="227" y="242"/>
                    <a:pt x="274" y="176"/>
                    <a:pt x="263" y="107"/>
                  </a:cubicBezTo>
                  <a:cubicBezTo>
                    <a:pt x="252" y="44"/>
                    <a:pt x="199" y="0"/>
                    <a:pt x="137" y="0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7335;p66">
              <a:extLst>
                <a:ext uri="{FF2B5EF4-FFF2-40B4-BE49-F238E27FC236}">
                  <a16:creationId xmlns:a16="http://schemas.microsoft.com/office/drawing/2014/main" id="{8B1DA79C-6857-D5E9-F934-316CA6C109C5}"/>
                </a:ext>
              </a:extLst>
            </p:cNvPr>
            <p:cNvSpPr/>
            <p:nvPr/>
          </p:nvSpPr>
          <p:spPr>
            <a:xfrm>
              <a:off x="1317337" y="1964488"/>
              <a:ext cx="20267" cy="18725"/>
            </a:xfrm>
            <a:custGeom>
              <a:avLst/>
              <a:gdLst/>
              <a:ahLst/>
              <a:cxnLst/>
              <a:rect l="l" t="t" r="r" b="b"/>
              <a:pathLst>
                <a:path w="276" h="255" extrusionOk="0">
                  <a:moveTo>
                    <a:pt x="137" y="0"/>
                  </a:moveTo>
                  <a:cubicBezTo>
                    <a:pt x="130" y="0"/>
                    <a:pt x="124" y="0"/>
                    <a:pt x="117" y="1"/>
                  </a:cubicBezTo>
                  <a:cubicBezTo>
                    <a:pt x="48" y="13"/>
                    <a:pt x="1" y="78"/>
                    <a:pt x="13" y="148"/>
                  </a:cubicBezTo>
                  <a:cubicBezTo>
                    <a:pt x="22" y="211"/>
                    <a:pt x="77" y="255"/>
                    <a:pt x="138" y="255"/>
                  </a:cubicBezTo>
                  <a:cubicBezTo>
                    <a:pt x="144" y="255"/>
                    <a:pt x="151" y="254"/>
                    <a:pt x="157" y="253"/>
                  </a:cubicBezTo>
                  <a:cubicBezTo>
                    <a:pt x="227" y="242"/>
                    <a:pt x="275" y="177"/>
                    <a:pt x="263" y="107"/>
                  </a:cubicBezTo>
                  <a:cubicBezTo>
                    <a:pt x="254" y="44"/>
                    <a:pt x="199" y="0"/>
                    <a:pt x="137" y="0"/>
                  </a:cubicBezTo>
                  <a:close/>
                </a:path>
              </a:pathLst>
            </a:custGeom>
            <a:solidFill>
              <a:srgbClr val="26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7336;p66">
              <a:extLst>
                <a:ext uri="{FF2B5EF4-FFF2-40B4-BE49-F238E27FC236}">
                  <a16:creationId xmlns:a16="http://schemas.microsoft.com/office/drawing/2014/main" id="{999BCE1C-98F7-E0CB-7CFB-765278039207}"/>
                </a:ext>
              </a:extLst>
            </p:cNvPr>
            <p:cNvSpPr/>
            <p:nvPr/>
          </p:nvSpPr>
          <p:spPr>
            <a:xfrm>
              <a:off x="1262409" y="2033735"/>
              <a:ext cx="41047" cy="8445"/>
            </a:xfrm>
            <a:custGeom>
              <a:avLst/>
              <a:gdLst/>
              <a:ahLst/>
              <a:cxnLst/>
              <a:rect l="l" t="t" r="r" b="b"/>
              <a:pathLst>
                <a:path w="559" h="115" extrusionOk="0">
                  <a:moveTo>
                    <a:pt x="42" y="1"/>
                  </a:moveTo>
                  <a:cubicBezTo>
                    <a:pt x="16" y="1"/>
                    <a:pt x="1" y="38"/>
                    <a:pt x="27" y="55"/>
                  </a:cubicBezTo>
                  <a:cubicBezTo>
                    <a:pt x="33" y="59"/>
                    <a:pt x="128" y="114"/>
                    <a:pt x="304" y="114"/>
                  </a:cubicBezTo>
                  <a:cubicBezTo>
                    <a:pt x="377" y="114"/>
                    <a:pt x="450" y="105"/>
                    <a:pt x="524" y="87"/>
                  </a:cubicBezTo>
                  <a:cubicBezTo>
                    <a:pt x="559" y="82"/>
                    <a:pt x="551" y="31"/>
                    <a:pt x="520" y="31"/>
                  </a:cubicBezTo>
                  <a:cubicBezTo>
                    <a:pt x="517" y="31"/>
                    <a:pt x="514" y="31"/>
                    <a:pt x="510" y="32"/>
                  </a:cubicBezTo>
                  <a:cubicBezTo>
                    <a:pt x="433" y="51"/>
                    <a:pt x="365" y="57"/>
                    <a:pt x="306" y="57"/>
                  </a:cubicBezTo>
                  <a:cubicBezTo>
                    <a:pt x="146" y="57"/>
                    <a:pt x="58" y="6"/>
                    <a:pt x="57" y="5"/>
                  </a:cubicBezTo>
                  <a:cubicBezTo>
                    <a:pt x="52" y="2"/>
                    <a:pt x="46" y="1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7337;p66">
              <a:extLst>
                <a:ext uri="{FF2B5EF4-FFF2-40B4-BE49-F238E27FC236}">
                  <a16:creationId xmlns:a16="http://schemas.microsoft.com/office/drawing/2014/main" id="{2DDF9CEA-0BA7-287A-9686-979EDE28ACCA}"/>
                </a:ext>
              </a:extLst>
            </p:cNvPr>
            <p:cNvSpPr/>
            <p:nvPr/>
          </p:nvSpPr>
          <p:spPr>
            <a:xfrm>
              <a:off x="1220773" y="1941577"/>
              <a:ext cx="47730" cy="16669"/>
            </a:xfrm>
            <a:custGeom>
              <a:avLst/>
              <a:gdLst/>
              <a:ahLst/>
              <a:cxnLst/>
              <a:rect l="l" t="t" r="r" b="b"/>
              <a:pathLst>
                <a:path w="650" h="227" extrusionOk="0">
                  <a:moveTo>
                    <a:pt x="458" y="1"/>
                  </a:moveTo>
                  <a:cubicBezTo>
                    <a:pt x="317" y="1"/>
                    <a:pt x="128" y="41"/>
                    <a:pt x="0" y="227"/>
                  </a:cubicBezTo>
                  <a:cubicBezTo>
                    <a:pt x="0" y="227"/>
                    <a:pt x="182" y="90"/>
                    <a:pt x="415" y="90"/>
                  </a:cubicBezTo>
                  <a:cubicBezTo>
                    <a:pt x="489" y="90"/>
                    <a:pt x="569" y="104"/>
                    <a:pt x="649" y="140"/>
                  </a:cubicBezTo>
                  <a:lnTo>
                    <a:pt x="649" y="26"/>
                  </a:lnTo>
                  <a:cubicBezTo>
                    <a:pt x="649" y="26"/>
                    <a:pt x="568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7338;p66">
              <a:extLst>
                <a:ext uri="{FF2B5EF4-FFF2-40B4-BE49-F238E27FC236}">
                  <a16:creationId xmlns:a16="http://schemas.microsoft.com/office/drawing/2014/main" id="{456157B4-243E-2AA4-7A1E-9A56183273BE}"/>
                </a:ext>
              </a:extLst>
            </p:cNvPr>
            <p:cNvSpPr/>
            <p:nvPr/>
          </p:nvSpPr>
          <p:spPr>
            <a:xfrm>
              <a:off x="1310360" y="1941577"/>
              <a:ext cx="48244" cy="16669"/>
            </a:xfrm>
            <a:custGeom>
              <a:avLst/>
              <a:gdLst/>
              <a:ahLst/>
              <a:cxnLst/>
              <a:rect l="l" t="t" r="r" b="b"/>
              <a:pathLst>
                <a:path w="657" h="227" extrusionOk="0">
                  <a:moveTo>
                    <a:pt x="194" y="1"/>
                  </a:moveTo>
                  <a:cubicBezTo>
                    <a:pt x="82" y="1"/>
                    <a:pt x="0" y="26"/>
                    <a:pt x="0" y="26"/>
                  </a:cubicBezTo>
                  <a:lnTo>
                    <a:pt x="0" y="140"/>
                  </a:lnTo>
                  <a:cubicBezTo>
                    <a:pt x="81" y="104"/>
                    <a:pt x="162" y="90"/>
                    <a:pt x="237" y="90"/>
                  </a:cubicBezTo>
                  <a:cubicBezTo>
                    <a:pt x="472" y="90"/>
                    <a:pt x="656" y="227"/>
                    <a:pt x="656" y="227"/>
                  </a:cubicBezTo>
                  <a:cubicBezTo>
                    <a:pt x="527" y="41"/>
                    <a:pt x="336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7339;p66">
              <a:extLst>
                <a:ext uri="{FF2B5EF4-FFF2-40B4-BE49-F238E27FC236}">
                  <a16:creationId xmlns:a16="http://schemas.microsoft.com/office/drawing/2014/main" id="{3E346B36-515A-DAC7-5846-996519F946B4}"/>
                </a:ext>
              </a:extLst>
            </p:cNvPr>
            <p:cNvSpPr/>
            <p:nvPr/>
          </p:nvSpPr>
          <p:spPr>
            <a:xfrm>
              <a:off x="1218937" y="1960743"/>
              <a:ext cx="49786" cy="11529"/>
            </a:xfrm>
            <a:custGeom>
              <a:avLst/>
              <a:gdLst/>
              <a:ahLst/>
              <a:cxnLst/>
              <a:rect l="l" t="t" r="r" b="b"/>
              <a:pathLst>
                <a:path w="678" h="157" extrusionOk="0">
                  <a:moveTo>
                    <a:pt x="358" y="0"/>
                  </a:moveTo>
                  <a:cubicBezTo>
                    <a:pt x="151" y="0"/>
                    <a:pt x="22" y="101"/>
                    <a:pt x="14" y="106"/>
                  </a:cubicBezTo>
                  <a:cubicBezTo>
                    <a:pt x="2" y="117"/>
                    <a:pt x="0" y="134"/>
                    <a:pt x="9" y="146"/>
                  </a:cubicBezTo>
                  <a:cubicBezTo>
                    <a:pt x="15" y="152"/>
                    <a:pt x="22" y="157"/>
                    <a:pt x="31" y="157"/>
                  </a:cubicBezTo>
                  <a:cubicBezTo>
                    <a:pt x="39" y="157"/>
                    <a:pt x="45" y="155"/>
                    <a:pt x="49" y="151"/>
                  </a:cubicBezTo>
                  <a:cubicBezTo>
                    <a:pt x="56" y="146"/>
                    <a:pt x="171" y="57"/>
                    <a:pt x="357" y="57"/>
                  </a:cubicBezTo>
                  <a:cubicBezTo>
                    <a:pt x="434" y="57"/>
                    <a:pt x="524" y="72"/>
                    <a:pt x="622" y="115"/>
                  </a:cubicBezTo>
                  <a:cubicBezTo>
                    <a:pt x="627" y="118"/>
                    <a:pt x="632" y="119"/>
                    <a:pt x="637" y="119"/>
                  </a:cubicBezTo>
                  <a:cubicBezTo>
                    <a:pt x="665" y="119"/>
                    <a:pt x="678" y="74"/>
                    <a:pt x="646" y="63"/>
                  </a:cubicBezTo>
                  <a:cubicBezTo>
                    <a:pt x="539" y="17"/>
                    <a:pt x="442" y="0"/>
                    <a:pt x="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7340;p66">
              <a:extLst>
                <a:ext uri="{FF2B5EF4-FFF2-40B4-BE49-F238E27FC236}">
                  <a16:creationId xmlns:a16="http://schemas.microsoft.com/office/drawing/2014/main" id="{3073BC22-DDBF-8DE7-9AA6-116730ED9C06}"/>
                </a:ext>
              </a:extLst>
            </p:cNvPr>
            <p:cNvSpPr/>
            <p:nvPr/>
          </p:nvSpPr>
          <p:spPr>
            <a:xfrm>
              <a:off x="1311976" y="1960743"/>
              <a:ext cx="50373" cy="11529"/>
            </a:xfrm>
            <a:custGeom>
              <a:avLst/>
              <a:gdLst/>
              <a:ahLst/>
              <a:cxnLst/>
              <a:rect l="l" t="t" r="r" b="b"/>
              <a:pathLst>
                <a:path w="686" h="157" extrusionOk="0">
                  <a:moveTo>
                    <a:pt x="366" y="0"/>
                  </a:moveTo>
                  <a:cubicBezTo>
                    <a:pt x="159" y="0"/>
                    <a:pt x="29" y="101"/>
                    <a:pt x="21" y="106"/>
                  </a:cubicBezTo>
                  <a:cubicBezTo>
                    <a:pt x="1" y="123"/>
                    <a:pt x="13" y="157"/>
                    <a:pt x="39" y="157"/>
                  </a:cubicBezTo>
                  <a:cubicBezTo>
                    <a:pt x="45" y="157"/>
                    <a:pt x="51" y="155"/>
                    <a:pt x="57" y="151"/>
                  </a:cubicBezTo>
                  <a:cubicBezTo>
                    <a:pt x="58" y="150"/>
                    <a:pt x="176" y="57"/>
                    <a:pt x="367" y="57"/>
                  </a:cubicBezTo>
                  <a:cubicBezTo>
                    <a:pt x="444" y="57"/>
                    <a:pt x="532" y="73"/>
                    <a:pt x="630" y="115"/>
                  </a:cubicBezTo>
                  <a:cubicBezTo>
                    <a:pt x="635" y="118"/>
                    <a:pt x="640" y="119"/>
                    <a:pt x="644" y="119"/>
                  </a:cubicBezTo>
                  <a:cubicBezTo>
                    <a:pt x="672" y="119"/>
                    <a:pt x="686" y="74"/>
                    <a:pt x="652" y="63"/>
                  </a:cubicBezTo>
                  <a:cubicBezTo>
                    <a:pt x="546" y="17"/>
                    <a:pt x="449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7341;p66">
              <a:extLst>
                <a:ext uri="{FF2B5EF4-FFF2-40B4-BE49-F238E27FC236}">
                  <a16:creationId xmlns:a16="http://schemas.microsoft.com/office/drawing/2014/main" id="{7CFC4555-5530-070B-CCCD-C7A48249F14F}"/>
                </a:ext>
              </a:extLst>
            </p:cNvPr>
            <p:cNvSpPr/>
            <p:nvPr/>
          </p:nvSpPr>
          <p:spPr>
            <a:xfrm>
              <a:off x="1281354" y="1830253"/>
              <a:ext cx="9913" cy="49861"/>
            </a:xfrm>
            <a:custGeom>
              <a:avLst/>
              <a:gdLst/>
              <a:ahLst/>
              <a:cxnLst/>
              <a:rect l="l" t="t" r="r" b="b"/>
              <a:pathLst>
                <a:path w="135" h="679" extrusionOk="0">
                  <a:moveTo>
                    <a:pt x="101" y="1"/>
                  </a:moveTo>
                  <a:cubicBezTo>
                    <a:pt x="90" y="1"/>
                    <a:pt x="79" y="7"/>
                    <a:pt x="75" y="22"/>
                  </a:cubicBezTo>
                  <a:cubicBezTo>
                    <a:pt x="19" y="226"/>
                    <a:pt x="0" y="440"/>
                    <a:pt x="14" y="653"/>
                  </a:cubicBezTo>
                  <a:cubicBezTo>
                    <a:pt x="15" y="666"/>
                    <a:pt x="27" y="678"/>
                    <a:pt x="42" y="678"/>
                  </a:cubicBezTo>
                  <a:lnTo>
                    <a:pt x="43" y="678"/>
                  </a:lnTo>
                  <a:cubicBezTo>
                    <a:pt x="60" y="677"/>
                    <a:pt x="72" y="663"/>
                    <a:pt x="70" y="648"/>
                  </a:cubicBezTo>
                  <a:cubicBezTo>
                    <a:pt x="57" y="443"/>
                    <a:pt x="76" y="237"/>
                    <a:pt x="128" y="37"/>
                  </a:cubicBezTo>
                  <a:cubicBezTo>
                    <a:pt x="135" y="16"/>
                    <a:pt x="118" y="1"/>
                    <a:pt x="10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7342;p66">
              <a:extLst>
                <a:ext uri="{FF2B5EF4-FFF2-40B4-BE49-F238E27FC236}">
                  <a16:creationId xmlns:a16="http://schemas.microsoft.com/office/drawing/2014/main" id="{4958568F-E4F2-4EF9-6A4B-54FDF6CEA62F}"/>
                </a:ext>
              </a:extLst>
            </p:cNvPr>
            <p:cNvSpPr/>
            <p:nvPr/>
          </p:nvSpPr>
          <p:spPr>
            <a:xfrm>
              <a:off x="1165551" y="1869686"/>
              <a:ext cx="51988" cy="31429"/>
            </a:xfrm>
            <a:custGeom>
              <a:avLst/>
              <a:gdLst/>
              <a:ahLst/>
              <a:cxnLst/>
              <a:rect l="l" t="t" r="r" b="b"/>
              <a:pathLst>
                <a:path w="708" h="428" extrusionOk="0">
                  <a:moveTo>
                    <a:pt x="667" y="1"/>
                  </a:moveTo>
                  <a:cubicBezTo>
                    <a:pt x="660" y="1"/>
                    <a:pt x="654" y="3"/>
                    <a:pt x="648" y="9"/>
                  </a:cubicBezTo>
                  <a:cubicBezTo>
                    <a:pt x="363" y="313"/>
                    <a:pt x="37" y="371"/>
                    <a:pt x="34" y="371"/>
                  </a:cubicBezTo>
                  <a:cubicBezTo>
                    <a:pt x="1" y="378"/>
                    <a:pt x="5" y="425"/>
                    <a:pt x="37" y="428"/>
                  </a:cubicBezTo>
                  <a:lnTo>
                    <a:pt x="41" y="428"/>
                  </a:lnTo>
                  <a:cubicBezTo>
                    <a:pt x="56" y="425"/>
                    <a:pt x="392" y="366"/>
                    <a:pt x="690" y="47"/>
                  </a:cubicBezTo>
                  <a:cubicBezTo>
                    <a:pt x="707" y="27"/>
                    <a:pt x="688" y="1"/>
                    <a:pt x="66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7343;p66">
              <a:extLst>
                <a:ext uri="{FF2B5EF4-FFF2-40B4-BE49-F238E27FC236}">
                  <a16:creationId xmlns:a16="http://schemas.microsoft.com/office/drawing/2014/main" id="{6E5148FA-F2BB-DED8-787E-534C50702749}"/>
                </a:ext>
              </a:extLst>
            </p:cNvPr>
            <p:cNvSpPr/>
            <p:nvPr/>
          </p:nvSpPr>
          <p:spPr>
            <a:xfrm>
              <a:off x="1185598" y="1883198"/>
              <a:ext cx="33558" cy="20414"/>
            </a:xfrm>
            <a:custGeom>
              <a:avLst/>
              <a:gdLst/>
              <a:ahLst/>
              <a:cxnLst/>
              <a:rect l="l" t="t" r="r" b="b"/>
              <a:pathLst>
                <a:path w="457" h="278" extrusionOk="0">
                  <a:moveTo>
                    <a:pt x="416" y="0"/>
                  </a:moveTo>
                  <a:cubicBezTo>
                    <a:pt x="410" y="0"/>
                    <a:pt x="403" y="3"/>
                    <a:pt x="397" y="8"/>
                  </a:cubicBezTo>
                  <a:cubicBezTo>
                    <a:pt x="287" y="99"/>
                    <a:pt x="163" y="172"/>
                    <a:pt x="31" y="223"/>
                  </a:cubicBezTo>
                  <a:cubicBezTo>
                    <a:pt x="1" y="235"/>
                    <a:pt x="10" y="278"/>
                    <a:pt x="41" y="278"/>
                  </a:cubicBezTo>
                  <a:cubicBezTo>
                    <a:pt x="44" y="278"/>
                    <a:pt x="47" y="278"/>
                    <a:pt x="50" y="276"/>
                  </a:cubicBezTo>
                  <a:cubicBezTo>
                    <a:pt x="190" y="223"/>
                    <a:pt x="320" y="147"/>
                    <a:pt x="435" y="51"/>
                  </a:cubicBezTo>
                  <a:cubicBezTo>
                    <a:pt x="457" y="31"/>
                    <a:pt x="439" y="0"/>
                    <a:pt x="416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7344;p66">
              <a:extLst>
                <a:ext uri="{FF2B5EF4-FFF2-40B4-BE49-F238E27FC236}">
                  <a16:creationId xmlns:a16="http://schemas.microsoft.com/office/drawing/2014/main" id="{C713DC13-8238-F5BA-EB53-9C8E9C3CB011}"/>
                </a:ext>
              </a:extLst>
            </p:cNvPr>
            <p:cNvSpPr/>
            <p:nvPr/>
          </p:nvSpPr>
          <p:spPr>
            <a:xfrm>
              <a:off x="1368446" y="1920648"/>
              <a:ext cx="46334" cy="16889"/>
            </a:xfrm>
            <a:custGeom>
              <a:avLst/>
              <a:gdLst/>
              <a:ahLst/>
              <a:cxnLst/>
              <a:rect l="l" t="t" r="r" b="b"/>
              <a:pathLst>
                <a:path w="631" h="230" extrusionOk="0">
                  <a:moveTo>
                    <a:pt x="589" y="1"/>
                  </a:moveTo>
                  <a:cubicBezTo>
                    <a:pt x="583" y="1"/>
                    <a:pt x="577" y="3"/>
                    <a:pt x="571" y="8"/>
                  </a:cubicBezTo>
                  <a:cubicBezTo>
                    <a:pt x="402" y="152"/>
                    <a:pt x="203" y="172"/>
                    <a:pt x="105" y="172"/>
                  </a:cubicBezTo>
                  <a:cubicBezTo>
                    <a:pt x="69" y="172"/>
                    <a:pt x="47" y="169"/>
                    <a:pt x="46" y="169"/>
                  </a:cubicBezTo>
                  <a:cubicBezTo>
                    <a:pt x="43" y="168"/>
                    <a:pt x="41" y="168"/>
                    <a:pt x="38" y="168"/>
                  </a:cubicBezTo>
                  <a:cubicBezTo>
                    <a:pt x="5" y="168"/>
                    <a:pt x="1" y="224"/>
                    <a:pt x="38" y="226"/>
                  </a:cubicBezTo>
                  <a:cubicBezTo>
                    <a:pt x="56" y="228"/>
                    <a:pt x="73" y="229"/>
                    <a:pt x="90" y="229"/>
                  </a:cubicBezTo>
                  <a:cubicBezTo>
                    <a:pt x="96" y="229"/>
                    <a:pt x="102" y="229"/>
                    <a:pt x="108" y="229"/>
                  </a:cubicBezTo>
                  <a:cubicBezTo>
                    <a:pt x="111" y="229"/>
                    <a:pt x="113" y="229"/>
                    <a:pt x="115" y="229"/>
                  </a:cubicBezTo>
                  <a:cubicBezTo>
                    <a:pt x="294" y="229"/>
                    <a:pt x="469" y="166"/>
                    <a:pt x="608" y="51"/>
                  </a:cubicBezTo>
                  <a:cubicBezTo>
                    <a:pt x="630" y="31"/>
                    <a:pt x="612" y="1"/>
                    <a:pt x="58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7345;p66">
              <a:extLst>
                <a:ext uri="{FF2B5EF4-FFF2-40B4-BE49-F238E27FC236}">
                  <a16:creationId xmlns:a16="http://schemas.microsoft.com/office/drawing/2014/main" id="{0D9B85E6-D0C9-B654-559D-F5864237B03A}"/>
                </a:ext>
              </a:extLst>
            </p:cNvPr>
            <p:cNvSpPr/>
            <p:nvPr/>
          </p:nvSpPr>
          <p:spPr>
            <a:xfrm>
              <a:off x="1380342" y="1933352"/>
              <a:ext cx="26949" cy="10941"/>
            </a:xfrm>
            <a:custGeom>
              <a:avLst/>
              <a:gdLst/>
              <a:ahLst/>
              <a:cxnLst/>
              <a:rect l="l" t="t" r="r" b="b"/>
              <a:pathLst>
                <a:path w="367" h="149" extrusionOk="0">
                  <a:moveTo>
                    <a:pt x="326" y="0"/>
                  </a:moveTo>
                  <a:cubicBezTo>
                    <a:pt x="321" y="0"/>
                    <a:pt x="316" y="2"/>
                    <a:pt x="310" y="5"/>
                  </a:cubicBezTo>
                  <a:cubicBezTo>
                    <a:pt x="207" y="78"/>
                    <a:pt x="130" y="91"/>
                    <a:pt x="88" y="91"/>
                  </a:cubicBezTo>
                  <a:cubicBezTo>
                    <a:pt x="65" y="91"/>
                    <a:pt x="52" y="87"/>
                    <a:pt x="51" y="87"/>
                  </a:cubicBezTo>
                  <a:cubicBezTo>
                    <a:pt x="47" y="86"/>
                    <a:pt x="44" y="85"/>
                    <a:pt x="40" y="85"/>
                  </a:cubicBezTo>
                  <a:cubicBezTo>
                    <a:pt x="13" y="85"/>
                    <a:pt x="1" y="126"/>
                    <a:pt x="30" y="139"/>
                  </a:cubicBezTo>
                  <a:cubicBezTo>
                    <a:pt x="49" y="145"/>
                    <a:pt x="69" y="148"/>
                    <a:pt x="90" y="148"/>
                  </a:cubicBezTo>
                  <a:cubicBezTo>
                    <a:pt x="142" y="148"/>
                    <a:pt x="230" y="130"/>
                    <a:pt x="343" y="51"/>
                  </a:cubicBezTo>
                  <a:cubicBezTo>
                    <a:pt x="366" y="33"/>
                    <a:pt x="349" y="0"/>
                    <a:pt x="326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7346;p66">
              <a:extLst>
                <a:ext uri="{FF2B5EF4-FFF2-40B4-BE49-F238E27FC236}">
                  <a16:creationId xmlns:a16="http://schemas.microsoft.com/office/drawing/2014/main" id="{5C776B1B-CD5F-EF5C-F8F3-FBB2C8BBEAC1}"/>
                </a:ext>
              </a:extLst>
            </p:cNvPr>
            <p:cNvSpPr/>
            <p:nvPr/>
          </p:nvSpPr>
          <p:spPr>
            <a:xfrm>
              <a:off x="1205645" y="1983801"/>
              <a:ext cx="22763" cy="17330"/>
            </a:xfrm>
            <a:custGeom>
              <a:avLst/>
              <a:gdLst/>
              <a:ahLst/>
              <a:cxnLst/>
              <a:rect l="l" t="t" r="r" b="b"/>
              <a:pathLst>
                <a:path w="310" h="236" extrusionOk="0">
                  <a:moveTo>
                    <a:pt x="154" y="1"/>
                  </a:moveTo>
                  <a:cubicBezTo>
                    <a:pt x="69" y="1"/>
                    <a:pt x="1" y="53"/>
                    <a:pt x="1" y="117"/>
                  </a:cubicBezTo>
                  <a:cubicBezTo>
                    <a:pt x="1" y="183"/>
                    <a:pt x="69" y="235"/>
                    <a:pt x="154" y="235"/>
                  </a:cubicBezTo>
                  <a:cubicBezTo>
                    <a:pt x="239" y="235"/>
                    <a:pt x="309" y="183"/>
                    <a:pt x="309" y="117"/>
                  </a:cubicBezTo>
                  <a:cubicBezTo>
                    <a:pt x="309" y="53"/>
                    <a:pt x="239" y="1"/>
                    <a:pt x="154" y="1"/>
                  </a:cubicBezTo>
                  <a:close/>
                </a:path>
              </a:pathLst>
            </a:custGeom>
            <a:solidFill>
              <a:srgbClr val="F54B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7347;p66">
              <a:extLst>
                <a:ext uri="{FF2B5EF4-FFF2-40B4-BE49-F238E27FC236}">
                  <a16:creationId xmlns:a16="http://schemas.microsoft.com/office/drawing/2014/main" id="{5B307567-5AC4-CC8A-B3B3-3FEC3C282B38}"/>
                </a:ext>
              </a:extLst>
            </p:cNvPr>
            <p:cNvSpPr/>
            <p:nvPr/>
          </p:nvSpPr>
          <p:spPr>
            <a:xfrm>
              <a:off x="1340468" y="1983801"/>
              <a:ext cx="22690" cy="17330"/>
            </a:xfrm>
            <a:custGeom>
              <a:avLst/>
              <a:gdLst/>
              <a:ahLst/>
              <a:cxnLst/>
              <a:rect l="l" t="t" r="r" b="b"/>
              <a:pathLst>
                <a:path w="309" h="236" extrusionOk="0">
                  <a:moveTo>
                    <a:pt x="154" y="1"/>
                  </a:moveTo>
                  <a:cubicBezTo>
                    <a:pt x="69" y="1"/>
                    <a:pt x="0" y="53"/>
                    <a:pt x="0" y="117"/>
                  </a:cubicBezTo>
                  <a:cubicBezTo>
                    <a:pt x="0" y="183"/>
                    <a:pt x="69" y="235"/>
                    <a:pt x="154" y="235"/>
                  </a:cubicBezTo>
                  <a:cubicBezTo>
                    <a:pt x="239" y="235"/>
                    <a:pt x="309" y="183"/>
                    <a:pt x="309" y="117"/>
                  </a:cubicBezTo>
                  <a:cubicBezTo>
                    <a:pt x="309" y="53"/>
                    <a:pt x="239" y="1"/>
                    <a:pt x="154" y="1"/>
                  </a:cubicBezTo>
                  <a:close/>
                </a:path>
              </a:pathLst>
            </a:custGeom>
            <a:solidFill>
              <a:srgbClr val="F54B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7348;p66">
              <a:extLst>
                <a:ext uri="{FF2B5EF4-FFF2-40B4-BE49-F238E27FC236}">
                  <a16:creationId xmlns:a16="http://schemas.microsoft.com/office/drawing/2014/main" id="{F25CE1FE-1C8B-D182-FAC2-F35107AF6D8E}"/>
                </a:ext>
              </a:extLst>
            </p:cNvPr>
            <p:cNvSpPr/>
            <p:nvPr/>
          </p:nvSpPr>
          <p:spPr>
            <a:xfrm>
              <a:off x="639406" y="2780398"/>
              <a:ext cx="1255726" cy="4186"/>
            </a:xfrm>
            <a:custGeom>
              <a:avLst/>
              <a:gdLst/>
              <a:ahLst/>
              <a:cxnLst/>
              <a:rect l="l" t="t" r="r" b="b"/>
              <a:pathLst>
                <a:path w="17101" h="57" extrusionOk="0">
                  <a:moveTo>
                    <a:pt x="17073" y="1"/>
                  </a:moveTo>
                  <a:cubicBezTo>
                    <a:pt x="17072" y="1"/>
                    <a:pt x="17070" y="1"/>
                    <a:pt x="17069" y="1"/>
                  </a:cubicBezTo>
                  <a:lnTo>
                    <a:pt x="34" y="1"/>
                  </a:lnTo>
                  <a:cubicBezTo>
                    <a:pt x="1" y="6"/>
                    <a:pt x="1" y="52"/>
                    <a:pt x="34" y="56"/>
                  </a:cubicBezTo>
                  <a:lnTo>
                    <a:pt x="17069" y="56"/>
                  </a:lnTo>
                  <a:cubicBezTo>
                    <a:pt x="17070" y="57"/>
                    <a:pt x="17072" y="57"/>
                    <a:pt x="17073" y="57"/>
                  </a:cubicBezTo>
                  <a:cubicBezTo>
                    <a:pt x="17100" y="57"/>
                    <a:pt x="17100" y="1"/>
                    <a:pt x="17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4" name="Google Shape;7349;p66">
              <a:extLst>
                <a:ext uri="{FF2B5EF4-FFF2-40B4-BE49-F238E27FC236}">
                  <a16:creationId xmlns:a16="http://schemas.microsoft.com/office/drawing/2014/main" id="{3CE712AE-AD13-B5A0-716F-928C4D08B74E}"/>
                </a:ext>
              </a:extLst>
            </p:cNvPr>
            <p:cNvGrpSpPr/>
            <p:nvPr/>
          </p:nvGrpSpPr>
          <p:grpSpPr>
            <a:xfrm>
              <a:off x="1025037" y="2115952"/>
              <a:ext cx="705442" cy="1201429"/>
              <a:chOff x="2377475" y="4252838"/>
              <a:chExt cx="240175" cy="409025"/>
            </a:xfrm>
          </p:grpSpPr>
          <p:sp>
            <p:nvSpPr>
              <p:cNvPr id="1765" name="Google Shape;7350;p66">
                <a:extLst>
                  <a:ext uri="{FF2B5EF4-FFF2-40B4-BE49-F238E27FC236}">
                    <a16:creationId xmlns:a16="http://schemas.microsoft.com/office/drawing/2014/main" id="{ADCB2A49-1AA8-F3C0-0987-A7A8100B5369}"/>
                  </a:ext>
                </a:extLst>
              </p:cNvPr>
              <p:cNvSpPr/>
              <p:nvPr/>
            </p:nvSpPr>
            <p:spPr>
              <a:xfrm>
                <a:off x="2416925" y="4596513"/>
                <a:ext cx="59400" cy="65350"/>
              </a:xfrm>
              <a:custGeom>
                <a:avLst/>
                <a:gdLst/>
                <a:ahLst/>
                <a:cxnLst/>
                <a:rect l="l" t="t" r="r" b="b"/>
                <a:pathLst>
                  <a:path w="2376" h="2614" extrusionOk="0">
                    <a:moveTo>
                      <a:pt x="1948" y="1"/>
                    </a:moveTo>
                    <a:lnTo>
                      <a:pt x="1140" y="244"/>
                    </a:lnTo>
                    <a:cubicBezTo>
                      <a:pt x="1140" y="244"/>
                      <a:pt x="865" y="921"/>
                      <a:pt x="637" y="1421"/>
                    </a:cubicBezTo>
                    <a:cubicBezTo>
                      <a:pt x="407" y="1922"/>
                      <a:pt x="0" y="2354"/>
                      <a:pt x="203" y="2490"/>
                    </a:cubicBezTo>
                    <a:cubicBezTo>
                      <a:pt x="303" y="2557"/>
                      <a:pt x="540" y="2613"/>
                      <a:pt x="783" y="2613"/>
                    </a:cubicBezTo>
                    <a:cubicBezTo>
                      <a:pt x="1034" y="2613"/>
                      <a:pt x="1291" y="2553"/>
                      <a:pt x="1408" y="2381"/>
                    </a:cubicBezTo>
                    <a:cubicBezTo>
                      <a:pt x="1638" y="2042"/>
                      <a:pt x="1827" y="1268"/>
                      <a:pt x="2010" y="1045"/>
                    </a:cubicBezTo>
                    <a:cubicBezTo>
                      <a:pt x="2376" y="597"/>
                      <a:pt x="1948" y="1"/>
                      <a:pt x="19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7351;p66">
                <a:extLst>
                  <a:ext uri="{FF2B5EF4-FFF2-40B4-BE49-F238E27FC236}">
                    <a16:creationId xmlns:a16="http://schemas.microsoft.com/office/drawing/2014/main" id="{8B4E54F4-1F31-5520-215A-03214A450F43}"/>
                  </a:ext>
                </a:extLst>
              </p:cNvPr>
              <p:cNvSpPr/>
              <p:nvPr/>
            </p:nvSpPr>
            <p:spPr>
              <a:xfrm>
                <a:off x="2544725" y="4529463"/>
                <a:ext cx="729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2917" h="2072" extrusionOk="0">
                    <a:moveTo>
                      <a:pt x="937" y="0"/>
                    </a:moveTo>
                    <a:lnTo>
                      <a:pt x="108" y="154"/>
                    </a:lnTo>
                    <a:cubicBezTo>
                      <a:pt x="108" y="154"/>
                      <a:pt x="0" y="880"/>
                      <a:pt x="531" y="1111"/>
                    </a:cubicBezTo>
                    <a:cubicBezTo>
                      <a:pt x="795" y="1226"/>
                      <a:pt x="1320" y="1827"/>
                      <a:pt x="1678" y="2022"/>
                    </a:cubicBezTo>
                    <a:cubicBezTo>
                      <a:pt x="1741" y="2057"/>
                      <a:pt x="1812" y="2071"/>
                      <a:pt x="1888" y="2071"/>
                    </a:cubicBezTo>
                    <a:cubicBezTo>
                      <a:pt x="2246" y="2071"/>
                      <a:pt x="2700" y="1742"/>
                      <a:pt x="2798" y="1566"/>
                    </a:cubicBezTo>
                    <a:cubicBezTo>
                      <a:pt x="2917" y="1353"/>
                      <a:pt x="2358" y="1155"/>
                      <a:pt x="1924" y="816"/>
                    </a:cubicBezTo>
                    <a:cubicBezTo>
                      <a:pt x="1490" y="476"/>
                      <a:pt x="937" y="0"/>
                      <a:pt x="9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7352;p66">
                <a:extLst>
                  <a:ext uri="{FF2B5EF4-FFF2-40B4-BE49-F238E27FC236}">
                    <a16:creationId xmlns:a16="http://schemas.microsoft.com/office/drawing/2014/main" id="{032E16B6-647D-21D1-CFEC-51183CEAC8E3}"/>
                  </a:ext>
                </a:extLst>
              </p:cNvPr>
              <p:cNvSpPr/>
              <p:nvPr/>
            </p:nvSpPr>
            <p:spPr>
              <a:xfrm>
                <a:off x="2386050" y="4358163"/>
                <a:ext cx="186400" cy="246475"/>
              </a:xfrm>
              <a:custGeom>
                <a:avLst/>
                <a:gdLst/>
                <a:ahLst/>
                <a:cxnLst/>
                <a:rect l="l" t="t" r="r" b="b"/>
                <a:pathLst>
                  <a:path w="7456" h="9859" extrusionOk="0">
                    <a:moveTo>
                      <a:pt x="4653" y="0"/>
                    </a:moveTo>
                    <a:lnTo>
                      <a:pt x="4653" y="0"/>
                    </a:lnTo>
                    <a:cubicBezTo>
                      <a:pt x="4051" y="142"/>
                      <a:pt x="3466" y="190"/>
                      <a:pt x="2945" y="190"/>
                    </a:cubicBezTo>
                    <a:cubicBezTo>
                      <a:pt x="2282" y="190"/>
                      <a:pt x="1722" y="111"/>
                      <a:pt x="1361" y="42"/>
                    </a:cubicBezTo>
                    <a:lnTo>
                      <a:pt x="1361" y="42"/>
                    </a:lnTo>
                    <a:cubicBezTo>
                      <a:pt x="1401" y="203"/>
                      <a:pt x="1429" y="299"/>
                      <a:pt x="1429" y="299"/>
                    </a:cubicBezTo>
                    <a:cubicBezTo>
                      <a:pt x="977" y="756"/>
                      <a:pt x="293" y="1760"/>
                      <a:pt x="162" y="2626"/>
                    </a:cubicBezTo>
                    <a:lnTo>
                      <a:pt x="163" y="2626"/>
                    </a:lnTo>
                    <a:cubicBezTo>
                      <a:pt x="1" y="3487"/>
                      <a:pt x="637" y="4499"/>
                      <a:pt x="1601" y="4511"/>
                    </a:cubicBezTo>
                    <a:lnTo>
                      <a:pt x="2424" y="4511"/>
                    </a:lnTo>
                    <a:cubicBezTo>
                      <a:pt x="2008" y="6785"/>
                      <a:pt x="2161" y="9848"/>
                      <a:pt x="2161" y="9848"/>
                    </a:cubicBezTo>
                    <a:lnTo>
                      <a:pt x="3439" y="9859"/>
                    </a:lnTo>
                    <a:cubicBezTo>
                      <a:pt x="3439" y="9859"/>
                      <a:pt x="4671" y="6635"/>
                      <a:pt x="4874" y="4340"/>
                    </a:cubicBezTo>
                    <a:cubicBezTo>
                      <a:pt x="5552" y="5855"/>
                      <a:pt x="6341" y="7256"/>
                      <a:pt x="6341" y="7256"/>
                    </a:cubicBezTo>
                    <a:lnTo>
                      <a:pt x="7455" y="6809"/>
                    </a:lnTo>
                    <a:cubicBezTo>
                      <a:pt x="7455" y="6809"/>
                      <a:pt x="6519" y="1046"/>
                      <a:pt x="4662" y="643"/>
                    </a:cubicBezTo>
                    <a:lnTo>
                      <a:pt x="4573" y="299"/>
                    </a:lnTo>
                    <a:cubicBezTo>
                      <a:pt x="4573" y="299"/>
                      <a:pt x="4604" y="187"/>
                      <a:pt x="46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7353;p66">
                <a:extLst>
                  <a:ext uri="{FF2B5EF4-FFF2-40B4-BE49-F238E27FC236}">
                    <a16:creationId xmlns:a16="http://schemas.microsoft.com/office/drawing/2014/main" id="{F86B4047-1C1B-6733-7BC2-3D450B7EF403}"/>
                  </a:ext>
                </a:extLst>
              </p:cNvPr>
              <p:cNvSpPr/>
              <p:nvPr/>
            </p:nvSpPr>
            <p:spPr>
              <a:xfrm>
                <a:off x="2378475" y="4252838"/>
                <a:ext cx="161075" cy="119500"/>
              </a:xfrm>
              <a:custGeom>
                <a:avLst/>
                <a:gdLst/>
                <a:ahLst/>
                <a:cxnLst/>
                <a:rect l="l" t="t" r="r" b="b"/>
                <a:pathLst>
                  <a:path w="6443" h="4780" extrusionOk="0">
                    <a:moveTo>
                      <a:pt x="2067" y="1"/>
                    </a:moveTo>
                    <a:cubicBezTo>
                      <a:pt x="1926" y="1"/>
                      <a:pt x="1786" y="7"/>
                      <a:pt x="1646" y="19"/>
                    </a:cubicBezTo>
                    <a:cubicBezTo>
                      <a:pt x="1033" y="69"/>
                      <a:pt x="542" y="1185"/>
                      <a:pt x="1" y="2643"/>
                    </a:cubicBezTo>
                    <a:cubicBezTo>
                      <a:pt x="463" y="3152"/>
                      <a:pt x="1324" y="3232"/>
                      <a:pt x="1324" y="3232"/>
                    </a:cubicBezTo>
                    <a:cubicBezTo>
                      <a:pt x="1324" y="3232"/>
                      <a:pt x="1488" y="4351"/>
                      <a:pt x="1732" y="4512"/>
                    </a:cubicBezTo>
                    <a:cubicBezTo>
                      <a:pt x="2362" y="4712"/>
                      <a:pt x="2922" y="4779"/>
                      <a:pt x="3387" y="4779"/>
                    </a:cubicBezTo>
                    <a:cubicBezTo>
                      <a:pt x="4318" y="4779"/>
                      <a:pt x="4874" y="4512"/>
                      <a:pt x="4874" y="4512"/>
                    </a:cubicBezTo>
                    <a:cubicBezTo>
                      <a:pt x="4874" y="4512"/>
                      <a:pt x="5248" y="4200"/>
                      <a:pt x="5386" y="3232"/>
                    </a:cubicBezTo>
                    <a:cubicBezTo>
                      <a:pt x="6095" y="3168"/>
                      <a:pt x="6443" y="2740"/>
                      <a:pt x="6443" y="2740"/>
                    </a:cubicBezTo>
                    <a:cubicBezTo>
                      <a:pt x="6443" y="2740"/>
                      <a:pt x="5659" y="688"/>
                      <a:pt x="5350" y="354"/>
                    </a:cubicBezTo>
                    <a:cubicBezTo>
                      <a:pt x="5163" y="152"/>
                      <a:pt x="4606" y="128"/>
                      <a:pt x="4351" y="128"/>
                    </a:cubicBezTo>
                    <a:cubicBezTo>
                      <a:pt x="4270" y="128"/>
                      <a:pt x="4220" y="131"/>
                      <a:pt x="4220" y="131"/>
                    </a:cubicBezTo>
                    <a:cubicBezTo>
                      <a:pt x="4220" y="131"/>
                      <a:pt x="4218" y="749"/>
                      <a:pt x="3489" y="749"/>
                    </a:cubicBezTo>
                    <a:cubicBezTo>
                      <a:pt x="2760" y="749"/>
                      <a:pt x="2758" y="48"/>
                      <a:pt x="2758" y="48"/>
                    </a:cubicBezTo>
                    <a:cubicBezTo>
                      <a:pt x="2529" y="17"/>
                      <a:pt x="2298" y="1"/>
                      <a:pt x="20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7354;p66">
                <a:extLst>
                  <a:ext uri="{FF2B5EF4-FFF2-40B4-BE49-F238E27FC236}">
                    <a16:creationId xmlns:a16="http://schemas.microsoft.com/office/drawing/2014/main" id="{55AD8003-7402-C005-7FAE-6B825C5DE300}"/>
                  </a:ext>
                </a:extLst>
              </p:cNvPr>
              <p:cNvSpPr/>
              <p:nvPr/>
            </p:nvSpPr>
            <p:spPr>
              <a:xfrm>
                <a:off x="2511350" y="4285113"/>
                <a:ext cx="7725" cy="456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825" extrusionOk="0">
                    <a:moveTo>
                      <a:pt x="264" y="0"/>
                    </a:moveTo>
                    <a:cubicBezTo>
                      <a:pt x="258" y="0"/>
                      <a:pt x="252" y="3"/>
                      <a:pt x="248" y="9"/>
                    </a:cubicBezTo>
                    <a:cubicBezTo>
                      <a:pt x="1" y="283"/>
                      <a:pt x="32" y="680"/>
                      <a:pt x="62" y="1063"/>
                    </a:cubicBezTo>
                    <a:cubicBezTo>
                      <a:pt x="81" y="1313"/>
                      <a:pt x="100" y="1573"/>
                      <a:pt x="39" y="1789"/>
                    </a:cubicBezTo>
                    <a:cubicBezTo>
                      <a:pt x="35" y="1807"/>
                      <a:pt x="48" y="1825"/>
                      <a:pt x="66" y="1825"/>
                    </a:cubicBezTo>
                    <a:cubicBezTo>
                      <a:pt x="80" y="1825"/>
                      <a:pt x="90" y="1816"/>
                      <a:pt x="93" y="1804"/>
                    </a:cubicBezTo>
                    <a:cubicBezTo>
                      <a:pt x="157" y="1579"/>
                      <a:pt x="138" y="1313"/>
                      <a:pt x="117" y="1058"/>
                    </a:cubicBezTo>
                    <a:cubicBezTo>
                      <a:pt x="89" y="687"/>
                      <a:pt x="59" y="302"/>
                      <a:pt x="290" y="46"/>
                    </a:cubicBezTo>
                    <a:cubicBezTo>
                      <a:pt x="308" y="30"/>
                      <a:pt x="284" y="0"/>
                      <a:pt x="2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7355;p66">
                <a:extLst>
                  <a:ext uri="{FF2B5EF4-FFF2-40B4-BE49-F238E27FC236}">
                    <a16:creationId xmlns:a16="http://schemas.microsoft.com/office/drawing/2014/main" id="{9326F99C-0787-0997-AFC9-0609A267DC0D}"/>
                  </a:ext>
                </a:extLst>
              </p:cNvPr>
              <p:cNvSpPr/>
              <p:nvPr/>
            </p:nvSpPr>
            <p:spPr>
              <a:xfrm>
                <a:off x="2410275" y="4280738"/>
                <a:ext cx="6625" cy="50600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024" extrusionOk="0">
                    <a:moveTo>
                      <a:pt x="53" y="0"/>
                    </a:moveTo>
                    <a:cubicBezTo>
                      <a:pt x="32" y="0"/>
                      <a:pt x="12" y="25"/>
                      <a:pt x="29" y="46"/>
                    </a:cubicBezTo>
                    <a:cubicBezTo>
                      <a:pt x="52" y="72"/>
                      <a:pt x="77" y="94"/>
                      <a:pt x="105" y="114"/>
                    </a:cubicBezTo>
                    <a:cubicBezTo>
                      <a:pt x="147" y="146"/>
                      <a:pt x="205" y="191"/>
                      <a:pt x="208" y="222"/>
                    </a:cubicBezTo>
                    <a:cubicBezTo>
                      <a:pt x="187" y="380"/>
                      <a:pt x="163" y="540"/>
                      <a:pt x="137" y="710"/>
                    </a:cubicBezTo>
                    <a:cubicBezTo>
                      <a:pt x="71" y="1139"/>
                      <a:pt x="1" y="1584"/>
                      <a:pt x="17" y="1997"/>
                    </a:cubicBezTo>
                    <a:cubicBezTo>
                      <a:pt x="17" y="2012"/>
                      <a:pt x="31" y="2024"/>
                      <a:pt x="46" y="2024"/>
                    </a:cubicBezTo>
                    <a:lnTo>
                      <a:pt x="47" y="2024"/>
                    </a:lnTo>
                    <a:cubicBezTo>
                      <a:pt x="62" y="2024"/>
                      <a:pt x="74" y="2010"/>
                      <a:pt x="74" y="1995"/>
                    </a:cubicBezTo>
                    <a:cubicBezTo>
                      <a:pt x="59" y="1588"/>
                      <a:pt x="126" y="1145"/>
                      <a:pt x="193" y="719"/>
                    </a:cubicBezTo>
                    <a:cubicBezTo>
                      <a:pt x="219" y="547"/>
                      <a:pt x="244" y="386"/>
                      <a:pt x="265" y="227"/>
                    </a:cubicBezTo>
                    <a:cubicBezTo>
                      <a:pt x="265" y="227"/>
                      <a:pt x="265" y="225"/>
                      <a:pt x="265" y="224"/>
                    </a:cubicBezTo>
                    <a:cubicBezTo>
                      <a:pt x="265" y="164"/>
                      <a:pt x="198" y="114"/>
                      <a:pt x="140" y="69"/>
                    </a:cubicBezTo>
                    <a:cubicBezTo>
                      <a:pt x="116" y="51"/>
                      <a:pt x="93" y="33"/>
                      <a:pt x="74" y="11"/>
                    </a:cubicBezTo>
                    <a:cubicBezTo>
                      <a:pt x="68" y="3"/>
                      <a:pt x="60" y="0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7356;p66">
                <a:extLst>
                  <a:ext uri="{FF2B5EF4-FFF2-40B4-BE49-F238E27FC236}">
                    <a16:creationId xmlns:a16="http://schemas.microsoft.com/office/drawing/2014/main" id="{E953F291-A621-56C8-BAD4-46B6386791A9}"/>
                  </a:ext>
                </a:extLst>
              </p:cNvPr>
              <p:cNvSpPr/>
              <p:nvPr/>
            </p:nvSpPr>
            <p:spPr>
              <a:xfrm>
                <a:off x="2377475" y="4318188"/>
                <a:ext cx="35000" cy="1617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647" extrusionOk="0">
                    <a:moveTo>
                      <a:pt x="41" y="1"/>
                    </a:moveTo>
                    <a:cubicBezTo>
                      <a:pt x="20" y="1"/>
                      <a:pt x="0" y="27"/>
                      <a:pt x="20" y="49"/>
                    </a:cubicBezTo>
                    <a:cubicBezTo>
                      <a:pt x="25" y="55"/>
                      <a:pt x="136" y="178"/>
                      <a:pt x="359" y="315"/>
                    </a:cubicBezTo>
                    <a:cubicBezTo>
                      <a:pt x="663" y="500"/>
                      <a:pt x="1006" y="614"/>
                      <a:pt x="1361" y="647"/>
                    </a:cubicBezTo>
                    <a:lnTo>
                      <a:pt x="1364" y="647"/>
                    </a:lnTo>
                    <a:cubicBezTo>
                      <a:pt x="1396" y="645"/>
                      <a:pt x="1399" y="596"/>
                      <a:pt x="1367" y="591"/>
                    </a:cubicBezTo>
                    <a:cubicBezTo>
                      <a:pt x="512" y="506"/>
                      <a:pt x="66" y="16"/>
                      <a:pt x="62" y="11"/>
                    </a:cubicBezTo>
                    <a:cubicBezTo>
                      <a:pt x="56" y="4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7357;p66">
                <a:extLst>
                  <a:ext uri="{FF2B5EF4-FFF2-40B4-BE49-F238E27FC236}">
                    <a16:creationId xmlns:a16="http://schemas.microsoft.com/office/drawing/2014/main" id="{F68CB991-9EC3-332A-D688-9D0006AFE374}"/>
                  </a:ext>
                </a:extLst>
              </p:cNvPr>
              <p:cNvSpPr/>
              <p:nvPr/>
            </p:nvSpPr>
            <p:spPr>
              <a:xfrm>
                <a:off x="2512275" y="4320638"/>
                <a:ext cx="28275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549" extrusionOk="0">
                    <a:moveTo>
                      <a:pt x="1090" y="0"/>
                    </a:moveTo>
                    <a:cubicBezTo>
                      <a:pt x="1083" y="0"/>
                      <a:pt x="1076" y="3"/>
                      <a:pt x="1070" y="9"/>
                    </a:cubicBezTo>
                    <a:cubicBezTo>
                      <a:pt x="1066" y="13"/>
                      <a:pt x="617" y="450"/>
                      <a:pt x="32" y="493"/>
                    </a:cubicBezTo>
                    <a:cubicBezTo>
                      <a:pt x="1" y="499"/>
                      <a:pt x="2" y="544"/>
                      <a:pt x="34" y="549"/>
                    </a:cubicBezTo>
                    <a:lnTo>
                      <a:pt x="37" y="549"/>
                    </a:lnTo>
                    <a:cubicBezTo>
                      <a:pt x="642" y="505"/>
                      <a:pt x="1091" y="68"/>
                      <a:pt x="1110" y="49"/>
                    </a:cubicBezTo>
                    <a:cubicBezTo>
                      <a:pt x="1131" y="28"/>
                      <a:pt x="1112" y="0"/>
                      <a:pt x="1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7358;p66">
                <a:extLst>
                  <a:ext uri="{FF2B5EF4-FFF2-40B4-BE49-F238E27FC236}">
                    <a16:creationId xmlns:a16="http://schemas.microsoft.com/office/drawing/2014/main" id="{0BE530CC-63C4-C0FB-1638-225CF742C0FE}"/>
                  </a:ext>
                </a:extLst>
              </p:cNvPr>
              <p:cNvSpPr/>
              <p:nvPr/>
            </p:nvSpPr>
            <p:spPr>
              <a:xfrm>
                <a:off x="2413525" y="4372463"/>
                <a:ext cx="89525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3581" h="1018" extrusionOk="0">
                    <a:moveTo>
                      <a:pt x="3551" y="1"/>
                    </a:moveTo>
                    <a:cubicBezTo>
                      <a:pt x="3535" y="1"/>
                      <a:pt x="1932" y="58"/>
                      <a:pt x="29" y="964"/>
                    </a:cubicBezTo>
                    <a:cubicBezTo>
                      <a:pt x="1" y="978"/>
                      <a:pt x="11" y="1018"/>
                      <a:pt x="41" y="1018"/>
                    </a:cubicBezTo>
                    <a:cubicBezTo>
                      <a:pt x="45" y="1018"/>
                      <a:pt x="50" y="1018"/>
                      <a:pt x="54" y="1015"/>
                    </a:cubicBezTo>
                    <a:cubicBezTo>
                      <a:pt x="1945" y="114"/>
                      <a:pt x="3538" y="58"/>
                      <a:pt x="3553" y="58"/>
                    </a:cubicBezTo>
                    <a:cubicBezTo>
                      <a:pt x="3569" y="56"/>
                      <a:pt x="3581" y="44"/>
                      <a:pt x="3581" y="28"/>
                    </a:cubicBezTo>
                    <a:cubicBezTo>
                      <a:pt x="3580" y="13"/>
                      <a:pt x="3568" y="1"/>
                      <a:pt x="35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7359;p66">
                <a:extLst>
                  <a:ext uri="{FF2B5EF4-FFF2-40B4-BE49-F238E27FC236}">
                    <a16:creationId xmlns:a16="http://schemas.microsoft.com/office/drawing/2014/main" id="{C7C26525-833A-E7FD-D79A-F047E2323C8A}"/>
                  </a:ext>
                </a:extLst>
              </p:cNvPr>
              <p:cNvSpPr/>
              <p:nvPr/>
            </p:nvSpPr>
            <p:spPr>
              <a:xfrm>
                <a:off x="2445825" y="4411663"/>
                <a:ext cx="6735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2397" extrusionOk="0">
                    <a:moveTo>
                      <a:pt x="1480" y="1"/>
                    </a:moveTo>
                    <a:cubicBezTo>
                      <a:pt x="1284" y="1"/>
                      <a:pt x="1103" y="55"/>
                      <a:pt x="938" y="164"/>
                    </a:cubicBezTo>
                    <a:cubicBezTo>
                      <a:pt x="462" y="477"/>
                      <a:pt x="139" y="1239"/>
                      <a:pt x="3" y="2365"/>
                    </a:cubicBezTo>
                    <a:cubicBezTo>
                      <a:pt x="0" y="2382"/>
                      <a:pt x="12" y="2395"/>
                      <a:pt x="27" y="2397"/>
                    </a:cubicBezTo>
                    <a:lnTo>
                      <a:pt x="31" y="2397"/>
                    </a:lnTo>
                    <a:cubicBezTo>
                      <a:pt x="45" y="2397"/>
                      <a:pt x="57" y="2386"/>
                      <a:pt x="58" y="2371"/>
                    </a:cubicBezTo>
                    <a:cubicBezTo>
                      <a:pt x="194" y="1262"/>
                      <a:pt x="509" y="515"/>
                      <a:pt x="969" y="210"/>
                    </a:cubicBezTo>
                    <a:cubicBezTo>
                      <a:pt x="1124" y="109"/>
                      <a:pt x="1295" y="57"/>
                      <a:pt x="1479" y="57"/>
                    </a:cubicBezTo>
                    <a:cubicBezTo>
                      <a:pt x="1584" y="57"/>
                      <a:pt x="1694" y="74"/>
                      <a:pt x="1807" y="108"/>
                    </a:cubicBezTo>
                    <a:cubicBezTo>
                      <a:pt x="2693" y="367"/>
                      <a:pt x="2462" y="2107"/>
                      <a:pt x="2460" y="2124"/>
                    </a:cubicBezTo>
                    <a:cubicBezTo>
                      <a:pt x="2458" y="2140"/>
                      <a:pt x="2468" y="2153"/>
                      <a:pt x="2484" y="2156"/>
                    </a:cubicBezTo>
                    <a:cubicBezTo>
                      <a:pt x="2485" y="2157"/>
                      <a:pt x="2486" y="2157"/>
                      <a:pt x="2487" y="2157"/>
                    </a:cubicBezTo>
                    <a:cubicBezTo>
                      <a:pt x="2501" y="2157"/>
                      <a:pt x="2514" y="2146"/>
                      <a:pt x="2516" y="2131"/>
                    </a:cubicBezTo>
                    <a:cubicBezTo>
                      <a:pt x="2553" y="1822"/>
                      <a:pt x="2556" y="1511"/>
                      <a:pt x="2525" y="1202"/>
                    </a:cubicBezTo>
                    <a:cubicBezTo>
                      <a:pt x="2453" y="564"/>
                      <a:pt x="2211" y="167"/>
                      <a:pt x="1822" y="52"/>
                    </a:cubicBezTo>
                    <a:cubicBezTo>
                      <a:pt x="1704" y="18"/>
                      <a:pt x="1590" y="1"/>
                      <a:pt x="14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7360;p66">
                <a:extLst>
                  <a:ext uri="{FF2B5EF4-FFF2-40B4-BE49-F238E27FC236}">
                    <a16:creationId xmlns:a16="http://schemas.microsoft.com/office/drawing/2014/main" id="{90709817-8E7B-2A73-7DF8-B0C065C4DE5B}"/>
                  </a:ext>
                </a:extLst>
              </p:cNvPr>
              <p:cNvSpPr/>
              <p:nvPr/>
            </p:nvSpPr>
            <p:spPr>
              <a:xfrm>
                <a:off x="2439275" y="4603663"/>
                <a:ext cx="335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68" extrusionOk="0">
                    <a:moveTo>
                      <a:pt x="28" y="1"/>
                    </a:moveTo>
                    <a:cubicBezTo>
                      <a:pt x="1" y="1"/>
                      <a:pt x="1" y="57"/>
                      <a:pt x="28" y="57"/>
                    </a:cubicBezTo>
                    <a:cubicBezTo>
                      <a:pt x="30" y="57"/>
                      <a:pt x="31" y="57"/>
                      <a:pt x="32" y="56"/>
                    </a:cubicBezTo>
                    <a:lnTo>
                      <a:pt x="1309" y="67"/>
                    </a:lnTo>
                    <a:cubicBezTo>
                      <a:pt x="1310" y="67"/>
                      <a:pt x="1312" y="67"/>
                      <a:pt x="1313" y="67"/>
                    </a:cubicBezTo>
                    <a:cubicBezTo>
                      <a:pt x="1340" y="67"/>
                      <a:pt x="1340" y="11"/>
                      <a:pt x="1313" y="11"/>
                    </a:cubicBezTo>
                    <a:cubicBezTo>
                      <a:pt x="1312" y="11"/>
                      <a:pt x="1310" y="11"/>
                      <a:pt x="1309" y="12"/>
                    </a:cubicBezTo>
                    <a:lnTo>
                      <a:pt x="32" y="1"/>
                    </a:lnTo>
                    <a:cubicBezTo>
                      <a:pt x="31" y="1"/>
                      <a:pt x="30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7361;p66">
                <a:extLst>
                  <a:ext uri="{FF2B5EF4-FFF2-40B4-BE49-F238E27FC236}">
                    <a16:creationId xmlns:a16="http://schemas.microsoft.com/office/drawing/2014/main" id="{E6E83E17-7874-FC29-565F-7257EED48CD2}"/>
                  </a:ext>
                </a:extLst>
              </p:cNvPr>
              <p:cNvSpPr/>
              <p:nvPr/>
            </p:nvSpPr>
            <p:spPr>
              <a:xfrm>
                <a:off x="2543550" y="4527688"/>
                <a:ext cx="29875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504" extrusionOk="0">
                    <a:moveTo>
                      <a:pt x="1154" y="1"/>
                    </a:moveTo>
                    <a:cubicBezTo>
                      <a:pt x="1151" y="1"/>
                      <a:pt x="1147" y="1"/>
                      <a:pt x="1143" y="3"/>
                    </a:cubicBezTo>
                    <a:lnTo>
                      <a:pt x="29" y="450"/>
                    </a:lnTo>
                    <a:cubicBezTo>
                      <a:pt x="1" y="461"/>
                      <a:pt x="8" y="504"/>
                      <a:pt x="40" y="504"/>
                    </a:cubicBezTo>
                    <a:cubicBezTo>
                      <a:pt x="44" y="504"/>
                      <a:pt x="47" y="504"/>
                      <a:pt x="50" y="502"/>
                    </a:cubicBezTo>
                    <a:lnTo>
                      <a:pt x="1166" y="55"/>
                    </a:lnTo>
                    <a:cubicBezTo>
                      <a:pt x="1195" y="42"/>
                      <a:pt x="1182" y="1"/>
                      <a:pt x="11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82" name="Google Shape;7363;p66">
            <a:extLst>
              <a:ext uri="{FF2B5EF4-FFF2-40B4-BE49-F238E27FC236}">
                <a16:creationId xmlns:a16="http://schemas.microsoft.com/office/drawing/2014/main" id="{1EEF539F-FEF9-AD55-8676-9217AD388FE0}"/>
              </a:ext>
            </a:extLst>
          </p:cNvPr>
          <p:cNvSpPr/>
          <p:nvPr/>
        </p:nvSpPr>
        <p:spPr>
          <a:xfrm>
            <a:off x="5961900" y="1824388"/>
            <a:ext cx="844200" cy="1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7251;p66">
            <a:extLst>
              <a:ext uri="{FF2B5EF4-FFF2-40B4-BE49-F238E27FC236}">
                <a16:creationId xmlns:a16="http://schemas.microsoft.com/office/drawing/2014/main" id="{1C1719F5-9666-493D-23A2-1662FDBADA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47900" y="2055863"/>
            <a:ext cx="2872200" cy="6315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Avez-vous des questions ?</a:t>
            </a:r>
            <a:endParaRPr sz="18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84" name="Google Shape;7367;p66">
            <a:extLst>
              <a:ext uri="{FF2B5EF4-FFF2-40B4-BE49-F238E27FC236}">
                <a16:creationId xmlns:a16="http://schemas.microsoft.com/office/drawing/2014/main" id="{222BE784-3067-7F76-FC44-28853EDA2013}"/>
              </a:ext>
            </a:extLst>
          </p:cNvPr>
          <p:cNvSpPr/>
          <p:nvPr/>
        </p:nvSpPr>
        <p:spPr>
          <a:xfrm>
            <a:off x="1178476" y="390217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A48EFD">
              <a:alpha val="653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7376;p66">
            <a:extLst>
              <a:ext uri="{FF2B5EF4-FFF2-40B4-BE49-F238E27FC236}">
                <a16:creationId xmlns:a16="http://schemas.microsoft.com/office/drawing/2014/main" id="{72894C5D-A401-F365-A459-6E44CE1ECC3C}"/>
              </a:ext>
            </a:extLst>
          </p:cNvPr>
          <p:cNvSpPr/>
          <p:nvPr/>
        </p:nvSpPr>
        <p:spPr>
          <a:xfrm>
            <a:off x="3186879" y="3716969"/>
            <a:ext cx="190994" cy="215215"/>
          </a:xfrm>
          <a:custGeom>
            <a:avLst/>
            <a:gdLst/>
            <a:ahLst/>
            <a:cxnLst/>
            <a:rect l="l" t="t" r="r" b="b"/>
            <a:pathLst>
              <a:path w="9368" h="10556" extrusionOk="0">
                <a:moveTo>
                  <a:pt x="5559" y="1173"/>
                </a:moveTo>
                <a:cubicBezTo>
                  <a:pt x="5720" y="1173"/>
                  <a:pt x="5883" y="1186"/>
                  <a:pt x="6044" y="1212"/>
                </a:cubicBezTo>
                <a:cubicBezTo>
                  <a:pt x="7422" y="1435"/>
                  <a:pt x="8196" y="2535"/>
                  <a:pt x="8196" y="3669"/>
                </a:cubicBezTo>
                <a:lnTo>
                  <a:pt x="8196" y="9386"/>
                </a:lnTo>
                <a:lnTo>
                  <a:pt x="7025" y="9386"/>
                </a:lnTo>
                <a:lnTo>
                  <a:pt x="7025" y="4702"/>
                </a:lnTo>
                <a:cubicBezTo>
                  <a:pt x="7025" y="3411"/>
                  <a:pt x="5975" y="2360"/>
                  <a:pt x="4683" y="2360"/>
                </a:cubicBezTo>
                <a:cubicBezTo>
                  <a:pt x="3392" y="2360"/>
                  <a:pt x="2341" y="3411"/>
                  <a:pt x="2341" y="4702"/>
                </a:cubicBezTo>
                <a:lnTo>
                  <a:pt x="2341" y="9386"/>
                </a:lnTo>
                <a:lnTo>
                  <a:pt x="1170" y="9386"/>
                </a:lnTo>
                <a:lnTo>
                  <a:pt x="1170" y="1190"/>
                </a:lnTo>
                <a:lnTo>
                  <a:pt x="2341" y="1190"/>
                </a:lnTo>
                <a:lnTo>
                  <a:pt x="2341" y="1776"/>
                </a:lnTo>
                <a:cubicBezTo>
                  <a:pt x="2341" y="2011"/>
                  <a:pt x="2484" y="2225"/>
                  <a:pt x="2704" y="2316"/>
                </a:cubicBezTo>
                <a:cubicBezTo>
                  <a:pt x="2776" y="2346"/>
                  <a:pt x="2852" y="2361"/>
                  <a:pt x="2928" y="2361"/>
                </a:cubicBezTo>
                <a:cubicBezTo>
                  <a:pt x="3080" y="2361"/>
                  <a:pt x="3229" y="2301"/>
                  <a:pt x="3341" y="2190"/>
                </a:cubicBezTo>
                <a:lnTo>
                  <a:pt x="3615" y="1916"/>
                </a:lnTo>
                <a:cubicBezTo>
                  <a:pt x="4086" y="1443"/>
                  <a:pt x="4813" y="1173"/>
                  <a:pt x="5559" y="1173"/>
                </a:cubicBezTo>
                <a:close/>
                <a:moveTo>
                  <a:pt x="5553" y="0"/>
                </a:moveTo>
                <a:cubicBezTo>
                  <a:pt x="4823" y="0"/>
                  <a:pt x="4110" y="189"/>
                  <a:pt x="3509" y="536"/>
                </a:cubicBezTo>
                <a:cubicBezTo>
                  <a:pt x="3475" y="246"/>
                  <a:pt x="3227" y="19"/>
                  <a:pt x="2927" y="19"/>
                </a:cubicBezTo>
                <a:lnTo>
                  <a:pt x="586" y="19"/>
                </a:lnTo>
                <a:cubicBezTo>
                  <a:pt x="262" y="19"/>
                  <a:pt x="1" y="281"/>
                  <a:pt x="1" y="605"/>
                </a:cubicBezTo>
                <a:lnTo>
                  <a:pt x="1" y="9970"/>
                </a:lnTo>
                <a:cubicBezTo>
                  <a:pt x="1" y="10294"/>
                  <a:pt x="262" y="10556"/>
                  <a:pt x="586" y="10556"/>
                </a:cubicBezTo>
                <a:lnTo>
                  <a:pt x="2927" y="10556"/>
                </a:lnTo>
                <a:cubicBezTo>
                  <a:pt x="3250" y="10556"/>
                  <a:pt x="3512" y="10294"/>
                  <a:pt x="3512" y="9970"/>
                </a:cubicBezTo>
                <a:lnTo>
                  <a:pt x="3512" y="4702"/>
                </a:lnTo>
                <a:cubicBezTo>
                  <a:pt x="3512" y="4056"/>
                  <a:pt x="4038" y="3531"/>
                  <a:pt x="4683" y="3531"/>
                </a:cubicBezTo>
                <a:cubicBezTo>
                  <a:pt x="5329" y="3531"/>
                  <a:pt x="5854" y="4056"/>
                  <a:pt x="5854" y="4702"/>
                </a:cubicBezTo>
                <a:lnTo>
                  <a:pt x="5854" y="9970"/>
                </a:lnTo>
                <a:cubicBezTo>
                  <a:pt x="5854" y="10294"/>
                  <a:pt x="6116" y="10556"/>
                  <a:pt x="6440" y="10556"/>
                </a:cubicBezTo>
                <a:lnTo>
                  <a:pt x="8782" y="10556"/>
                </a:lnTo>
                <a:cubicBezTo>
                  <a:pt x="9104" y="10556"/>
                  <a:pt x="9368" y="10294"/>
                  <a:pt x="9368" y="9970"/>
                </a:cubicBezTo>
                <a:lnTo>
                  <a:pt x="9368" y="3669"/>
                </a:lnTo>
                <a:cubicBezTo>
                  <a:pt x="9368" y="1921"/>
                  <a:pt x="8131" y="364"/>
                  <a:pt x="6231" y="55"/>
                </a:cubicBezTo>
                <a:cubicBezTo>
                  <a:pt x="6005" y="18"/>
                  <a:pt x="5779" y="0"/>
                  <a:pt x="5553" y="0"/>
                </a:cubicBezTo>
                <a:close/>
              </a:path>
            </a:pathLst>
          </a:custGeom>
          <a:solidFill>
            <a:srgbClr val="A48EFD">
              <a:alpha val="653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599944"/>
      </p:ext>
    </p:extLst>
  </p:cSld>
  <p:clrMapOvr>
    <a:masterClrMapping/>
  </p:clrMapOvr>
</p:sld>
</file>

<file path=ppt/theme/theme1.xml><?xml version="1.0" encoding="utf-8"?>
<a:theme xmlns:a="http://schemas.openxmlformats.org/drawingml/2006/main" name="Gender Equality Newsletter by Slidesgo">
  <a:themeElements>
    <a:clrScheme name="Simple Light">
      <a:dk1>
        <a:srgbClr val="000000"/>
      </a:dk1>
      <a:lt1>
        <a:srgbClr val="B8350E"/>
      </a:lt1>
      <a:dk2>
        <a:srgbClr val="5344BB"/>
      </a:dk2>
      <a:lt2>
        <a:srgbClr val="A48EFD"/>
      </a:lt2>
      <a:accent1>
        <a:srgbClr val="EE378A"/>
      </a:accent1>
      <a:accent2>
        <a:srgbClr val="FF9178"/>
      </a:accent2>
      <a:accent3>
        <a:srgbClr val="FDD3D9"/>
      </a:accent3>
      <a:accent4>
        <a:srgbClr val="C0A091"/>
      </a:accent4>
      <a:accent5>
        <a:srgbClr val="FFEAD3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284</Words>
  <Application>Microsoft Macintosh PowerPoint</Application>
  <PresentationFormat>Affichage à l'écran (16:9)</PresentationFormat>
  <Paragraphs>67</Paragraphs>
  <Slides>20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Calibri</vt:lpstr>
      <vt:lpstr>Cambria Math</vt:lpstr>
      <vt:lpstr>Montserrat ExtraBold</vt:lpstr>
      <vt:lpstr>Libre Baskerville</vt:lpstr>
      <vt:lpstr>Arial</vt:lpstr>
      <vt:lpstr>Gender Equality Newsletter by Slidesgo</vt:lpstr>
      <vt:lpstr>Analyses des indicateurs de égalité femmes/hommes en respect du RGPD</vt:lpstr>
      <vt:lpstr>Respect du RGPD et Traitement des données </vt:lpstr>
      <vt:lpstr>ANONYMISATION ET PREPARATION DES DONNEES</vt:lpstr>
      <vt:lpstr>Plateforme d’analyse</vt:lpstr>
      <vt:lpstr>Pipeline de préparation et d’intégration des données sous KNIME</vt:lpstr>
      <vt:lpstr>Construction des indicateurs et visualisation des résultats </vt:lpstr>
      <vt:lpstr>Analyse structurelle des effectifs</vt:lpstr>
      <vt:lpstr>Répartition des effectifs femmes/homme</vt:lpstr>
      <vt:lpstr>Répartition des contrats CDD/CDI</vt:lpstr>
      <vt:lpstr>Répartition du temps de travail par sexe</vt:lpstr>
      <vt:lpstr>Vers les indicateurs de l’index</vt:lpstr>
      <vt:lpstr>Rémunération annuelle brute moyenne par EQTP selon le sexe </vt:lpstr>
      <vt:lpstr>Ecart de taux d’augmentations – indicateur de l’index</vt:lpstr>
      <vt:lpstr>Ecart de taux promotions- Indicateurs de l’index</vt:lpstr>
      <vt:lpstr>Structure des rémunérations annuelles et concentration des plus hauts salaires </vt:lpstr>
      <vt:lpstr>Index de l’égalité professionnelle femmes-hommes</vt:lpstr>
      <vt:lpstr>Index de l’égalité professionnelle et axes d’amélioration </vt:lpstr>
      <vt:lpstr>Axe d’amélioration</vt:lpstr>
      <vt:lpstr>Leviers d’action pour améliorer l’index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rondeaucecile@outlook.com</cp:lastModifiedBy>
  <cp:revision>21</cp:revision>
  <dcterms:modified xsi:type="dcterms:W3CDTF">2026-03-10T11:16:18Z</dcterms:modified>
</cp:coreProperties>
</file>